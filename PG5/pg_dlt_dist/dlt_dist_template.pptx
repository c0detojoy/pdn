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8F7317-41F3-FBC8-EC98-7B0914A73C9B}" v="1421" dt="2025-11-06T22:47:10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Data Layout Transformation and Data Distribution Figures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/>
              <a:t>CS 5/4473 Parallel Distributed and Network Programming</a:t>
            </a:r>
          </a:p>
          <a:p>
            <a:pPr algn="l"/>
            <a:r>
              <a:rPr lang="en-US" dirty="0"/>
              <a:t>Dr. Richard Veras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algn="l"/>
            <a:r>
              <a:rPr lang="en-US" dirty="0">
                <a:highlight>
                  <a:srgbClr val="FFFF00"/>
                </a:highlight>
              </a:rPr>
              <a:t>STUDENT_NAME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BB20-A08C-1F16-017D-869C3129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3725-85F5-64E8-E3BB-E45B44C8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each problem in the code (XX.Z) draw the data movement (add all of the arrows) 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dst</a:t>
            </a:r>
            <a:r>
              <a:rPr lang="en-US" dirty="0"/>
              <a:t>,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src_dlt</a:t>
            </a:r>
            <a:r>
              <a:rPr lang="en-US" dirty="0"/>
              <a:t> --&gt; </a:t>
            </a:r>
            <a:r>
              <a:rPr lang="en-US" dirty="0" err="1"/>
              <a:t>dst</a:t>
            </a:r>
            <a:r>
              <a:rPr lang="en-US" dirty="0"/>
              <a:t>, 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src_dist</a:t>
            </a:r>
            <a:r>
              <a:rPr lang="en-US" dirty="0"/>
              <a:t> --&gt; </a:t>
            </a:r>
            <a:r>
              <a:rPr lang="en-US" dirty="0" err="1"/>
              <a:t>dst_dist</a:t>
            </a:r>
            <a:r>
              <a:rPr lang="en-US" dirty="0"/>
              <a:t> --&gt; </a:t>
            </a:r>
            <a:r>
              <a:rPr lang="en-US" dirty="0" err="1"/>
              <a:t>dst</a:t>
            </a:r>
          </a:p>
          <a:p>
            <a:r>
              <a:rPr lang="en-US" dirty="0"/>
              <a:t>You can use this template, but you are not required to use it.</a:t>
            </a:r>
          </a:p>
          <a:p>
            <a:r>
              <a:rPr lang="en-US" dirty="0"/>
              <a:t>The debug output will give you everything you need.</a:t>
            </a:r>
          </a:p>
        </p:txBody>
      </p:sp>
    </p:spTree>
    <p:extLst>
      <p:ext uri="{BB962C8B-B14F-4D97-AF65-F5344CB8AC3E}">
        <p14:creationId xmlns:p14="http://schemas.microsoft.com/office/powerpoint/2010/main" val="27981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5B82-4C94-F834-89A3-0FC13788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01.0 (</a:t>
            </a:r>
            <a:r>
              <a:rPr lang="en-US" dirty="0">
                <a:ea typeface="+mj-lt"/>
                <a:cs typeface="+mj-lt"/>
              </a:rPr>
              <a:t>student_nodlt_2d)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7D9FBC-1294-77A6-6230-4678EFB6BC01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04F3AC-46CD-BAE1-8545-813B667633EB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D5493F-7027-2946-89FA-58D104AC06D1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C03AE-AB64-34A2-88E8-F1D03B774AB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F7EC57-4E4A-1324-D7AB-3DD402846464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07CE5D-306D-1578-AE91-E991553066EB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60AB07-5EAE-E22E-CC8E-FE4D7DFB7A3F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55E5-1C9B-F3D6-7966-671BB68468D8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2395DD-8D14-4676-AEE8-A2293F43A845}"/>
              </a:ext>
            </a:extLst>
          </p:cNvPr>
          <p:cNvSpPr/>
          <p:nvPr/>
        </p:nvSpPr>
        <p:spPr>
          <a:xfrm>
            <a:off x="2407991" y="339677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AB6832-5082-231C-C720-4064680F055B}"/>
              </a:ext>
            </a:extLst>
          </p:cNvPr>
          <p:cNvSpPr/>
          <p:nvPr/>
        </p:nvSpPr>
        <p:spPr>
          <a:xfrm>
            <a:off x="3048394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EB55FD-F4B3-2EB0-0554-52D2B70C775A}"/>
              </a:ext>
            </a:extLst>
          </p:cNvPr>
          <p:cNvSpPr/>
          <p:nvPr/>
        </p:nvSpPr>
        <p:spPr>
          <a:xfrm>
            <a:off x="3607735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AB669A-9EC2-36CA-6A3E-9EF38D3FE136}"/>
              </a:ext>
            </a:extLst>
          </p:cNvPr>
          <p:cNvSpPr/>
          <p:nvPr/>
        </p:nvSpPr>
        <p:spPr>
          <a:xfrm>
            <a:off x="4248138" y="339676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0B5990-6C86-160A-3B23-8FD2B910A2DE}"/>
              </a:ext>
            </a:extLst>
          </p:cNvPr>
          <p:cNvSpPr/>
          <p:nvPr/>
        </p:nvSpPr>
        <p:spPr>
          <a:xfrm>
            <a:off x="4791267" y="34048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57E07A-2C29-C5E8-9DC1-D68D01FC1726}"/>
              </a:ext>
            </a:extLst>
          </p:cNvPr>
          <p:cNvSpPr/>
          <p:nvPr/>
        </p:nvSpPr>
        <p:spPr>
          <a:xfrm>
            <a:off x="5431670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0413C1-3A1E-F619-C184-1A2FFC1DC8D8}"/>
              </a:ext>
            </a:extLst>
          </p:cNvPr>
          <p:cNvSpPr/>
          <p:nvPr/>
        </p:nvSpPr>
        <p:spPr>
          <a:xfrm>
            <a:off x="5991011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AE2C96-6559-1F50-BBB0-0DCFCA48E23E}"/>
              </a:ext>
            </a:extLst>
          </p:cNvPr>
          <p:cNvSpPr/>
          <p:nvPr/>
        </p:nvSpPr>
        <p:spPr>
          <a:xfrm>
            <a:off x="6631414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A3AFAE-4297-E422-1CEB-778CEEAE009D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CCB2BE-B87E-B2C1-B2EB-2BDAE2453345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296BF-977E-E55D-AEAD-7042E638CD89}"/>
              </a:ext>
            </a:extLst>
          </p:cNvPr>
          <p:cNvSpPr txBox="1"/>
          <p:nvPr/>
        </p:nvSpPr>
        <p:spPr>
          <a:xfrm>
            <a:off x="755672" y="3395980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BABE8D-CA7B-7D48-6885-D27A1AE6D79E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</p:spTree>
    <p:extLst>
      <p:ext uri="{BB962C8B-B14F-4D97-AF65-F5344CB8AC3E}">
        <p14:creationId xmlns:p14="http://schemas.microsoft.com/office/powerpoint/2010/main" val="113399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B3C9-3DA7-E80B-6110-DF8B2578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E208-C932-DC6D-D6A6-B7124B7D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01.1 (</a:t>
            </a:r>
            <a:r>
              <a:rPr lang="en-US" dirty="0">
                <a:ea typeface="+mj-lt"/>
                <a:cs typeface="+mj-lt"/>
              </a:rPr>
              <a:t>student_nodlt_2d)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116E41-6474-ABE1-5DB8-94667F99688C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013CFD-0A7D-F90C-65D5-45DCF2BCAAF6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C3A524-ED1C-DB4C-1323-C5C254552244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973F98-73C0-4191-B90D-FD935E446D1A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368C73-C6B1-2D1D-7811-2A2A463126A6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92CD70-6401-DC5F-ADD5-68045BA3BFC3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F58C56-E0C1-A172-1903-90A0D5E99C85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7C7C94-91FC-C2B9-4640-0B85977FE66D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2C41C0-884E-4D1F-FB56-EAB1F8753DD3}"/>
              </a:ext>
            </a:extLst>
          </p:cNvPr>
          <p:cNvSpPr/>
          <p:nvPr/>
        </p:nvSpPr>
        <p:spPr>
          <a:xfrm>
            <a:off x="2407991" y="339677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9ADED7-DB8E-3B40-AB5C-D052382F1FE9}"/>
              </a:ext>
            </a:extLst>
          </p:cNvPr>
          <p:cNvSpPr/>
          <p:nvPr/>
        </p:nvSpPr>
        <p:spPr>
          <a:xfrm>
            <a:off x="3048394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D266A1-1F40-B818-67F1-AFF9ADEE1BDD}"/>
              </a:ext>
            </a:extLst>
          </p:cNvPr>
          <p:cNvSpPr/>
          <p:nvPr/>
        </p:nvSpPr>
        <p:spPr>
          <a:xfrm>
            <a:off x="3607735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B275F1-B9CC-8DF3-B916-84643B5376FE}"/>
              </a:ext>
            </a:extLst>
          </p:cNvPr>
          <p:cNvSpPr/>
          <p:nvPr/>
        </p:nvSpPr>
        <p:spPr>
          <a:xfrm>
            <a:off x="4248138" y="339676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7CC16A-1774-9B6C-00BB-3008600702D2}"/>
              </a:ext>
            </a:extLst>
          </p:cNvPr>
          <p:cNvSpPr/>
          <p:nvPr/>
        </p:nvSpPr>
        <p:spPr>
          <a:xfrm>
            <a:off x="4791267" y="34048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C6AF62-57F6-13A5-BF07-504DA0F54E22}"/>
              </a:ext>
            </a:extLst>
          </p:cNvPr>
          <p:cNvSpPr/>
          <p:nvPr/>
        </p:nvSpPr>
        <p:spPr>
          <a:xfrm>
            <a:off x="5431670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5BD92F-58C4-549D-95C4-5C78EB20A3E9}"/>
              </a:ext>
            </a:extLst>
          </p:cNvPr>
          <p:cNvSpPr/>
          <p:nvPr/>
        </p:nvSpPr>
        <p:spPr>
          <a:xfrm>
            <a:off x="5991011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AF646A-A8B7-08CD-4FC1-298FC2452E4D}"/>
              </a:ext>
            </a:extLst>
          </p:cNvPr>
          <p:cNvSpPr/>
          <p:nvPr/>
        </p:nvSpPr>
        <p:spPr>
          <a:xfrm>
            <a:off x="6631414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1559F4-FA0A-9C85-1AB5-953FA41F474F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B21C73-B6AA-B8E6-AD7E-3D0AB9DA5851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EDD573-9154-E815-27BA-AE0985EBEC06}"/>
              </a:ext>
            </a:extLst>
          </p:cNvPr>
          <p:cNvSpPr txBox="1"/>
          <p:nvPr/>
        </p:nvSpPr>
        <p:spPr>
          <a:xfrm>
            <a:off x="755672" y="3395980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FA1B28-C613-A624-ABD0-F6CC57952652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</p:spTree>
    <p:extLst>
      <p:ext uri="{BB962C8B-B14F-4D97-AF65-F5344CB8AC3E}">
        <p14:creationId xmlns:p14="http://schemas.microsoft.com/office/powerpoint/2010/main" val="55202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A555-B99B-7C06-ADC7-7D4F6447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85E8-D699-7BD3-BA6F-BDCDE0D4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02.0 (</a:t>
            </a:r>
            <a:r>
              <a:rPr lang="en-US" dirty="0">
                <a:ea typeface="+mj-lt"/>
                <a:cs typeface="+mj-lt"/>
              </a:rPr>
              <a:t>student_dlt_c_array_2d)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33DAF9-F7E0-A1B5-AA24-720C1013277A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31882F-EED2-51F0-59F9-AAA68BC55657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39EC27-BE47-24B7-91A1-D6DDA2F6CA40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CE032F-863A-FB3E-F95F-E7F0D36AD35A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C112E4-7770-58E7-D178-2054C753F2DE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977698-E6BB-6DAD-C3AD-49952BF28FAA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8BB46C-C3E5-95D0-79DB-5ECC3F01E62D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6B0DB-F425-69CD-1DCA-C48EBC86B9E9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1D178E-54D6-7992-E64C-3936806EA2C1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3A3432-D276-8C0E-D66A-C886B97A077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9AA5D6-7E91-9CE9-FDFE-EA0E07A7661B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A2615F-3C2E-CDD5-2D63-533873CA9E75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859B6C-848C-CBA4-0FCD-3B9784140BDC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9723AC-1975-3B9C-3B79-5D72DD3C18AC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4C7017-CE6B-D672-440E-E3782E5B68FD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F3D887-350C-DA00-F206-51DDB53A0C0E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56C087-2BFD-5372-8AA4-1D8D1A72FE04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92ABEF-E00E-8BA8-1688-AF8993C301A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32D9F1-34DE-8CF3-2510-997A2906CEC1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74EC8-A121-2BA2-76B5-A4F662B0B5F6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0C4F-7E6F-AE81-4C00-EDEE91FA53F7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7C0EFA-8DAF-3370-E04E-D9EBBA2AAA21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6936E51-AD2E-C7B9-1D1E-1E58571C3329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B0D972-26D5-AEF4-310F-F712A1372472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15A961-DA9B-C5D1-5B64-5425511493B3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0CE64E-EA90-BC0F-0FEE-3728625C253C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AB06BC1-8389-FECC-87AD-018D4DF85C15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93DAA7-928A-5C0C-7678-081C574DA999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41EF922-91B9-9877-94F7-E8798654B7AD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993CE7-82CA-7378-E194-DCB885CC8D6F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946940-F5CC-540A-FA53-70F34149B505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FE2EF2-EAD0-7B31-2FF0-0AF8B864F562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18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58C4-ADD4-48FB-2C1C-646AEB9D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3049-FEF5-8D7D-EB5B-FAE7B772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02.1 (</a:t>
            </a:r>
            <a:r>
              <a:rPr lang="en-US" dirty="0">
                <a:ea typeface="+mj-lt"/>
                <a:cs typeface="+mj-lt"/>
              </a:rPr>
              <a:t>student_dlt_c_array_2d)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AC00BA-2492-CFD4-EB15-C4F70A105AB6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55BF1C-879F-D044-2493-301F84CCB2FD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4594C2-67F9-3989-9E5A-3BEA19A37A73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1F52D4-C377-9E92-F71E-7EA76035DAE8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AC55A6-66B1-D987-E227-CA4C6F4229AA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2A6756-902F-97A1-5411-1CDECFD0E7A9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770740-90F2-032D-8735-F1F97C97C0AF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7F5181-E53A-EEFB-49FB-AB84C4BFAAF8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70F684-0FF6-F4B5-B3B9-101AD6CFD9BF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2CABDE-EFB1-EA53-AC63-ED9038FDECA5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C2648E-7F2B-1DBC-49F4-F1E19E317011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20DC8B-C49A-A82B-27FA-E9EDA0488C39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D5BC24-3173-65E4-7E19-CA7CD221A34C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8B4C64-5BE4-7E09-401C-5D6879B0E2B2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A986BC-0385-1C61-109F-27CA6FC6ABAE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E65867-CD4F-D816-6C77-7DDC38CF95B2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B106E5-9F95-980F-650B-4C749792C39A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266A42-2E56-2574-7149-3092C2D5A0D2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EF948A-6BC1-14BF-A669-11C48DC14773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875C80-EFA1-58E0-376D-85E54AC2F877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21A91-1BCD-37E5-09A2-9EB0AF87B880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C1F4C2-9D51-F4C0-7D02-9C81B19DA0C8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B95713-9D7E-19F1-A92E-8D6416613514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9D40B0-0E3B-5196-0BB4-072B6877C6A4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1E89CF0-97AE-3E08-5354-8721ECB0F7AD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E74CA42-056E-857E-1864-C15AD807D52F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F74E27-C9D4-1FD2-FF3C-A203674C1874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3B9799-3E69-0D90-1E48-5246BFFDEC33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1FFDFB-F9AF-7548-909C-9031C6219A64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F5BF75-D76E-63C5-9BAA-06753A5259E6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821EBD-9CEC-99FD-DD66-DA7ED84FF082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FE22CA-14CF-E17F-78E8-4B1EFE5819B9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14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0C80-F3E5-9D04-8432-CB6C359A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B24F-BE1F-AE5F-6CA8-53D2171B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03.0 (</a:t>
            </a:r>
            <a:r>
              <a:rPr lang="en-US" dirty="0">
                <a:ea typeface="+mj-lt"/>
                <a:cs typeface="+mj-lt"/>
              </a:rPr>
              <a:t>student_dlt_c_array_linearized_2d)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389169-9D98-2A26-D236-FF929056AC15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83C350-23BD-889F-1718-261AB94656D8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2F758B-8794-B94C-6092-53452C47E309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8350BB-DDDC-95DD-D800-3D3CACCD714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85DA78-0A5D-A129-B6D9-0A9896B210A0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C7DC44-A12F-BDBA-AA0D-4499E4E84D9C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63BA5F-3594-08B9-BCDC-81963A189683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4751DC-BC33-E1D7-595C-BCEE8B20334C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351DB8-2F72-DB3B-F6A4-7ECA52CBAB55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F7BEE7-52A7-991A-5135-39D4C060E7FB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31C9B5-1C22-6D52-D9F6-A401630C8E3E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9DB07E-0259-A6E3-08ED-E21F42C0A767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8D2392-53CE-03F9-75DE-C069F1B7D4C0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9D20A4-F607-8364-D788-7B7CF1451420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710CFC-2856-A979-9224-607926F9AC85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A612B6-EDBB-CECA-9A3F-46388544A4E8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9A47E2-3562-2C02-E162-D086B2756860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39A859-DE7A-8FD2-44B4-32D4AFACD7E2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7F893B-809C-5014-2164-D6F495E343FE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81FA7-AB9D-4A88-6B0D-0C069CF40AE6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C93D3-F359-42BF-0A64-48A82F1D20C0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0A0B05-E9A7-46AB-F725-A3151F730B6F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A7E7B1-1F32-6F2F-D5D6-EE2B8A1B70E7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4EE501A-F736-B9C1-5720-576078CABF01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197B03-1D1F-A07B-22AC-407F815B842A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D56570-F2ED-BB27-86CE-210D0D44390C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BFBE6E-5E2A-75FB-315C-92C686DBEC10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F36400-27EF-4247-85F9-B401A5DC09C9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980BDB-B6C9-B6F3-5DC2-64F0380E40A8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145D6A-D4EC-4F68-AC8F-B748CA4F9784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9BEC9-0149-104D-46F9-6026153D44D1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A316FD-A171-8FDE-C3DE-0EB412A46E90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2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DF4D-7799-E635-25EA-AD5B075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9D11-9102-8A4B-5528-DFC6485E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03.1 (</a:t>
            </a:r>
            <a:r>
              <a:rPr lang="en-US" dirty="0">
                <a:ea typeface="+mj-lt"/>
                <a:cs typeface="+mj-lt"/>
              </a:rPr>
              <a:t>student_dlt_c_array_linearized_2d)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A98D8C-1216-BD1B-1315-DBD580CBF1F6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63BD1D-D261-2EB9-4E0F-3D24519B0975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453008-EE62-682C-3F14-013275950D28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0519A4-357D-2FFB-EF9F-99865FCFF56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ABF09A-BD3E-E653-B4D7-808F3D3CF797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804F9A-DD79-0298-0801-AB3F9CEAF239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EE27A9-EE48-198E-80F1-5474029BF3D2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86D9EC-7ECC-1D9E-B9FF-0D9708B61D41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4E25F6-3BB9-79E0-CF8D-705105F02C05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F487F-460E-3477-051F-FAB4F0864832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A457FD-AA74-2837-E042-68C6E8D1F5C2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DB46B7-47DD-3384-4870-AA95A75CCDAB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35C828-9D15-9C9A-8D34-B94A874CE069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96F081-2A37-594F-5AE5-57AE2AF9EF59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4AC12A-D283-5203-5168-069499B74224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AFE7AC-7ED3-7644-8AF1-F601C7515A13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C185EB-5B66-ADCB-CACE-FBF82028C43C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9ED173-EAC5-5375-85DD-FDBF9371335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EBD813-6970-DE53-EDE2-BF1C24ECA362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EA2BC5-1DF6-5A72-6526-A25C84F9E200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36298-D68D-B96B-859F-1EF21C4DE67D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019898-0140-9B90-F39C-CC36F21A1E89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A0A68CE-25CD-48C8-46D7-6EE4D1354D95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6759B6-A123-3E3C-1185-0248DE7F8D16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0A142F-64F8-1495-63A5-B42134F418DF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DBD6EC-802C-61F9-F7ED-45B777E993E7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8680DFB-275C-E193-C9A9-8D53FEB8D44C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B86A64-BBDD-2529-5582-03057C452A5A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B9DB94-C63C-B5BB-1455-A309A4E14E02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ADA186-4DD3-4B0C-2CCE-4D2B425F4609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91E3F-DFF7-3347-00A3-E61892CE24C1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7AE1A4-E0F1-C2EE-E2DB-A02BB8908583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50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2D01-2CB6-B8AA-5CE8-4BE8A037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F3-914B-7524-EF30-BD86ECDB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04.0 (</a:t>
            </a:r>
            <a:r>
              <a:rPr lang="en-US" dirty="0">
                <a:ea typeface="+mj-lt"/>
                <a:cs typeface="+mj-lt"/>
              </a:rPr>
              <a:t>student_dlt_inc_2d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E89CD7-9AC5-FA08-F12E-9103EA4FF878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4A6027-64DA-C354-08FE-8E7E65F22F6C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AD9254-1371-3B0D-0A58-DDF19954DAE9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EF8603-80BC-DDFD-A520-168EA7F81019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D8D84C-E65F-56F3-9654-2B6E32077EEB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6FA95E-E5D4-0596-4040-2CA5604A9CCB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56C66C-3A5F-66AC-0282-08E7CF7D56C2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BB4B9F-1DB8-BBCC-161F-2C1F6A1435EA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AD855E-879E-5E19-3B3C-05A4145C2693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F3B722-DF27-C953-4629-5EDDCDA63F5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38216C-71AE-2079-0BF8-0E189EBF4348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C8AE95-2800-5D7D-CD9B-25F31CE1F57D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281DDB-B110-C0EF-8412-3F8851D9A65F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93A27B-B66C-D6DA-2F09-DCF8FAEFAFC2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15FC39-0304-F502-D62F-32087DACC109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7EF998-1A04-3E9C-249F-7DC88AA53E3D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11B984-C3F6-7244-A006-C5A1014339C9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246F6F-7C6E-3CE8-15F1-9F70E973D4B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5749C2-24EB-FEED-7E69-DBBEA58F1356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28FA65-F6DC-6EC5-13EF-AD0447D9C053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1DA59-9742-E5E7-8DF6-4E80C4F92E5F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BF96579-692A-A66D-CB6B-39CC844BA674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2FB9A71-CC2F-6896-BF0A-BEADA1259880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1C12C4-19FB-4667-5F61-A189BD9C238A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635F2E-952A-46EA-056B-24180DE719CC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08FBF1-1956-CE4C-A444-153678510872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4210ED2-FA48-7032-A711-92F62F0D0C3B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33C7DD-4A3E-C717-1F53-7E77AFB5FBB8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B12F9F-0B62-55B9-6661-1F5CEBE5902F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DD9D4A-ED32-3DCF-B675-98AD9CCE2E63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1E309B-6ECD-225D-F02C-6325A053528C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B5FD7D-22AF-8A25-5044-53D0695E5839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6E75-93B7-A14E-1081-F35D32B3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A72B-53C8-0BA6-3908-66502548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04.1 (</a:t>
            </a:r>
            <a:r>
              <a:rPr lang="en-US" dirty="0">
                <a:ea typeface="+mj-lt"/>
                <a:cs typeface="+mj-lt"/>
              </a:rPr>
              <a:t>student_dlt_inc_2d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857E88-5B5E-38F6-9D67-FEDBBAC2AB82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4E097E-E841-93FB-C169-99B44D1709EC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61E24F-D2CA-EB43-75D5-67B0126F734A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995CDC-4FF1-7714-2BF1-3F3FAA72C9BE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BCE7C4-A42D-867D-2CB1-E45AB105893F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16B06B-6A6F-EE18-7B63-469D11247F4C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F62437-1A37-4052-7160-933EA2312AAA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43E5FA-1160-7026-84CB-A7CB6748CC30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86FFE0-A4AB-F63E-E6B3-E00B00698BAB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F0D232-56CA-5FB9-77DC-EA80D85B405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E91C42-7B58-0A0E-D23A-9D3029C2969C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582608-AD93-1211-1000-7F421221E597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AAB388-38EF-83D1-E55E-37135B14B8A1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3BDF82-0C48-28A0-F9D4-8C10E67EE0A7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42F1CF-AAA2-C5C1-A998-18EF16EE2870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E4A2EE-EE3E-B1D7-D31F-4738CF085B2D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4E12EA-30F1-9C5F-0F4F-D397C18457CB}"/>
              </a:ext>
            </a:extLst>
          </p:cNvPr>
          <p:cNvCxnSpPr/>
          <p:nvPr/>
        </p:nvCxnSpPr>
        <p:spPr>
          <a:xfrm>
            <a:off x="9462917" y="2065941"/>
            <a:ext cx="37170" cy="9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BF193D-4A4C-29B7-B69B-231A739A5CC4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5FAF5C-A79D-92A2-D783-B0A5A32E0F6D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D5C2D-B3BE-F8BD-FD13-38A9F8B960EE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5EA99-BDD8-2170-6903-373A311BBFB6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E51472-03A1-57E1-1AAB-9DC4A3D2885F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E6270F-EEF9-CA54-4497-7DDCB3549FB0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D8972B-F8BC-FE16-B360-9321F877D304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47F4D82-92A6-6DA0-FEB6-51850AF785F0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FA17CDE-2BDB-972E-B4C3-F693DD7229E7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4A4F18-9EC2-4503-50DF-86E4D89802D2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1B6BF69-42A5-B56C-FBEC-3846D47E62CA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311B16-DF5C-B63B-918A-3334DA8D733D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61D560-4AD7-6614-6FC5-2F5501B3F006}"/>
              </a:ext>
            </a:extLst>
          </p:cNvPr>
          <p:cNvSpPr txBox="1"/>
          <p:nvPr/>
        </p:nvSpPr>
        <p:spPr>
          <a:xfrm>
            <a:off x="1981714" y="3239783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(i0,i1)=   (</a:t>
            </a:r>
            <a:r>
              <a:rPr lang="en-US" dirty="0" err="1">
                <a:highlight>
                  <a:srgbClr val="FFFF00"/>
                </a:highlight>
              </a:rPr>
              <a:t>x,x</a:t>
            </a:r>
            <a:r>
              <a:rPr lang="en-US" dirty="0">
                <a:highlight>
                  <a:srgbClr val="FFFF00"/>
                </a:highlight>
              </a:rPr>
              <a:t>), …. TODO: label these.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28A1E0-CC8B-41E5-7864-D137E5CE240E}"/>
              </a:ext>
            </a:extLst>
          </p:cNvPr>
          <p:cNvSpPr txBox="1"/>
          <p:nvPr/>
        </p:nvSpPr>
        <p:spPr>
          <a:xfrm>
            <a:off x="2613616" y="253353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328185-EED6-66BE-62E2-589B2DE17AD2}"/>
              </a:ext>
            </a:extLst>
          </p:cNvPr>
          <p:cNvSpPr txBox="1"/>
          <p:nvPr/>
        </p:nvSpPr>
        <p:spPr>
          <a:xfrm>
            <a:off x="2613616" y="4410661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32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82F0-39BC-7B42-FBD0-0B76B59A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CF1262D-58D6-69A2-EE02-E578F4AA5D9C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425A6-309B-C327-2C12-4033D88B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0998819" cy="1344148"/>
          </a:xfrm>
        </p:spPr>
        <p:txBody>
          <a:bodyPr/>
          <a:lstStyle/>
          <a:p>
            <a:r>
              <a:rPr lang="en-US" dirty="0"/>
              <a:t>DIST:  05.0 (</a:t>
            </a:r>
            <a:r>
              <a:rPr lang="en-US" dirty="0">
                <a:ea typeface="+mj-lt"/>
                <a:cs typeface="+mj-lt"/>
              </a:rPr>
              <a:t>student_dist_block_1d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92BFF-F1CD-08B7-7E63-569DB6A2F0CA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43B595-14AB-EF31-7DE9-39D6977BA3AE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AB836F-2C96-2800-D2BA-0FDB4EBAE701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2E7A90-91ED-3467-915D-A1E5DA44120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1BC42-2341-9627-E720-1740CD1E0BE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031289-2B11-92FF-C45D-7E007F6342C4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F2640D-8819-AC1A-ACC5-392563913422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178340-F6B7-791A-1D5A-C2C6ABF05994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93857-47FC-43FA-3A84-BF4F966BA7D4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C5B32B-C551-BCFA-9255-2FB28548DE3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EE5CF6-6201-4739-B297-972B32E3FCD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C1EA9-0A12-7431-CE35-B7850390A39D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FF3FE5-DA42-307D-8ACA-18DDBD9348CC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C3BE0F-61B5-4DE9-D8F5-FB8CD411CAF0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93DBE3-C44E-ECE3-045A-264153364C15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8F4BA07-1DFD-7BAF-4FFE-CB6F5A02FAEF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714EB2-FE7E-DE80-FF88-108870F19F89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865531-8031-A4EA-D397-9B1011CD677F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0A12AB-12E0-6660-0C70-49BFDB46C326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453326-57EC-23EF-550C-2BD73ED1F19D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23A2EA-CA23-6BB8-74B8-5AFEA48B6DA1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11505D-7E6B-087B-9AB3-23509D520FD2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313243-79F6-8BC1-3E8A-575EB603F218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9288A1C-689E-A41E-B791-FBBD6F999011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4D13BC-DC0F-4932-7E48-C99F21D53428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987AE8-E824-3E19-B581-F3D75C996560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4FB7C59-EFAD-954D-AB0F-002560729B71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EE98A95-3A30-78BC-0DF2-C71DD26578EE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2E1FFC8-E5E6-23FB-D17E-F6D7B677D408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B2773B2-5803-09BB-3C21-2CCA38C05584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1B3C67-54C2-1D6D-DFC2-7B0C0D2BA1B1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D2E9DA8-B6C6-1CD3-398B-1ED09D72BE45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DD11B19-4FFE-2CE4-5A28-7685853A11AE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25EA513-32A9-952D-BD38-66740C99D20C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DC3BF00-B6C1-B05B-0BCC-8ABB6622897C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EA109C-A296-4309-9E39-321A3D05A51D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999F632-5464-A248-D5FD-CD21EDB04977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EC2591A-74E0-CAFC-6B9C-AC5FCCA3083D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10B56CB-BE3A-70A1-D0E4-1F331CD07854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0AE9A6A-2697-72FA-E905-38A2D8BFECB5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8B1C4E-B359-95CD-9085-F7FD25E994DF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5E8483-3EAA-CD2F-6A7D-F317F54198CE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371AAAC-3E8F-D9B8-3A6C-C989F242136F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A2F3A7-47F0-5BFF-5C81-A9A218F88A20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8F59ED3-9724-3BB2-B4DC-7D45A0A82B72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31B1EB-B041-467B-1C58-C667251E1913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DDD278D-0D47-ECE3-7C51-D730D227EA2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9C82FB9-2C9C-6141-FA64-DC04588D9BDE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06019DF-84DD-5144-9E26-47799F32BD25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A31908-FB48-6D1D-5DE9-9D2F7C4E8521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B30DE1-E83E-5B25-0CD1-2A8D81431553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CC67F5D-DC09-64F2-D4A5-D0B67AC263B8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E74F6E-8524-A392-9FFD-08909086F14A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4366FB5-D2B5-5984-E55B-B34BB6C2EA36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CF4B3F-800E-A6C7-3B30-677CFD3DDFA7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23D980A-8E04-88A5-CBF3-61FDB444390B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9E8F2F8-156E-E233-1007-645E4D157E7A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072B9AD-7A83-B320-B750-4A3848EAB9C7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E77AA24-D3A0-D5E6-B5C9-602B7DEDD175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9B112D0-58E8-E105-6FD7-D0D2EE902563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F8F422-6492-DC03-53BD-70654A9C3E67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4367291-C48F-0C24-0D5F-2A1B9152B9B6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2E5406C-53E0-C389-DA5B-66C699A59F3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93F5903-1766-81C7-4D35-345054CAF8A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2C32B9D-044E-DB26-38C8-504B47DBD091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4C9236A-4376-9DA7-CB07-A02511D6F5B4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8FFBA72-B3F7-ECB1-514D-519735835EBC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953F1E4-DE14-8DA7-D5A6-247E03FE7714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67534FB-B185-9A32-AF55-52FD23220EEA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4F11587-437D-33BE-D2F7-522EA13C98CC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6BDB5CA-F477-9086-F936-1FF0F6F8D00A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2DEEC57-0E62-B429-8BEF-B88524236D91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04DC04-69B9-A712-BE79-7BBCD66F3AE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42E7823-63D1-540B-1EB2-8D2EC9D00915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0FD146-A6B4-AFE1-E26D-72BDDE183CAA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err="1">
                <a:highlight>
                  <a:srgbClr val="FFFF00"/>
                </a:highlight>
              </a:rPr>
              <a:t>rid,eid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1AD431-2C59-9628-D075-BEB7340907B9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err="1">
                <a:highlight>
                  <a:srgbClr val="FFFF00"/>
                </a:highlight>
              </a:rPr>
              <a:t>rid,eid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93B5E4-6B8C-8DEB-C2CD-C2F5650841AB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350647C-2629-E3BC-2BAA-B0D8101C0BD6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FC6B23-C5C0-BEEE-9526-DEDFB8C147C6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0BA02DD-6515-12BF-CA0C-FD3879F47D2B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FD24A63-89CD-DC61-2705-29AD0970FF26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F9CA33-69E6-93BB-5CFF-7C6E24FE5B4C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3FDE7B6-8C37-87D9-21A8-D25175B27D38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36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35C4-6DB0-C909-986B-C79469B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E735750-B273-799D-1C88-7483624B157D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B4C8A-0322-84EC-2306-94BB949D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0998819" cy="1344148"/>
          </a:xfrm>
        </p:spPr>
        <p:txBody>
          <a:bodyPr/>
          <a:lstStyle/>
          <a:p>
            <a:r>
              <a:rPr lang="en-US" dirty="0"/>
              <a:t>DIST:  06.0 (</a:t>
            </a:r>
            <a:r>
              <a:rPr lang="en-US" dirty="0">
                <a:ea typeface="+mj-lt"/>
                <a:cs typeface="+mj-lt"/>
              </a:rPr>
              <a:t>student_dist_cyclic_1d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63D375-0AE3-F40B-6F90-7A6C2C4B0BFE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DB037B-6FED-25FF-68E7-3984BFCACE84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B3F30B-59A1-4E91-FE51-4FA91B27A847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25DFC1-36F4-BB87-7394-99BD0CC6983F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D18C0D-DCE7-0D28-A615-8C03551A1642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2E990A-1F10-E883-F334-4D1B7A2D932A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EFE8F9-3E47-D473-A0B2-4A68105A7BB3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C6875B-2561-DF2A-3E49-A551B30CC57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1123C-517B-466F-6BA0-EEEEF2F45174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79E090-27FB-E46B-380E-4A010A93DA0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A5855C-7535-50EF-63AC-52727D404459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0E2A9-2A04-AA9E-3F05-3D5EF8775692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E4760A-CE73-702D-FB51-62DEFA7690BB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AB8C23-7D8F-6128-8B3B-1B26B93A57BA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D8ACDF7-38BF-66F7-3E48-4FABEE3B92FB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8336E8-6255-02F2-D2F5-9FDE7586AC0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3E906D-9F33-2AFA-548A-90CA54E363CB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9E6120-8113-0ECF-659D-3E9A5DF7EC36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7F96992-C0CB-3844-C7E1-143F33AA2E06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478291-56FD-F68D-DBC3-7DE60963D66D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1355A-5C81-A82D-7801-E5D06E347A8D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E3665E8-43B8-9CBD-CB1E-B062AD34ADBB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151BE63-C007-0B00-92AD-56FB0842F076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4D78272-C93D-A738-FA50-23A9811478CF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8CA35D1-446E-8AD1-5475-6771C1A345E8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1B823D-D1BC-44B7-BA97-A9CEB52C8B48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78F4246-98CC-A09D-9ABB-96A729C7334F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A0A18AD-4E6B-9643-B703-B327C8B227CF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C7C7D0-E84C-9E0D-C69E-668CB52CA8FC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83271B6-730F-70D3-2141-0B2205A67F4E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4965FED-B212-31DE-934C-E833771FAFC1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F8E4532-DFE1-ADBD-0BDE-82E89ACFD4C2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06AAF25-7F35-78C1-A49B-CDEBE4D41116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9C7779-192F-4F58-4DE1-A997A15368BD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67CE557-9D7D-1799-8B32-5A29364C2AED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C7A99E3-FBA9-DA12-A8A2-CA8E02478D77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0CB5728-9FA0-C422-2744-E5533047BF92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2F82CA5-5B65-80EE-FB26-A6EC9C3C578E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96B0B7D-ED53-5CEF-C218-1AA54624F242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9C04BBA-13E2-BB1B-2691-88359757C795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AEE0A51-2A91-D527-54BF-676031E15CCD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D8F178-6D5C-7312-005D-E38B6A62F6A4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517F65-8155-24AF-EF41-83D355D0DF8F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539DEB2-6793-DF45-B850-FA71FE2C122B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CE92E33-FE16-BDC5-86D3-861575A46624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6861961-7577-FF13-CC16-B82CF61BFE11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E4DF59C-FC63-7B07-ED90-48DFE8F50353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8E3EB84-2E8C-F9E2-8FBA-FE149AEFF740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94D4FA-AE9C-2F1E-D8E0-EB4EEE52D514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64A1C3-8ECE-8565-8681-3C0077EB6991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220E6A6-4BD5-4776-582C-F2BDF7FF9440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752EBFA-ED92-8E4E-410E-B32BFA642BC1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2EB74F-28CA-617A-DD47-789BCF90A056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1854F56-62DC-4EA4-32D6-E70A23210D23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86BAB22-53B7-3196-16C4-AFE1571E24F1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303B287-E1CE-C42A-4AC8-9600C74FA36D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9E93A36-E447-0C05-A30E-E759A8F18361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C5A34FF-CA59-0846-5B3F-65D8E8AEEB6B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5FF3612-34AC-FCAE-BE37-FC101C653D3D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AF62843-0730-059D-2301-A4A8DC0B123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46955AE-D2AD-CCC7-CA42-ED92D041ADEA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EDF4503-9455-618D-7E33-8BDA38F5175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8C2CB1F-E039-0E95-197D-B544233389B1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687074F-B49F-1819-CCA6-89782AFAB07B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87989B9-D63D-1FDA-5CD6-0F206489D754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FF9060C-CFC2-3C40-4343-CC67F7951A3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4BA48C1-872A-CC89-218E-F4FCB6D0D21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614189F-9A7A-4975-DB33-3716048C3D92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CA489FB-EECA-6E4E-9D54-543FB1F2875E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460D876-FE5E-D968-E6B7-B5FE6A489A90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06D1C40-E618-64A1-2019-BEAA2F94F300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7C11AAD-5055-A66F-0B69-DCB5271EBA90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46847B8-CB1D-5FF7-DB85-3B0A3E13005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E05B17A-8A1D-E4DB-FD55-24E3F59235A5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1358A0-D4AA-4D1F-E596-C970B0856BE3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err="1">
                <a:highlight>
                  <a:srgbClr val="FFFF00"/>
                </a:highlight>
              </a:rPr>
              <a:t>rid,eid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962865-515C-5E39-F868-7BE253DF36CA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err="1">
                <a:highlight>
                  <a:srgbClr val="FFFF00"/>
                </a:highlight>
              </a:rPr>
              <a:t>rid,eid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FB42D64-F304-234F-1481-9829605B9EFD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595F0C-6E41-3CB3-BAF0-14B0D5CDC542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56CD8E-FB7E-4457-8791-F528190C34F0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96B97-4813-BABF-9F7D-6F0A4181BA1C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290B85D-768E-29FF-0E61-47B29846434A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DB28D6A-9277-BAE5-7A7E-C29016B3B44E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549F4F-9646-5EB1-E340-BE379C414D53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85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6AE2-38DA-7E76-61A8-874F8C16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741D2613-4744-115D-6FCF-DF848C56F140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1FF2E-EB0A-4D72-C306-C03B4FFD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dirty="0"/>
              <a:t>DIST:  07.0 (</a:t>
            </a:r>
            <a:r>
              <a:rPr lang="en-US" dirty="0">
                <a:ea typeface="+mj-lt"/>
                <a:cs typeface="+mj-lt"/>
              </a:rPr>
              <a:t>student_dist_block_cyclic_1d blk</a:t>
            </a:r>
            <a:r>
              <a:rPr lang="en-US" dirty="0"/>
              <a:t>=2)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6F9F96-4C84-3F9C-998B-E6102E20F23E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AB5C1D-5BB7-620F-CD95-8A37362BA8C9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B36C7-AFF9-B909-A328-7875BCD27648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209BA6-2A98-B1B8-2C7F-9CADA73CD279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C95DEF-0636-35A5-299C-48A0EA37C22A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9F42D4-0F25-E0F9-4345-48AC4AC53467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C40C6A-0ECD-36AE-7592-ACEECB11C75F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7F8CC7-7C7A-5405-9802-6AF8FAF09AE0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0E75E9-7AE5-BB88-C0DE-63D2DF003AB8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8E0B5-9485-9391-B401-D3BD0893AA3A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F814F4-6BDB-A772-3A44-82C8AB439F1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F45C6-D4B6-CF7A-51ED-E28E75355592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BFDF6D-6724-CA52-36EC-FE493D72D73E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B3AB6D-20F0-AF55-C408-E544083ED55E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80B19D-61C8-B37E-D0F3-BAF0306DB606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0853C52-9CF4-8E43-7A05-D3FCD7C4672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67EE47-FBF5-AB59-FF77-60240895B36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38D34C6-35C2-423E-EB14-45F4BED7A7E4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ED8A92-3148-F24C-98A1-D1406A801CC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859F5A1-B29D-2E0C-914F-1F16A699784E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CA3A6-1D4B-1314-B89A-7D3B36CB89CB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39D519-234E-A755-915B-81022F2DC81C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A91B8AE-2DE7-1666-E683-7C48806E231A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F0EE52-D824-DCE0-FCE3-76CD28F9B79E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553D309-106F-4976-1664-C0046897ED40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3310AE-E23D-6E5A-A115-DA58EBB76978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12E38D-0629-E295-C117-C9533207D8AB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53FB5FC-C947-D28A-E5E7-10EB8606F8F2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4946CDC-64DF-57AF-3226-5234233E3DEA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C601E50-3EA4-E7A5-2C4B-567127F66DCC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0E5E298-8FDD-00D7-FB8B-3EE557A6F908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668CF9F-6F3C-33C5-5866-D4CB3B7A39D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46A7546-3C5B-05D3-E52E-78C8A58DADC8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77970B7-0BD7-57C1-369B-05BEAAE26C29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72C106-0788-46AE-4069-64C0B4C5B57E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A794B10-ACBD-C829-7B08-ADF23A87307A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664DAC9-2985-D916-89F3-706623DD12D6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44B4D17-1045-F1D5-79EA-88325CCF456D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918E9C6-8FB9-8E68-9AFF-F3D335AC71A4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67B7CAF-831C-9BFF-3A5F-F81E6013E903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50E8BFC-70B4-C643-EA8A-BA706E5AF7F4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739994C-B50D-A7BB-2CD2-433BC3D1658C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11F801-58A9-D4EE-B6AB-10185001C7A8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2954AA9-4BD9-FB8F-4C84-E475E966740A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C13186-63A6-7149-8E1F-BB914C1E6B13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3DF93C2-AFE4-BC90-7633-917EC4025C72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F264E9-534A-457E-273D-4481E6897CEB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4F020F4-0E4F-9CC7-869E-1C332CE5EF49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94F86C8-EE05-BBF7-B2F8-600C60F8C2A4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488B4F1-A718-2E2D-7577-53E7AF470725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30E1F76-476E-26C5-6133-AD210CB90C28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0F82E34-3915-6540-BB4A-ECF97F2A8312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E35E7EE-AFCA-8045-81EE-A0C0E274BA5E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AC7AE89-8127-7A82-879C-3A9CD4B26951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1F0F954-A79F-3A98-C4FC-EE69C3D07059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B58A107-DD6B-0D78-D3D2-6FEB6936726E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1FC084A-2DF1-65AF-324D-206A50D53B17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0625551-4F02-30A2-930C-2F6A7CB61B5C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434495D-DEAB-4397-D880-72F03AFD6465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D56BF2-F5B3-480D-5B97-F3B22736187B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C8095FB-E732-B950-5031-56C1B83FA485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7B1F593-FE33-AF2E-2DBB-CEBCA4636C1D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D4B9696-BB65-707A-77C1-173BD77E72F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60D9843-A4C0-1A4E-A60F-ABA4EA54A00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C6E0191-822B-42AA-07C5-DC7A82036C45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638E9A2-98C5-9B12-DC14-EC68FBE2894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A2BB45C-9DC7-C383-39F4-A85F84C5A9F6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AA5781C-51CD-226B-D804-B27B75603CD1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47F922F-EE7B-F958-74C8-DA1FCF4F5507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6011631-DDD5-444A-B066-3E4311550935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92131C-C475-AC59-A440-D9FC5B37F5A7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89F390-1787-750E-BB35-1A5F47F5D3D9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224D36-B65E-1F38-C281-4CA5CA22F962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20E1FD5-7EAC-A9FE-B049-C16165C27200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6C13B6-A80C-0B8E-EF2B-D3098B75361D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D8B4CB-E50D-5D81-2C5F-295AE7DBF680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2658A6-917A-7426-A1FE-1841F608932E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BE5382-D109-CB61-E8BA-1625DAA0EB9F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546959B-8A63-170E-FFCE-0DDF4770BCE5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2CA94A-C7BC-853B-23EC-37CECD100021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5B5140C-0CBC-87B6-9D8A-BB5057A86A34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172F096-8C29-DD9F-94F2-27E27BBD27A0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552548F-E2BE-769F-640F-32CFE3F9B8B5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5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C147-08AF-0EE1-9B8E-0275E96A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F6557E72-CE59-ED95-7EBB-1967090246CF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26215-A31B-D655-2E71-332C2FAB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600" dirty="0"/>
              <a:t>DIST:  07.1 (</a:t>
            </a:r>
            <a:r>
              <a:rPr lang="en-US" sz="3600" dirty="0">
                <a:ea typeface="+mj-lt"/>
                <a:cs typeface="+mj-lt"/>
              </a:rPr>
              <a:t>student_dist_block_cyclic_1d blk</a:t>
            </a:r>
            <a:r>
              <a:rPr lang="en-US" sz="3600" dirty="0"/>
              <a:t>=n/</a:t>
            </a:r>
            <a:r>
              <a:rPr lang="en-US" sz="3600" err="1"/>
              <a:t>num_ranks</a:t>
            </a:r>
            <a:r>
              <a:rPr lang="en-US" sz="3600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2FDBCD-4128-B7E5-E6D7-D7AB1831DB8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76DC5D-0E32-3D5C-F31B-E45E0C41F9E0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4EC05A-C42E-EDF9-A96D-47C95D3BEC38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4F807A-CED7-2751-E0B7-7F41065E666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EA0EE8-87BA-348C-907F-7BBB9A2BC16D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A9511E-7AF7-BFB7-FCF1-F2DFF3B9AAA2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F54056-2154-6D7B-8F79-9B70C7500A9F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9A96F2-9B74-A123-D1B9-A20DA9BF0EEA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78B6B8-8095-22EC-2278-FA0A5D4C8A89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D9E250-AFEA-93C7-7936-DD68CD596FCB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199648-52E5-FE1E-FCD2-8C436320CBDA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9F8FC-2693-9BFE-CD2D-E8F5AE84E2F0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FC05A1-34B9-9973-A6F6-D187E48B1394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7D2553-1445-17CE-7733-077D42B0BA21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29A6854-AFD5-E55B-339E-C1BAD6C09F79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6F29A6-0291-0DBD-8038-82693966BE0A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96B1FB5-A6CA-B209-33B1-10A838C4735F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CCB44C-9BFD-8639-A7FB-5300448AECDC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D82AC1-9C22-E0F5-7009-CA5FF9A4B222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61BBA65-EFA2-5ABB-760C-8B1C815AC448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66750-1C9C-E8E2-E203-7BB84E99301D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697F902-C97A-EFC2-0100-4CAFBACEBF10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BD2BE2-50D4-F207-CC24-4FD4F5E28AEC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AFFC94-73C8-96FB-F18C-0693DB27BDBD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139A0ED-9D98-57B9-39EB-A71708E61246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32AA90-D7A8-DBD9-4084-731E9A6CBDC1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6913254-7642-65BB-2F1F-D3F5444D6AF3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2D11BF-3A5F-EB3C-9DB7-F3510909CBB1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C77423-F013-B4D9-94A6-ABE6287421E4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DB2E05-54CD-CFC1-B9AB-AC05DD76E96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84C3129-BB3F-CD3A-B4DC-E47733858956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CBE964D-7C32-3818-A01E-4CFB636B2B9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B5E3C78-C7EE-030C-23F2-F39ABCDAAF77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B018271-EC0B-CA08-9527-2801A722A743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9441FBD-8564-4C8A-08DC-505F9A67F36D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FEFE350-4953-42A3-87FD-852388792C53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52D9AAD-13DF-78D2-50DC-D71F0A03EF00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5D67C86-6A89-7C93-0BEA-58954846E0AE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B651C89-2B0D-45CF-73AF-9ABAC8C82B38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EFFC10F-A523-46A8-5875-AF9A0C232DAF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C04B52-291A-9D87-FD46-3A589A831FA8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678D664-FF01-62C5-8A99-B7F0E2018FF2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40F0F8-0919-ABB1-F834-91EC850D1CC2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3B2C836-E597-DB97-6DDD-0235AE1D27EA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1EC6146-0729-D6CA-E40A-871308A349EE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6F1222F-4EDA-18A7-3691-8FA8A4D0CBD8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BD65718-D950-75F5-0624-049AFB5E523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BA5E06F-90C0-39D0-5670-60A1C9E21321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F24FD3C-0DDC-0AF7-BF63-87A0EDC8CFB7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7EE113-832A-919A-BD1A-05A8C4BFCB42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A327F28-E453-82B2-F965-4910C5CAE37C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57913FA-F115-DABB-8A5F-7575B999FF95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BE1F8A8-5527-F1FE-CB9B-3F6EC81DD1C8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9BCFAEE-BC39-0937-9301-DCE9CFDC651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85A24B9-CAA7-326C-8406-9CE79024FF43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3514DAB-DEB7-DA8F-9B05-F7E4B9D262E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69439E4-8AC5-C0FD-4C26-7FB8C9A34B3F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FB639B7-7E0E-DF55-ECF8-64BF2AAC96A2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21183C3-CE0E-40A2-165E-88E11EE331BC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48ACE65-CF69-6794-1BC8-D6100DDFD72A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127002E-8B73-2EB7-2ED0-F07AC75A69AF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12E4579-90A7-35CE-1E82-4599387C6EF2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8B994AD-0213-34C8-71CA-F60200F69C1A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A1B3054-FA9C-A899-2BEB-617540267157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A365508-C204-8407-D281-D2167FD67E57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753B078-859A-2546-681F-D87D0116959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55E97DA-7F41-93A7-9739-9C1CA8322BC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8F62211-DCAA-562C-4D2F-CAC252E2422E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CE22182-9472-FDC0-4C24-3F12FEB4FFC4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9E8EC76-509F-7594-F4AC-5133B4D67F9D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9497144-8375-8F67-2062-5DB99F469FB5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D021D94-9C2C-346D-7AE2-B36A07B0549C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011244C-EBE5-9663-0751-4DD029FBCD70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67D3A04-5164-1EE4-7989-B4FC266C951B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BB33A8-D481-DFCF-47AC-D3A5E2E56D2B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B818CA-0B05-BEFC-4F4F-62EF6E9E97B6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8DA57B-9FA9-B107-9959-4E8A85BA69A7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C26D66E-661A-4A93-B35B-66A972F273AD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05138D-6D9E-3807-9578-3B7DDC735A4E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69251B0-727D-C629-BA84-C3925C09F0C7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80CB2E-6FEE-ED06-13BF-7236A6FBDAF2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661FED-22EF-F8CB-FCA4-263F31FD3D64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020071-91D7-616E-4D1D-BFDA7F223E91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7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D59B-CC07-4668-960A-F5C0C655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03A72FE-D5B3-63BD-ED2C-D7E208E93F58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19730-F25F-04A7-AE6D-FEDB5F19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600" dirty="0"/>
              <a:t>DIST:  07.2 (</a:t>
            </a:r>
            <a:r>
              <a:rPr lang="en-US" sz="3600" dirty="0">
                <a:ea typeface="+mj-lt"/>
                <a:cs typeface="+mj-lt"/>
              </a:rPr>
              <a:t>student_dist_block_cyclic_1d blk</a:t>
            </a:r>
            <a:r>
              <a:rPr lang="en-US" sz="3600" dirty="0"/>
              <a:t>=1)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9A4146-1D51-A4B2-448A-B021306F19EC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B5EAA5-DDE8-7E8E-75B6-74216574965C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F57BF3-36E1-D987-6E32-A7DEE891CA4D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01D565-2E03-3CE8-8D87-BB5A189C5DEE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CD4A28-1993-2E91-E7ED-7A9F80D2485D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AAD6E1-B8BB-57CC-CBB9-E935C2903FED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AC8608-0202-EEC7-7C51-1DAFE2EB297C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054938-FEBF-912C-79B2-86A5DE3EF730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CC8B8B-0FAB-0478-832C-0FEB37A4E188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730E53-A472-7D9A-7796-BEEBA3A55DE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BADF12-62B5-9862-8349-3029289E1F3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3FE5F-DC92-68C2-398D-A80D515C1B98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E2C303-270C-9228-6300-706F4039D053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AEC9DE-0A67-F47D-A715-3B4CE13DF739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1E8217-5923-9F91-CC13-EA84F952DDF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381B03-5E73-9B39-4A1A-41C77B3FD3E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1D1115-B405-9F73-535C-B58DBE6384DD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5AB536-8BEB-3559-017E-4BB974993816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B932EA-AD10-5C17-5ECD-FBA2BE9A2D34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96EB60-2430-A01B-F9EB-60B4A9EED734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2A6FC-1F6D-FEA7-F782-E95EA5DBC8EE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28A86FC-3FBC-CD86-A25D-1B16ACD8D738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0B4C66-E6A3-439F-CFB2-E054DDE906B5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A4F37FB-8F96-F1F5-DB5B-27CE9636B310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DCAB08-DCE9-321C-90A7-6D53985A6B56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4F965C-B50A-AF3B-523D-C83D0E69C045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1CD1B89-B776-FE88-4AAF-74493ACB07EC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D6A1D31-CC43-6DE9-4C36-A35C52AB6A2A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620D520-E29B-D3E1-F30F-B5842E597197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E5EEF02-362D-198E-1689-CDFB89F5F020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BF97EAF-71A0-A354-0EAC-03A802B6A8D8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EEBA445-23C1-6CC2-EA42-E0CF62B71D6E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9DC0B9-A840-65AE-3E02-2EBB046B9619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C142498-F522-B144-23D7-B44048221D5E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3C0AD57-2360-054A-613D-FF963984CFFA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F7D96E7-69C5-E29E-BA03-EFC48A52E4FE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6F2A4FA-E318-27C2-05E4-DCEDA3865090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1C44AB-693A-A14B-7763-D2F53CC8CBA8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0A28F95-E4C4-85B6-5A06-5F106917F53F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1148F7-7FE9-2B30-8CC4-C07C5F60C1BF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BEB25ED-3950-5C65-5F68-A87710403EAD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E097A97-67FB-4B50-414A-03C2E82E16B9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938BB01-32DB-4E10-7C6D-771D1D543E67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0A64D45-9856-A4C6-5008-BB4F75B1FD11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FF572F7-2DC1-A79B-897C-74A6A9F9848C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93EC4AA-DD89-E381-E329-08DECFAB92FF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5D870F0-A9E9-20B7-A906-59C965D15E39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DBB2DF0-EAE7-AAC2-F879-DFCA34A4AE4D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9A60190-8AC5-B869-CE51-672E22E125DE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B515E7C-A046-E7EA-BA4E-3F1300935A2D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2840BF4-1058-53AE-9ACE-DF72F42C4B4F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88631CF-4823-E6EB-0275-315C8552C648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FB02640-0053-5589-0B3A-3228FF6EE3EB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F2BD1ED-7E66-9107-CF31-13436BA8029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213C73C-5AA4-B34B-C50F-ABCB99044F76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BFC5D37-1BCB-8329-B647-D1FF63E98B3A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5B2A024-489C-A907-7F31-78AE19BFBF5C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BFEA64-5C5D-B4C4-E178-C842B202293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4C0B846-18ED-93B5-7DBA-D6C8BAF0146E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E1B98EF-65F0-EA62-0C0C-D16D0F64CAF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E63131F-C25F-10F8-2D40-2EF6F66AB497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594F543-755C-FFB7-9ADD-D4C7787ABA70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D8F237B-0783-CC82-C851-DE62755E2E99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D3CD2C8-449F-35C2-94D4-33FBD5CC2D2C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A189ABC-99CE-3968-D25C-F04B933FAD07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D9C4D1A-2DE3-989C-7CAB-AA20AB0BF2A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6A78F46-B54C-0EA8-E963-8D648B2C276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BDF6815-F2E7-5080-1CE3-2179C982EDDE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1DF9CB1-7211-86D4-290C-C6BC888906A5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EF1B8C6-828E-BA94-18EF-82325701F157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2E2173D-B2CA-85F1-D60B-208BB6DD733E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EDD3394-2976-DB78-12DD-3F4590263B7D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C3037CE-B536-94E4-73C0-0ACD1A80C8B8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38D5CB7-EABC-5975-8142-FBF0820AB69A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0D423B-5BE2-608C-A654-B66192B579BF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A6E49F-1B58-0D17-5D4B-FD2192995011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633AEF-6463-6070-986B-8300E821D638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4F88B0-E3A9-0B2A-E16D-707CA333AFC9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DC5328-C4C6-38F6-D883-C232133D5C2D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C66498-9F37-6C1F-CBA9-B3813191DE88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798ECC3-DB20-D4E5-1540-9FA3DDBF81E7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FDC9E4A-21BC-C96E-6BF1-4449BEFE595B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BE05D4-4CDA-FB2B-0C98-A5CC687FFE1B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0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58BA2-CA9E-A100-C2B8-713974DA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5FEB473-2AA2-FF7F-A3EF-0F20F576B27F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A4151-63BB-A160-F7AF-CCE9E214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>
            <a:normAutofit/>
          </a:bodyPr>
          <a:lstStyle/>
          <a:p>
            <a:r>
              <a:rPr lang="en-US" sz="3200" dirty="0"/>
              <a:t>DIST:  08.0 (</a:t>
            </a:r>
            <a:r>
              <a:rPr lang="en-US" sz="3200" dirty="0">
                <a:ea typeface="+mj-lt"/>
                <a:cs typeface="+mj-lt"/>
              </a:rPr>
              <a:t>student_dist_block_cyclic_1d_the_hard_one blk</a:t>
            </a:r>
            <a:r>
              <a:rPr lang="en-US" sz="3200" dirty="0"/>
              <a:t>=2)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044E75-30CB-3373-38EB-B35F73806B30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DEF17E-40E6-9D86-7DB9-03A0F45ADABF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83651D-5042-5017-2D79-A2E68941958E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B34226-80BD-7A96-507E-0B131C7BA2A9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E138D0-5665-BA32-4376-FAA768F2873B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EE2FF2-FAB4-7988-5931-5BB7C27DC317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B1A6B4-306F-99F2-1BED-29E4BEA51CF9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63C2EF-7CC8-9B7F-EF58-B3423D238F11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99D1A-0513-8C8D-E81C-EC55986C969B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124C-118D-44B8-D1E9-E577C2A79A03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F56036-8EBD-4874-19F5-7A96EC698FF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CD239-6E6B-8104-88BA-642AD4BB439C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C1F765-77A4-93DC-DB68-1170BFC7E388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F7ED0F-C6F0-FBE7-BEB8-1D0431C96B75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C898B8-EDD0-8B1C-5A5E-A64854848139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4EA144-F4FB-B457-71A3-F28A10A9DA7B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7842C8-7F4B-31BF-190F-5EBD57BFBDE2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3D09A-6940-D94A-F462-2EA84C7017F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46C261-326C-3553-5023-5BB69A7E97F0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FD0D51-7D01-E518-4B0F-92BD8850935C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6EE12F-BD56-D81D-D826-3BA238032049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0E4CDF-5208-E666-E1CE-6E3787E50D10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20C80AD-EF1B-EFA6-D6E0-DDE04CA5140D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51EB20-A160-DA87-FC1F-A79C79491793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A2FAA7C-2333-5808-C771-C6047CC8F0D1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525438-5F51-6685-A1D1-13566CE9F8CA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3D2BC27-AF5A-EBD1-A58A-6D6E882D291C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8ED4C7-5885-C1C1-F94B-6A56E57F1E1D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27517F7-E83D-E82E-07FF-D55578835D48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0AEF585-6C5E-8562-6E20-0FDBE4C03A8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BE8DDCF-C37A-7357-D7CD-E4BAAE006535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1F0F778-21F6-6CD2-A263-BA2A13DE1D10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688F2E8-E473-9FB5-0B59-CFFDA3A1706A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C4BC17D-F374-FBE0-0F6C-E6C15090C4A5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7660CAF-8A9F-7BD2-5E6E-CB811351D5BA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4945311-040A-2B97-3B0F-469CBD74C2BC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EA5F92E-0716-BEB4-0309-4B513315195A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E9F264A-A238-7796-7FEB-AA19F41481F5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2930CED-D3CC-1615-D8F1-6E3D2B4265CA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12779BD-AF7F-AE61-D648-5C87A234CD02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6819B4C-6C00-4FDC-9EE6-CFC58C0C45DC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60D9A85-FB04-E0AB-1439-D9F61DBB4BEF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2730A0E-B156-2829-9AED-AC1039FA4467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585E238-437C-CB0E-D202-FD55495D2B89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AF0F3C5-6BFF-55DF-8844-2259BD278D95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39779AD-F956-B90D-F86F-438384E52320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9D08FDC-7239-31C7-06FD-195C28A3344D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B7ABFB5-E80C-50EB-0758-0E3C12DC1371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2543066-FC24-96F3-1CA1-75BA095F5261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9803F5-9062-0227-D557-1CC6BBC38095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5936715-4784-84AC-5CD0-B9403B45E36C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F65AA92-8A87-03D3-EF4F-BB68AA46CEA7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AC874FE-26B8-816E-6512-3EC90F8F2DAF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01E1D13-1BC5-1EAD-58A8-DD5B19852A0B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C5C812A-D0C4-6E33-2A9C-5ABCCFC55915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A413671-DD1B-A872-BE8A-C6B6E5C3E026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DC67E5B-6226-B6EA-ADE8-4F4553BA7D71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36220D7-25FB-C9CF-EBC2-6D7696BE396D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623F1C2-C950-E679-2B34-4C5DB1394FFC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83E7352-8E28-97DC-8D9A-0D0B477B1166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6AF1F9F-D232-1A93-32CC-315A93186A88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D43E64B-77AC-BDD9-0A3C-F5B87A69E40D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F10E117-7DC9-44AA-E147-9DB381E99FAE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DB6C069-C600-DB1E-F083-5F353688DF35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289B0B1-83FA-4F56-67FD-76C633015490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7A1B2B-CF09-9CC0-2CC9-1111CC9A9BC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FA109C2-11B0-8807-5A94-7DE6700B0999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77B5DDE-03D2-22FB-FCC8-A544153303FF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BE4E8CB-B2E5-D165-526E-1A6DD181081C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EC41DEC-0A38-9C72-E571-66517B39DDFB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86119B8-8D0D-C290-CFA3-0ED07E2F9810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AE31194-D0C3-8733-B929-F80ABB0EC4C4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4FC181F-9C5A-1D7B-15F7-9FB9E2848B5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23716B4-B9B2-7C3A-720B-E3792CC4AE2A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58A5F2-94D2-BFC1-3457-A94BDF48EA92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B71187-10FA-49DE-5200-F8CF6BCE257F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0B95652-057D-B67E-0760-42C1D80D4365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4553B0-8A58-B0F4-FDAC-DA253E48BEB0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C719A0-3B89-655E-7A7C-028DBFD1C310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9B05C9F-B275-4CEF-BD9B-5C9F86245D56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B1CECA-582B-EFA5-372A-FB83C832F8AD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99D2D0-386B-FEBA-08AF-FD1366CE73AC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63929ED-328C-6CD7-5637-D9307FDC4E8D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32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3FEA-4012-DCFB-4CC0-1A4D3C6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4E5D4687-91D0-593D-ED82-DCA9E64C2D0C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B18F5-B747-1B8D-9052-8D61EFC1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2800" dirty="0"/>
              <a:t>DIST:  08.1 (</a:t>
            </a:r>
            <a:r>
              <a:rPr lang="en-US" sz="2800" dirty="0">
                <a:ea typeface="+mj-lt"/>
                <a:cs typeface="+mj-lt"/>
              </a:rPr>
              <a:t>student_dist_block_cyclic_1d_the_hard_one blk</a:t>
            </a:r>
            <a:r>
              <a:rPr lang="en-US" sz="2800" dirty="0"/>
              <a:t>=n/</a:t>
            </a:r>
            <a:r>
              <a:rPr lang="en-US" sz="2800" err="1"/>
              <a:t>num_ranks</a:t>
            </a:r>
            <a:r>
              <a:rPr lang="en-US" sz="2800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55DE29-FA17-3A2A-2DBC-15F6192768B3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93B0B8-10CC-C587-E0BF-40C391B4BAF1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2E50BD-FAF5-C383-2957-4DD6CAF2CA36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7D1DAA-9DF5-4485-10BE-927653689E5C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3B45E1-9264-B155-94E1-E3B2F0BC0260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434BFA-6E26-8D35-D015-410ACBC2BB55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11C51-A4AD-3D87-6A90-3A5BFB350B9B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FDFC79-B733-4D83-CF2A-BB8D69ED18E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933C0-6FBC-EEE7-A92A-34139FBDC6E5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163C4F-2791-8D94-D951-5C60CA00D563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33C720-02CA-F9EA-354C-C902EFFC57FD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67652-6079-9B53-0492-CF4C0A204C83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55339F-1C31-2023-7D25-71678ABB8B4A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2A78A8-718B-6D3F-1A5D-D4A15D34A37C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02E56C2-2704-6A8C-7668-CF927CFDB27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4671D3-8125-D936-4FB6-D1B857AAB1F2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B9E244-AABF-E5DA-1CE6-E1163576B167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756A19-03EF-743A-FCA5-F8AE8EE68EB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EBE47C-C227-449D-9051-1C062811F284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1B2A6B-884D-9B7D-B531-4E6352A8ACD2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2D6533-5BEF-341F-039A-4D316E51F905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FB1A45-CEE8-DBD5-27E5-F523264A8A64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1EE04C-4B24-0930-B1DD-BFC24F839AE7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BD1E79F-AD14-BDBD-7217-F22C27E2A3B5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2BAC6F8-1473-853E-1FDB-4C5011EEA840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3E5EA0A-F835-98D4-3C7A-DE428AF337F3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FBBBBCA-CA9C-57FC-66EE-705D1E35DFD3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E069788-9404-4786-43E7-DB697458FDF5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09872B-4692-5016-A013-E55C9129E1E3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D8E592-D9B7-3E27-71C2-3928F49D631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C372DC6-0BE8-C781-55BC-80BD6DCA0F37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D99F02-4A0C-866E-A0E0-D449AEC620E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9B96601-CD6F-2C27-8D9C-766591AD8E42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6FF88C5-4196-0D28-DAAD-F3EDF6932FD2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845E858-FA5D-CE57-27F6-B47DBAE4C606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3DEECCE-FED0-CE02-2EE7-74BFE8642AE3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CA59E0-753D-0C89-DC02-3C2C2E5A557C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5E7A040-D753-955B-9A00-F8E8F9AFE94F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1D8AC25-36DB-2489-E1C1-C8CBF6AE4A5D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9129F44-1E3A-0370-78EE-47CF81435C39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57DE1D-C116-7FE3-81D3-4C06608F3A8E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F46190F-2942-51B2-2E84-A0EA3A4C1BDD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DA48E1C-224B-1255-A437-4A858451FE9A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66AA0DF-3066-789D-1A6E-0A961EDA8B58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4357856-4532-1877-3256-BDD70E5F8ED0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3A03AB8-F105-E999-7C23-A7D9B44BAED4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5ED14AB-B2CC-F786-4700-4C362FE8AE6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A643A40-1BB6-BC80-67DA-C01FEFE78042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0AC6237-8EC9-F564-EF9B-9EDCB15AF2F2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9AC8FF9-6B0C-CA7E-31FB-B0C2464AB0E3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3693331-7DDD-54FD-2A27-321B5B1F366B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D9FACEC-1671-B54C-3879-0126103BFB44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CB5F37F-18F9-6F2F-1316-39A12167EF2B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32F6104-0BEF-034F-6A30-41BBC3CEFD8F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DF87E73-CF4E-D64D-736B-BC7B0EBC6BCF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670C69E-71D6-2B7F-F446-B2D280698752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5023E83-43D8-07B6-9155-A4C27433F232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AAD1680-DB14-9BF7-5BA0-A8832AE3D411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BB342C8-EA51-B54F-6C66-7D6BD96A1BCB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812EBCD-3E97-0329-3BBC-4E1DB5481C6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5C9C81-B39B-68DC-9FC1-E6FB5FF10E2A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BA0C081-368B-98BA-DBAF-8C06338AF589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8689218-4A6F-E1F0-321B-3BC485707B8B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ADAFF9D-7FCF-AAEB-F817-C0800383B1EC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CDDB690-99CF-F44E-55B3-EAA560510A3D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14DD223-6CCC-EF8D-5F83-94EAD29759B7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079DBA0-C880-89DD-C78C-C4DF8FE66EE9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741DE31-8695-72E9-1AB1-765556D33BB6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B56E4D5-0EDF-EF70-9AEE-D10EF2B44D3A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7C8A01-3EA0-B20B-DEA7-47B0EC9449C9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F58C451-DF6F-B6B1-F795-3839DE8C7214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79B840-1C03-50EA-A1A0-AAA9ADF12D12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D186A19-80C1-A866-1128-DBFB1A97BA5E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37FED3A-4C06-0D3B-1997-3FD606BF6772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B77A8D-A766-D2F2-F9ED-68030F9504E8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CAB299-80DE-77F9-1DE8-060264D6E5DD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E37EBF-F481-0501-1999-BDD62A99878A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A24118-EAB1-D64B-E3FA-C860B4C949DA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1D8616E-5131-1E1D-325D-F17C7B95EF62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B2C39B7-EF63-6A31-07D3-D1E6A9E0EF01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5619ED2-A8D9-AB53-CF9F-C293EA260EE2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DDA3589-C638-1BC5-365C-BDE6F836F9EA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8F6143-468E-9BEE-37C9-5AD07AF9E016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5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5A29-96CE-F4BD-E555-148C0A9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5FDF37D-1333-520B-67B5-3C249337EA66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D6685-D6CC-4408-C94F-CDB6D75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000" dirty="0"/>
              <a:t>DIST:  08.2 (</a:t>
            </a:r>
            <a:r>
              <a:rPr lang="en-US" sz="3000" dirty="0">
                <a:ea typeface="+mj-lt"/>
                <a:cs typeface="+mj-lt"/>
              </a:rPr>
              <a:t>student_dist_block_cyclic_1d_the_hard_one blk</a:t>
            </a:r>
            <a:r>
              <a:rPr lang="en-US" sz="3000" dirty="0"/>
              <a:t>=1)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14C6E-1940-478B-B891-5441B2CD0AD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124244-C4C6-944B-54A2-BF64DDCCE28D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46BEDE-0E69-E895-9D34-F6EC6600E2C5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C01E63-4A09-84DE-CEFD-38F3E3225475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F02A8-5DD0-D5EB-CE6D-C5B88009C4F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8D82CC-91F8-741C-102C-2F06B81F61D9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061228-1CCC-F28D-46C6-726B15EA0D7B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820959-4796-9099-B46E-5CA3697B49FB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1ADC4-174D-1015-A086-DB75096D6605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28105C-CEE3-904F-6CA3-6BB4D3C41DE4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02466-97B4-AF41-8B4B-9E80E2041EB1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9DB55-B4E3-4E9A-BAE3-9050C79BF8EB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0A681A-642D-F159-BD6C-9FE3F57A9E02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D67310-153C-E11F-6C33-B3BD8214B005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ADF38F-60F8-72DA-11D5-BFF8A75A725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D451150-569D-9094-8E66-88F2E4D81D0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346763-8141-4706-D595-754FDB189888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B4D2A6-8079-9AD1-7B3B-0D2B157787F8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4DDD367-7EFB-235C-7952-89B05100567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CF600E-4068-F07A-3186-BCEAD02E13D2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8FDABA-4DB1-5A39-0C53-237B68B97C13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7418584-9887-ED85-EFDC-BB7A03C09326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45F7F3-A6CE-40F7-36A4-ACC561F4156A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DF5A6F-F760-83B1-203F-C987AB07EA89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132E4E-D2CC-D539-13AB-B01307E31047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E75903-AEC2-F4B7-8A44-63690DA932F4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96E49A1-1BE2-B8BC-3EB8-38E3EF3E84D0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A634B96-37B3-D315-E4A0-947C65C4B92E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4E5ADF3-B12D-59AE-CBE1-C5701ED0F54D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E7BA7C-B128-14D4-CCE7-1735CD5234D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F34097-B8B1-98A8-AEC4-B7C7131DE38A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03CEA82-472C-5A58-91BB-CF931BAF7489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7217F8-AAEC-3DB4-FE5B-DA39852B3E59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AD2E52-C939-DE64-93F5-B16967C38F26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C2EA93-D0BE-DD32-EDFA-685DCE023940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0CCE602-EAE7-99C4-FD81-AB39A5EA83EF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796075D-C59E-4562-1A27-4252D56B2C02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A3D87E-FD61-CA0D-8321-1E36FF1C95B9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34C71CE-BC83-824C-AD0F-592F2813C693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67F8BB-B0D5-1176-46D7-239FF48A9802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0AB8067-55FD-184D-8EDE-6DDEF2E84086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A436F44-0F65-EEE8-347C-1E0D5AC2DCC6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7820F2E-33A8-A526-CE91-69AA1E488651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D6ED638-5CA9-61FB-7ADE-28C91380AE32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2C43C91-8BFA-742D-6CE6-8A4E4E3DAB15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1D0DD2D-6C85-4DD6-3EBA-9927400A8FA7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1B63352-D60D-61C2-AFF1-488B5F924F26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B0F5159-6E42-418F-58D3-CB4647AE0890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2F21797-1E7A-CB42-C0AF-D6617C537D3F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E54C3DD-8FB0-943F-9FD4-DD5982F632AE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E67440-2767-63FC-3558-B4A9E14830BF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98535BF-1954-FA89-0769-893C4385C8CA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0C1A56B-1DE4-69B8-886B-9E6C34D6D404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0EFE5B-5D00-2972-2B3A-9C3341CDDB8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A37D74C-4B49-C5C0-CAE8-4AB3761C258C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C0BD0AB-17FE-DCB5-57FF-4EC77BB68FE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F3211F-558A-7A8D-1CD8-D192ACA1C555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8234054-46EC-1E87-AA75-F720CFFD2BA8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41909BF-3201-DF19-FEAE-28F15361E368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460659B-3BDC-CEC9-86B9-F2E7D211BF72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E4E620A-3989-8D91-AF53-23A08C768C79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091BD4-7F01-85C8-DFBB-3FA66DE8858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2AC983D-7C67-764E-0167-92D8B5B56223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8F5E4AE-C501-8CAC-0895-D336F0DC3437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EBAA0C5-A4D7-1EFB-6557-AF4D3436F9CC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99C835D-63D6-BF2E-BB9F-163FDC96033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0E12E7F-018B-4A25-5DB6-29927ECBC2D4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2EA0D6D-3248-A5BB-EB27-E1E7DB8E831A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41BE8D6-7F19-89EB-2352-B214C075B2D2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C7ED101-8C2E-F07B-42DC-88618046105B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C13E11E-2F2B-59B4-49E8-6FC4A5AE84B2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E5C2F-9985-7F41-8CA9-3E693BA5CB53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5D1DF1-7A25-2A9F-CDF6-CF65D71D367A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F37CEE-8DEC-0BD6-B44A-4B92C99DADFD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A7438C-EF78-D451-1BDD-7C15B7847EE2}"/>
              </a:ext>
            </a:extLst>
          </p:cNvPr>
          <p:cNvSpPr txBox="1"/>
          <p:nvPr/>
        </p:nvSpPr>
        <p:spPr>
          <a:xfrm>
            <a:off x="1591420" y="244990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30EFBC-19EC-38CF-1B18-A9877C361C5D}"/>
              </a:ext>
            </a:extLst>
          </p:cNvPr>
          <p:cNvSpPr txBox="1"/>
          <p:nvPr/>
        </p:nvSpPr>
        <p:spPr>
          <a:xfrm>
            <a:off x="1712225" y="4150466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rid,bid,eid</a:t>
            </a:r>
            <a:r>
              <a:rPr lang="en-US" dirty="0">
                <a:highlight>
                  <a:srgbClr val="FFFF00"/>
                </a:highlight>
              </a:rPr>
              <a:t>) = () … TODO: Fill this out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5EBDDE-F70B-04AE-D9CE-F01C94FFA4C1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5AF32E-1BA0-26B6-FF8A-96002E8C5C95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3CF6836-9437-9B93-1DA4-7C72EFF286A1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B5F610-DC0E-ECB9-A6B4-98416123E11A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CB2AB3C-4762-9FBE-CB75-07A2C837BCDD}"/>
              </a:ext>
            </a:extLst>
          </p:cNvPr>
          <p:cNvSpPr txBox="1"/>
          <p:nvPr/>
        </p:nvSpPr>
        <p:spPr>
          <a:xfrm>
            <a:off x="5577982" y="1678612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AA15042-CAE6-37D0-1F31-32C46DA1E9BF}"/>
              </a:ext>
            </a:extLst>
          </p:cNvPr>
          <p:cNvSpPr txBox="1"/>
          <p:nvPr/>
        </p:nvSpPr>
        <p:spPr>
          <a:xfrm>
            <a:off x="5670908" y="3880978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21EF78F-5BB4-638F-66F5-A3F1D8ACFD10}"/>
              </a:ext>
            </a:extLst>
          </p:cNvPr>
          <p:cNvSpPr txBox="1"/>
          <p:nvPr/>
        </p:nvSpPr>
        <p:spPr>
          <a:xfrm>
            <a:off x="5689493" y="5860319"/>
            <a:ext cx="59508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TODO: Add arrows.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4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Data Layout Transformation and Data Distribution Figures</vt:lpstr>
      <vt:lpstr>Instructions</vt:lpstr>
      <vt:lpstr>DLT:  01.0 (student_nodlt_2d)</vt:lpstr>
      <vt:lpstr>DLT:  01.1 (student_nodlt_2d)</vt:lpstr>
      <vt:lpstr>DLT:  02.0 (student_dlt_c_array_2d)</vt:lpstr>
      <vt:lpstr>DLT:  02.1 (student_dlt_c_array_2d)</vt:lpstr>
      <vt:lpstr>DLT:  03.0 (student_dlt_c_array_linearized_2d)</vt:lpstr>
      <vt:lpstr>DLT:  03.1 (student_dlt_c_array_linearized_2d)</vt:lpstr>
      <vt:lpstr>DLT:  04.0 (student_dlt_inc_2d)</vt:lpstr>
      <vt:lpstr>DLT:  04.1 (student_dlt_inc_2d)</vt:lpstr>
      <vt:lpstr>DIST:  05.0 (student_dist_block_1d)</vt:lpstr>
      <vt:lpstr>DIST:  06.0 (student_dist_cyclic_1d)</vt:lpstr>
      <vt:lpstr>DIST:  07.0 (student_dist_block_cyclic_1d blk=2)</vt:lpstr>
      <vt:lpstr>DIST:  07.1 (student_dist_block_cyclic_1d blk=n/num_ranks)</vt:lpstr>
      <vt:lpstr>DIST:  07.2 (student_dist_block_cyclic_1d blk=1)</vt:lpstr>
      <vt:lpstr>DIST:  08.0 (student_dist_block_cyclic_1d_the_hard_one blk=2)</vt:lpstr>
      <vt:lpstr>DIST:  08.1 (student_dist_block_cyclic_1d_the_hard_one blk=n/num_ranks)</vt:lpstr>
      <vt:lpstr>DIST:  08.2 (student_dist_block_cyclic_1d_the_hard_one blk=1)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549</cp:revision>
  <dcterms:created xsi:type="dcterms:W3CDTF">2025-11-06T22:11:42Z</dcterms:created>
  <dcterms:modified xsi:type="dcterms:W3CDTF">2025-11-06T22:50:08Z</dcterms:modified>
</cp:coreProperties>
</file>