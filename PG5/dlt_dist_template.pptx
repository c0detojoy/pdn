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8F7317-41F3-FBC8-EC98-7B0914A73C9B}" v="1421" dt="2025-11-06T22:47:10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0" d="100"/>
          <a:sy n="70" d="100"/>
        </p:scale>
        <p:origin x="720" y="9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11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16807,'53'2767'0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12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 1380 0 0,'2'5'18280'0'0,"10"13"-18280"0"0,0 0 0 0 0,-1 0 0 0 0,-1 1 0 0 0,13 37 0 0 0,19 33 0 0 0,-40-84 0 0 0,0-2 0 0 0,0 0 0 0 0,0 1 0 0 0,0-1 0 0 0,0 0 0 0 0,1 0 0 0 0,2 3 0 0 0,-4-6 0 0 0,-1 0 0 0 0,1 1 0 0 0,-1-1 0 0 0,1 0 0 0 0,-1 1 0 0 0,1-1 0 0 0,-1 0 0 0 0,1 0 0 0 0,-1 0 0 0 0,1 1 0 0 0,-1-1 0 0 0,1 0 0 0 0,-1 0 0 0 0,1 0 0 0 0,-1 0 0 0 0,1 0 0 0 0,-1 0 0 0 0,1 0 0 0 0,-1 0 0 0 0,1 0 0 0 0,0-1 0 0 0,0 1 0 0 0,0-1 0 0 0,0 1 0 0 0,0-1 0 0 0,0 1 0 0 0,0-1 0 0 0,-1 0 0 0 0,1 1 0 0 0,0-1 0 0 0,0 0 0 0 0,-1 0 0 0 0,1 0 0 0 0,-1 1 0 0 0,2-3 0 0 0,12-23-2154 0 0,21-49 0 0 0,8-14-1794 0 0,-36 77 4106 0 0,0 2-1 0 0,0-1 1 0 0,11-10 0 0 0,4-2-878 0 0,-14 16 315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14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15997,'46'2640'0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15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73 4609 0 0,'-4'14'16707'0'0,"7"-10"-15822"0"0,39 69-3426 0 0,20 38 2541 0 0,-61-109 0 0 0,1 3 0 0 0,1 1 0 0 0,0-1 0 0 0,0 0 0 0 0,1 0 0 0 0,5 6 0 0 0,-9-11 0 0 0,1 1 0 0 0,-1 0 0 0 0,1-1 0 0 0,0 1 0 0 0,0-1 0 0 0,-1 1 0 0 0,1-1 0 0 0,0 1 0 0 0,0-1 0 0 0,0 1 0 0 0,-1-1 0 0 0,1 0 0 0 0,0 1 0 0 0,0-1 0 0 0,0 0 0 0 0,0 0 0 0 0,0 0 0 0 0,0 0 0 0 0,0 0 0 0 0,-1 0 0 0 0,1 0 0 0 0,0 0 0 0 0,0 0 0 0 0,0 0 0 0 0,0 0 0 0 0,0-1 0 0 0,0 1 0 0 0,0 0 0 0 0,-1-1 0 0 0,1 1 0 0 0,0-1 0 0 0,0 1 0 0 0,0 0 0 0 0,-1-1 0 0 0,1 0 0 0 0,0 1 0 0 0,-1-1 0 0 0,1 1 0 0 0,0-1 0 0 0,-1 0 0 0 0,1 0 0 0 0,-1 1 0 0 0,1-2 0 0 0,12-16-9 0 0,-1-1-1 0 0,-1 0 1 0 0,12-25-1 0 0,12-22-1894 0 0,-21 42 450 0 0,2 0 1 0 0,1 1 0 0 0,1 0 0 0 0,28-27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17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16688,'0'2601'0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18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0 215 1380 0 0,'7'12'14244'0'0,"13"29"-9920"0"0,-11-21-4612 0 0,12 27 288 0 0,-6-14 0 0 0,32 53 0 0 0,-46-83 0 0 0,1-1 0 0 0,0 0 1 0 0,-1 1-1 0 0,1-1 0 0 0,0 0 0 0 0,0 0 0 0 0,1-1 0 0 0,-1 1 0 0 0,0 0 0 0 0,3 1 0 0 0,-4-3 0 0 0,0 1-1 0 0,0-1 1 0 0,0 0-1 0 0,1 1 1 0 0,-1-1-1 0 0,0 0 1 0 0,0 0-1 0 0,0 0 1 0 0,0 0-1 0 0,0 0 1 0 0,0 0-1 0 0,0 0 1 0 0,0 0-1 0 0,0 0 1 0 0,0-1-1 0 0,0 1 1 0 0,0 0 0 0 0,0-1-1 0 0,0 1 1 0 0,0-1-1 0 0,0 1 1 0 0,0-1-1 0 0,0 1 1 0 0,0-1-1 0 0,0 0 1 0 0,-1 0-1 0 0,1 1 1 0 0,0-1-1 0 0,0-1 1 0 0,11-13-622 0 0,-1 0 0 0 0,0-1 0 0 0,16-33 0 0 0,-4 6-1320 0 0,84-162-636 0 0,-69 128 2213 0 0,-36 73 231 0 0,0-1 0 0 0,0 1 0 0 0,1-1 0 0 0,0 1 0 0 0,0 0 0 0 0,0 0 0 0 0,1 1 0 0 0,6-7 0 0 0,-1 3 124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19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16722,'0'2694'0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21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2 157 4145 0 0,'-2'8'18285'0'0,"81"134"-21055"0"0,-33-56 2770 0 0,-44-83 0 0 0,0 1 0 0 0,0-1 0 0 0,0 0 0 0 0,0 1 0 0 0,1-1 0 0 0,-1 0 0 0 0,5 3 0 0 0,-6-5 0 0 0,-1-1 0 0 0,1 0 0 0 0,-1 1 0 0 0,1-1 0 0 0,0 0 0 0 0,-1 0 0 0 0,1 1 0 0 0,0-1 0 0 0,-1 0 0 0 0,1 0 0 0 0,0 0 0 0 0,-1 0 0 0 0,1 0 0 0 0,0 0 0 0 0,-1 0 0 0 0,1 0 0 0 0,0 0 0 0 0,-1 0 0 0 0,2 0 0 0 0,-1-1 0 0 0,0 1 0 0 0,1-1 0 0 0,-1 0 0 0 0,0 0 0 0 0,0 1 0 0 0,0-1 0 0 0,1 0 0 0 0,-1 0 0 0 0,0 0 0 0 0,0 0 0 0 0,0 0 0 0 0,1-2 0 0 0,34-51-533 0 0,38-83-6740 0 0,-43 78 7666 0 0,-16 29-471 0 0,52-90-1367 0 0,-61 108-2434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2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18931,'0'2547'0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23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4609 0 0,'7'7'12519'0'0,"8"17"-8667"0"0,0 5-6369 0 0,-7-14 3714 0 0,23 56-1197 0 0,-17-36 0 0 0,33 56 0 0 0,-47-90 0 0 0,1 0 1 0 0,0 1-1 0 0,-1-1 0 0 0,1 0 1 0 0,0 0-1 0 0,0 0 0 0 0,0 0 0 0 0,0 0 1 0 0,0 0-1 0 0,0 0 0 0 0,0 0 0 0 0,0 0 1 0 0,0 0-1 0 0,1 0 0 0 0,-1-1 1 0 0,0 1-1 0 0,0 0 0 0 0,1-1 0 0 0,-1 0 1 0 0,1 1-1 0 0,-1-1 0 0 0,0 1 0 0 0,1-1 1 0 0,-1 0-1 0 0,1 0 0 0 0,-1 0 1 0 0,0 0-1 0 0,1 0 0 0 0,-1 0 0 0 0,1 0 1 0 0,-1-1-1 0 0,1 1 0 0 0,-1 0 1 0 0,0-1-1 0 0,1 1 0 0 0,-1-1 0 0 0,0 0 1 0 0,1 1-1 0 0,-1-1 0 0 0,0 0 0 0 0,0 0 1 0 0,0 0-1 0 0,2-1 0 0 0,4-5-28 0 0,1 0-1 0 0,-2 0 1 0 0,1-1-1 0 0,10-16 1 0 0,-16 23 17 0 0,81-129-6227 0 0,-6-5 3901 0 0,-69 123-1606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25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16432,'16'2715'0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2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77 4377 0 0,'-14'1'13724'0'0,"18"4"-12165"0"0,15 26-1966 0 0,-1 0-1 0 0,-1 2 0 0 0,21 58 0 0 0,-25-57-1531 0 0,0 2-1000 0 0,-9-22 2778 0 0,2 0 0 0 0,-1 0 0 0 0,2 0 1 0 0,14 22-1 0 0,-21-35 355 0 0,1 0 1 0 0,-1 0 0 0 0,1-1-1 0 0,0 1 1 0 0,-1 0-1 0 0,1-1 1 0 0,0 1 0 0 0,-1-1-1 0 0,1 1 1 0 0,0-1-1 0 0,-1 1 1 0 0,1-1 0 0 0,0 1-1 0 0,0-1 1 0 0,0 0-1 0 0,0 1 1 0 0,-1-1 0 0 0,1 0-1 0 0,0 0 1 0 0,0 0-1 0 0,0 0 1 0 0,0 0 0 0 0,0 0-1 0 0,1 0 1 0 0,-1 0-18 0 0,1-1 1 0 0,0 1-1 0 0,-1-1 1 0 0,1 0-1 0 0,0 1 1 0 0,-1-1-1 0 0,1 0 1 0 0,-1 0-1 0 0,0 0 1 0 0,1 0-1 0 0,1-3 1 0 0,4-3-97 0 0,-1-1 0 0 0,-1 1 0 0 0,9-14 0 0 0,-13 18-87 0 0,86-166-4055 0 0,-14-7 737 0 0,-59 138 4454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28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19010,'0'2681'0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3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22 1380 0 0,'-12'-4'17032'0'0,"15"2"-15784"0"0,-2 2-1248 0 0,-1-1 0 0 0,1 1 0 0 0,0 0 0 0 0,0 0 0 0 0,0 0 0 0 0,0 0 0 0 0,-1 0 0 0 0,1 0 0 0 0,0 0 0 0 0,0 0 0 0 0,0 0 0 0 0,0 1 0 0 0,-1-1 0 0 0,1 0 0 0 0,0 1 0 0 0,0-1 0 0 0,-1 0 0 0 0,1 1 0 0 0,0-1 0 0 0,0 1 0 0 0,0 0 0 0 0,1 1 0 0 0,0 1 0 0 0,0 0 0 0 0,0-1 0 0 0,0 1 0 0 0,2 5 0 0 0,13 29 0 0 0,-8-18 0 0 0,0 0 0 0 0,1 0 0 0 0,1-1 0 0 0,14 19 0 0 0,-23-36 2 0 0,-1 1 0 0 0,0 0 0 0 0,1-1 0 0 0,-1 1 0 0 0,1-1-1 0 0,-1 0 1 0 0,1 1 0 0 0,0-1 0 0 0,0 0 0 0 0,-1 0 0 0 0,1 0 0 0 0,0 0 0 0 0,0-1 0 0 0,0 1-1 0 0,0 0 1 0 0,0-1 0 0 0,0 1 0 0 0,0-1 0 0 0,0 0 0 0 0,0 0 0 0 0,1 0 0 0 0,-1 0-1 0 0,0 0 1 0 0,0 0 0 0 0,0 0 0 0 0,0-1 0 0 0,0 1 0 0 0,0-1 0 0 0,0 1 0 0 0,0-1-1 0 0,0 0 1 0 0,0 0 0 0 0,0 0 0 0 0,-1 0 0 0 0,1 0 0 0 0,0 0 0 0 0,-1 0 0 0 0,3-3-1 0 0,6-5-162 0 0,-1 0-1 0 0,-1 0 1 0 0,0-1-1 0 0,14-21 0 0 0,-20 27 3 0 0,35-59-5248 0 0,-7 10 4425 0 0,-25 45 688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45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0 16287,'0'2825'0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47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73 4145 0 0,'-6'14'15028'0'0,"11"-9"-13836"0"0,-3-3-1897 0 0,71 93-588 0 0,-25-31 2586 0 0,-48-64-1293 0 0,0 1 0 0 0,0-1 0 0 0,1 0 0 0 0,-1 0 0 0 0,0 0 0 0 0,0 0 0 0 0,0 0 0 0 0,0 0 0 0 0,0 1 0 0 0,1-1 0 0 0,-1 0 0 0 0,0 0 0 0 0,0 0 0 0 0,0 0 0 0 0,0 0 0 0 0,1 0 0 0 0,-1 0 0 0 0,0 0 0 0 0,0 0 0 0 0,0 0 0 0 0,0 0 0 0 0,1 0 0 0 0,-1 0 0 0 0,0 0 0 0 0,0 0 0 0 0,0 0 0 0 0,0 0 0 0 0,1 0 0 0 0,-1 0 0 0 0,0 0 0 0 0,0 0 0 0 0,0 0 0 0 0,0 0 0 0 0,1 0 0 0 0,-1 0 0 0 0,0 0 0 0 0,0-1 0 0 0,0 1 0 0 0,7-8 0 0 0,2-13 0 0 0,-9 21 0 0 0,27-79-1395 0 0,23-58-4531 0 0,-46 129 4965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38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 18116,'0'2579'0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40.0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 5069 0 0,'-8'26'13542'0'0,"8"-23"-12829"0"0,7 28-629 0 0,2-2 0 0 0,0 1 0 0 0,27 54 0 0 0,-32-75-84 0 0,0-1 0 0 0,1 0 0 0 0,5 8 0 0 0,-9-14 0 0 0,0-1 0 0 0,0 0 0 0 0,0 1 0 0 0,0-1 0 0 0,0 0 0 0 0,0 0 0 0 0,0 0 0 0 0,1 0 0 0 0,-1 0 0 0 0,0 0 0 0 0,0 0 0 0 0,1 0 0 0 0,-1 0 0 0 0,1-1 0 0 0,-1 1 0 0 0,1 0 0 0 0,-1-1 0 0 0,1 1 0 0 0,-1-1 0 0 0,1 0 0 0 0,0 0 0 0 0,-1 1 0 0 0,1-1 0 0 0,-1 0 0 0 0,1 0 0 0 0,2-1 0 0 0,-2 0 2 0 0,-1 1 0 0 0,1-1-1 0 0,0 0 1 0 0,-1-1 0 0 0,1 1-1 0 0,-1 0 1 0 0,1 0 0 0 0,-1-1-1 0 0,0 1 1 0 0,1-1 0 0 0,-1 1-1 0 0,2-4 1 0 0,12-24-170 0 0,-10 19-231 0 0,15-32 198 0 0,-8 14-1731 0 0,2 1-1 0 0,1 1 1 0 0,1 0-1 0 0,21-25 1 0 0,-28 40-1455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41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16472,'0'2518'0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43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3685 0 0,'0'3'17857'0'0,"9"4"-19739"0"0,1 7 1886 0 0,0 1-1 0 0,-2 0 0 0 0,1 0 1 0 0,-2 1-1 0 0,0 0 1 0 0,5 19-1 0 0,-5-14-70 0 0,1-1 1 0 0,1 0-1 0 0,14 24 0 0 0,-23-43 78 0 0,1 0 0 0 0,0 1 0 0 0,0-1-1 0 0,-1 0 1 0 0,1 0 0 0 0,0 0 0 0 0,0 0-1 0 0,0 0 1 0 0,0 0 0 0 0,0 0 0 0 0,0 0-1 0 0,1 0 1 0 0,-1-1 0 0 0,0 1 0 0 0,0 0 0 0 0,1-1-1 0 0,-1 1 1 0 0,0-1 0 0 0,1 1 0 0 0,-1-1-1 0 0,0 0 1 0 0,1 0 0 0 0,2 1 0 0 0,-2-2-12 0 0,-1 1 0 0 0,1-1 0 0 0,0 0 0 0 0,0 1 0 0 0,0-1 0 0 0,-1 0 0 0 0,1 0 0 0 0,0 0 1 0 0,-1 0-1 0 0,1 0 0 0 0,-1-1 0 0 0,1 1 0 0 0,-1 0 0 0 0,1-1 0 0 0,-1 1 0 0 0,2-4 0 0 0,11-15-201 0 0,-2-1-1 0 0,13-26 0 0 0,-13 21-1 0 0,19-26 0 0 0,-13 26-3751 0 0,32-36-1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45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18250,'0'2768'0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46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3 228 0 0,'-10'15'22851'0'0,"25"4"-26270"0"0,-5-7 3419 0 0,-1 1 0 0 0,-1 0 0 0 0,11 23 0 0 0,18 59 0 0 0,-23-57 0 0 0,-14-37 0 0 0,1 0 0 0 0,-1 0 0 0 0,0 0 0 0 0,1 0 0 0 0,-1 0 0 0 0,1 0 0 0 0,-1 0 0 0 0,1 0 0 0 0,0 0 0 0 0,-1 0 0 0 0,1 0 0 0 0,0 0 0 0 0,0 0 0 0 0,-1-1 0 0 0,1 1 0 0 0,0 0 0 0 0,0-1 0 0 0,1 2 0 0 0,-1-2 0 0 0,0 0 0 0 0,0-1 0 0 0,-1 1 0 0 0,1 0 0 0 0,0 0 0 0 0,0 0 0 0 0,0-1 0 0 0,-1 1 0 0 0,1 0 0 0 0,0-1 0 0 0,-1 1 0 0 0,1-1 0 0 0,0 1 0 0 0,-1-1 0 0 0,1 1 0 0 0,-1-1 0 0 0,1 1 0 0 0,-1-1 0 0 0,1 1 0 0 0,-1-1 0 0 0,1 0 0 0 0,-1 1 0 0 0,1-1 0 0 0,-1 0 0 0 0,0 0 0 0 0,1 0 0 0 0,36-68-227 0 0,16-26-5557 0 0,-46 85 5198 0 0,0 1 0 0 0,1 0 1 0 0,0 0-1 0 0,0 0 0 0 0,1 1 1 0 0,0 1-1 0 0,11-8 0 0 0,-9 7-2692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47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18924,'0'2745'0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4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4837 0 0,'-4'10'12216'0'0,"10"2"-8515"0"0,17 14-5908 0 0,-16-19 3320 0 0,3 7-1113 0 0,0 0 0 0 0,0 0 0 0 0,-1 2 0 0 0,-1-1 0 0 0,-1 1 0 0 0,7 20 0 0 0,-5-12 0 0 0,22 39 0 0 0,-29-60 0 0 0,0 0 0 0 0,-1-1 0 0 0,1 1 0 0 0,0-1 0 0 0,0 1 0 0 0,0-1 0 0 0,1 0 0 0 0,-1 0 0 0 0,1 0 0 0 0,4 3 0 0 0,-6-5 0 0 0,1 1 0 0 0,-1-1 0 0 0,0 1 0 0 0,0-1 0 0 0,1 0 0 0 0,-1 0 0 0 0,0 0 0 0 0,0 1 0 0 0,1-1 0 0 0,-1-1 0 0 0,0 1 0 0 0,1 0 0 0 0,-1 0 0 0 0,0 0 0 0 0,0-1 0 0 0,1 1 0 0 0,-1 0 0 0 0,0-1 0 0 0,0 1 0 0 0,0-1 0 0 0,1 0 0 0 0,-1 1 0 0 0,0-1 0 0 0,0 0 0 0 0,0 0 0 0 0,0 0 0 0 0,0 1 0 0 0,1-3 0 0 0,6-6 18 0 0,-1-1-1 0 0,0 0 1 0 0,-1 0 0 0 0,0 0-1 0 0,0-1 1 0 0,5-14 0 0 0,14-27-2103 0 0,35-37-6255 0 0,-51 77 4926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54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19064,'0'2783'0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56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47 4609 0 0,'-6'13'15875'0'0,"7"-13"-15560"0"0,13 8-1454 0 0,-8-4 751 0 0,-1 1 0 0 0,0 0 1 0 0,0 0-1 0 0,0 0 0 0 0,-1 1 0 0 0,1 0 0 0 0,-1 0 0 0 0,5 10 0 0 0,2 8-2352 0 0,8 24 0 0 0,-13-32 2418 0 0,-1-3 471 0 0,-4-9-106 0 0,0 0 0 0 0,0 0 0 0 0,0-1 0 0 0,1 1 0 0 0,-1-1 0 0 0,1 1 0 0 0,0-1 0 0 0,0 1 0 0 0,0-1 0 0 0,0 0-1 0 0,1 0 1 0 0,3 3 0 0 0,-5-5-20 0 0,0-1-1 0 0,0 0 1 0 0,0 0-1 0 0,0 0 1 0 0,0 0-1 0 0,0 0 1 0 0,0 0-1 0 0,0 0 0 0 0,0-1 1 0 0,0 1-1 0 0,0 0 1 0 0,0 0-1 0 0,0-1 1 0 0,0 1-1 0 0,0-1 1 0 0,0 1-1 0 0,0-1 1 0 0,-1 1-1 0 0,1-1 0 0 0,0 1 1 0 0,0-1-1 0 0,0 0 1 0 0,-1 1-1 0 0,2-2 1 0 0,18-20 242 0 0,-19 22-344 0 0,29-40 3598 0 0,12-21-4905 0 0,37-47-1883 0 0,-56 81 1445 0 0,-15 19-1433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58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18793,'0'2699'0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59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5297 0 0,'8'-9'14363'0'0,"-6"8"-14363"0"0,0 1 0 0 0,0 0 0 0 0,0-1 0 0 0,0 1 0 0 0,-1 0 0 0 0,1 0 0 0 0,0 1 0 0 0,0-1 0 0 0,0 0 0 0 0,0 1 0 0 0,0-1 0 0 0,0 1 0 0 0,0-1 0 0 0,-1 1 0 0 0,1 0 0 0 0,3 2 0 0 0,-1-1 0 0 0,-1 1 0 0 0,1 0 0 0 0,-1 0 0 0 0,1 1 0 0 0,-1-1 0 0 0,5 7 0 0 0,1 5 0 0 0,0 0 0 0 0,12 30 0 0 0,-5-4 0 0 0,-13-28 0 0 0,2-1 0 0 0,0 1 0 0 0,9 15 0 0 0,-14-28 0 0 0,0 1 0 0 0,0-1 0 0 0,1 1 0 0 0,-1-1 0 0 0,0 0 0 0 0,0 1 0 0 0,1-1 0 0 0,-1 0 0 0 0,0 0 0 0 0,1 1 0 0 0,-1-1 0 0 0,0 0 0 0 0,1 0 0 0 0,-1 1 0 0 0,1-1 0 0 0,-1 0 0 0 0,0 0 0 0 0,1 0 0 0 0,-1 0 0 0 0,1 1 0 0 0,-1-1 0 0 0,0 0 0 0 0,1 0 0 0 0,-1 0 0 0 0,1 0 0 0 0,-1 0 0 0 0,1 0 0 0 0,-1 0 0 0 0,1 0 0 0 0,0-1 0 0 0,0 1 0 0 0,0-1 0 0 0,0 1 0 0 0,1-1 0 0 0,-1 0 0 0 0,0 1 0 0 0,0-1 0 0 0,0 0 0 0 0,0 0 0 0 0,1-1 0 0 0,18-27 0 0 0,-18 26 0 0 0,16-25-1107 0 0,8-14-3915 0 0,58-72 0 0 0,-75 104 1878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01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0 16801,'0'2700'0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03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6449 0 0,'1'2'11704'0'0,"2"4"-9414"0"0,1 2-3073 0 0,50 81 783 0 0,-40-62 0 0 0,2-1 0 0 0,0-1 0 0 0,26 30 0 0 0,-41-54 0 0 0,0 0 0 0 0,-1 0 0 0 0,1 0 0 0 0,0 0 0 0 0,1 0 0 0 0,-1 0 0 0 0,0 0 0 0 0,0 0 0 0 0,0 0 0 0 0,0-1 0 0 0,1 1 0 0 0,-1-1 0 0 0,0 1 0 0 0,0-1 0 0 0,1 1 0 0 0,-1-1 0 0 0,1 0 0 0 0,-1 1 0 0 0,0-1 0 0 0,1 0 0 0 0,2 0 0 0 0,-2-1 0 0 0,0 1 0 0 0,0-1 0 0 0,-1 0 0 0 0,1 0 0 0 0,0 0 0 0 0,0 0 0 0 0,-1 0 0 0 0,1-1 0 0 0,0 1 0 0 0,-1 0 0 0 0,1-1 0 0 0,-1 1 0 0 0,0-1 0 0 0,2-2 0 0 0,33-46 29 0 0,11-29-4721 0 0,13-18-2144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0:56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17406,'0'2785'0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0:58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63 2072 0 0,'5'13'19073'0'0,"11"13"-21713"0"0,-9-15 3795 0 0,12 23-1250 0 0,17 27-327 0 0,-8-25-3866 0 0,-27-35 4420 0 0,-1 0 0 0 0,1 0 0 0 0,0 0 0 0 0,0 0 0 0 0,0 0 0 0 0,0 0 0 0 0,0-1 0 0 0,0 1 0 0 0,0 0 0 0 0,0-1 0 0 0,0 1 0 0 0,0-1 1 0 0,0 1-1 0 0,1-1 0 0 0,-1 0 0 0 0,0 1 0 0 0,0-1 0 0 0,1 0 0 0 0,-1 0 0 0 0,0 0 0 0 0,0 0 0 0 0,1 0 0 0 0,-1 0 0 0 0,0 0 0 0 0,0 0 0 0 0,0 0 0 0 0,1-1 0 0 0,-1 1 0 0 0,0 0 0 0 0,0-1 0 0 0,0 1 0 0 0,1-1 0 0 0,-1 1 0 0 0,0-1 0 0 0,0 0 0 0 0,0 0 0 0 0,0 1 0 0 0,0-1 0 0 0,1-1 0 0 0,4-5-323 0 0,-1 1-1 0 0,1-1 0 0 0,-1 0 0 0 0,7-14 0 0 0,-3 7 478 0 0,58-99-7065 0 0,-32 50 9298 0 0,-29 55-1870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26 11058 0 0,'-6'-8'3839'0'0,"-3"-3"1794"0"0,8 11-5564 0 0,1 0 1 0 0,-1-1 0 0 0,1 1 0 0 0,0 0-1 0 0,-1 0 1 0 0,1 0 0 0 0,-1 0 0 0 0,1 0 0 0 0,0 0-1 0 0,-1 0 1 0 0,1 0 0 0 0,-1 0 0 0 0,1 1-1 0 0,-1-1 1 0 0,1 0 0 0 0,0 0 0 0 0,-1 0-1 0 0,1 0 1 0 0,0 0 0 0 0,-1 1 0 0 0,1-1 0 0 0,0 0-1 0 0,-1 0 1 0 0,1 1 0 0 0,0-1 0 0 0,-1 0-1 0 0,1 1 1 0 0,0-1 0 0 0,0 0 0 0 0,-1 1-1 0 0,1-1 1 0 0,0 0 0 0 0,0 1 0 0 0,-1 0 0 0 0,-8 14 106 0 0,1 1 0 0 0,1 0 0 0 0,0 0 0 0 0,1 1 1 0 0,0 0-1 0 0,2 0 0 0 0,0 0 0 0 0,-2 20 0 0 0,5-28-166 0 0,0 1-1 0 0,1-1 1 0 0,-1 1-1 0 0,2-1 0 0 0,-1 1 1 0 0,2-1-1 0 0,-1 1 1 0 0,5 14-1 0 0,-5-22-15 0 0,0 1 0 0 0,0 0-1 0 0,0-1 1 0 0,1 1 0 0 0,-1-1 0 0 0,1 1-1 0 0,-1-1 1 0 0,1 0 0 0 0,0 1 0 0 0,0-1-1 0 0,0 0 1 0 0,0 0 0 0 0,0-1 0 0 0,0 1-1 0 0,1 0 1 0 0,-1-1 0 0 0,1 1 0 0 0,-1-1-1 0 0,1 0 1 0 0,-1 0 0 0 0,1 0 0 0 0,0 0-1 0 0,-1 0 1 0 0,1-1 0 0 0,0 1 0 0 0,0-1-1 0 0,0 1 1 0 0,0-1 0 0 0,-1 0 0 0 0,1 0-1 0 0,0-1 1 0 0,4 0 0 0 0,2-1 2 0 0,-1 0 1 0 0,0-1-1 0 0,0 0 1 0 0,0 0-1 0 0,0-1 1 0 0,-1 0-1 0 0,1 0 0 0 0,-1-1 1 0 0,0 1-1 0 0,0-2 1 0 0,-1 1-1 0 0,1-1 1 0 0,-1 0-1 0 0,0 0 1 0 0,-1-1-1 0 0,0 0 0 0 0,8-12 1 0 0,-11 13 12 0 0,0 0-1 0 0,-1 0 1 0 0,1 0 0 0 0,-1 0 0 0 0,0 0 0 0 0,-1 0 0 0 0,1 0-1 0 0,-1 0 1 0 0,0 0 0 0 0,-1 0 0 0 0,1 0 0 0 0,-1 0-1 0 0,-1 0 1 0 0,1 0 0 0 0,-1 0 0 0 0,-5-11 0 0 0,3 8 0 0 0,0-1 0 0 0,-1 1 0 0 0,-1 0 0 0 0,1 0 0 0 0,-1 0 1 0 0,-1 1-1 0 0,0 0 0 0 0,0 0 0 0 0,-9-7 0 0 0,13 13-37 0 0,1 0 0 0 0,-1-1 0 0 0,0 1 0 0 0,0 0 0 0 0,0 1 0 0 0,0-1-1 0 0,0 0 1 0 0,0 1 0 0 0,-1 0 0 0 0,1 0 0 0 0,0 0 0 0 0,-7-1 0 0 0,10 2-34 0 0,0 0 0 0 0,0 0 0 0 0,0 0 0 0 0,0 0 0 0 0,-1 0 0 0 0,1 0 0 0 0,0 0 0 0 0,0 0 0 0 0,0 0 1 0 0,0 0-1 0 0,0 0 0 0 0,0 0 0 0 0,-1 0 0 0 0,1 0 0 0 0,0 0 0 0 0,0 1 0 0 0,0-1 0 0 0,0 0 0 0 0,0 0 0 0 0,0 0 0 0 0,0 0 0 0 0,-1 0 0 0 0,1 0 0 0 0,0 0 1 0 0,0 0-1 0 0,0 0 0 0 0,0 1 0 0 0,0-1 0 0 0,0 0 0 0 0,0 0 0 0 0,0 0 0 0 0,0 0 0 0 0,0 0 0 0 0,0 0 0 0 0,0 1 0 0 0,0-1 0 0 0,0 0 0 0 0,0 0 1 0 0,0 0-1 0 0,0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1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15203 0 0,'-1'1'257'0'0,"0"0"-1"0"0,-1 1 1 0 0,1-1-1 0 0,0 0 1 0 0,0 1-1 0 0,0-1 1 0 0,0 1-1 0 0,0 0 1 0 0,1-1-1 0 0,-1 1 1 0 0,0 0-1 0 0,1-1 1 0 0,0 1-1 0 0,-1 0 1 0 0,1 0-1 0 0,-1 3 1 0 0,2 35 2433 0 0,0-16-1883 0 0,-1-18-864 0 0,0-1 1 0 0,-1 0 0 0 0,1 0-1 0 0,-1 1 1 0 0,-3 6-1 0 0,2-8-388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28 15667 0 0,'-2'-1'351'0'0,"-1"0"0"0"0,1 1-1 0 0,0 0 1 0 0,-1-1 0 0 0,1 1-1 0 0,-1 0 1 0 0,1 0 0 0 0,-1 1-1 0 0,1-1 1 0 0,0 0 0 0 0,-1 1-1 0 0,1-1 1 0 0,0 1-1 0 0,-1 0 1 0 0,1 0 0 0 0,0 0-1 0 0,-4 2 1 0 0,3-1-203 0 0,0 1 0 0 0,0-1 0 0 0,1 1-1 0 0,-1-1 1 0 0,1 1 0 0 0,0 0 0 0 0,0 0 0 0 0,0 0-1 0 0,0 0 1 0 0,0 0 0 0 0,-1 4 0 0 0,0 1-200 0 0,1 0-1 0 0,-1 0 1 0 0,1 1 0 0 0,1-1-1 0 0,-2 12 1 0 0,4 17 378 0 0,-1-32-340 0 0,1 0-1 0 0,0 0 1 0 0,0 0-1 0 0,1 0 1 0 0,0-1 0 0 0,-1 1-1 0 0,2 0 1 0 0,-1-1-1 0 0,0 1 1 0 0,1-1-1 0 0,0 1 1 0 0,0-1 0 0 0,0 0-1 0 0,1-1 1 0 0,4 6-1 0 0,-5-7-4 0 0,0 0 0 0 0,-1 0 0 0 0,1-1 0 0 0,0 1 0 0 0,0-1 0 0 0,0 1 0 0 0,0-1 0 0 0,0 0 0 0 0,0 0 0 0 0,1 0 0 0 0,-1-1 0 0 0,0 1 0 0 0,0-1 0 0 0,1 0 0 0 0,-1 0 0 0 0,0 0 0 0 0,1 0 0 0 0,-1-1 0 0 0,0 1 0 0 0,0-1 0 0 0,1 0 0 0 0,-1 0 0 0 0,0 0 0 0 0,0 0 0 0 0,3-2 0 0 0,-1 1 57 0 0,0 0 1 0 0,-1-1 0 0 0,1 0 0 0 0,-1 0-1 0 0,0 0 1 0 0,1-1 0 0 0,-2 1 0 0 0,1-1-1 0 0,0 0 1 0 0,-1 0 0 0 0,1 0 0 0 0,-1 0 0 0 0,0-1-1 0 0,-1 1 1 0 0,1-1 0 0 0,-1 0 0 0 0,0 0-1 0 0,0 0 1 0 0,0 0 0 0 0,-1 0 0 0 0,0 0-1 0 0,0-1 1 0 0,0 1 0 0 0,0 0 0 0 0,-1-1 0 0 0,0 1-1 0 0,0 0 1 0 0,-1-1 0 0 0,1 1 0 0 0,-1 0-1 0 0,0 0 1 0 0,-1 0 0 0 0,1-1 0 0 0,-1 1-1 0 0,0 0 1 0 0,0 1 0 0 0,-1-1 0 0 0,1 0-1 0 0,-1 1 1 0 0,0-1 0 0 0,0 1 0 0 0,-1 0 0 0 0,-5-6-1 0 0,0 1 157 0 0,0 1 0 0 0,-11-8-1 0 0,-2 3-1359 0 0,-2 7-5571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3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25 4609 0 0,'-8'-21'11369'0'0,"8"21"-11136"0"0,-1 0 1 0 0,1-1-1 0 0,0 1 1 0 0,-1 0-1 0 0,1-1 1 0 0,0 1-1 0 0,-1 0 0 0 0,1 0 1 0 0,-1-1-1 0 0,1 1 1 0 0,0 0-1 0 0,-1 0 0 0 0,1 0 1 0 0,-1 0-1 0 0,1-1 1 0 0,-1 1-1 0 0,1 0 1 0 0,-1 0-1 0 0,1 0 0 0 0,0 0 1 0 0,-1 0-1 0 0,0 0 1 0 0,-12 5 1452 0 0,-8 11-1210 0 0,17-10-433 0 0,0-1 1 0 0,0 1-1 0 0,1 0 0 0 0,0 0 1 0 0,0 0-1 0 0,1 0 0 0 0,-1 0 0 0 0,1 1 1 0 0,1-1-1 0 0,-1 1 0 0 0,1-1 1 0 0,0 1-1 0 0,1 8 0 0 0,-1-4-25 0 0,1 0-1 0 0,1-1 0 0 0,0 1 0 0 0,1-1 0 0 0,0 0 1 0 0,0 1-1 0 0,7 16 0 0 0,-7-23-4 0 0,0 0-1 0 0,0 0 1 0 0,0 0 0 0 0,1 0-1 0 0,-1 0 1 0 0,1-1-1 0 0,0 0 1 0 0,0 1-1 0 0,0-1 1 0 0,1 0 0 0 0,-1 0-1 0 0,1-1 1 0 0,-1 1-1 0 0,1-1 1 0 0,0 0 0 0 0,0 0-1 0 0,0 0 1 0 0,0 0-1 0 0,0-1 1 0 0,0 1 0 0 0,1-1-1 0 0,-1 0 1 0 0,0-1-1 0 0,10 1 1 0 0,-9 0 3 0 0,0-2-1 0 0,0 1 1 0 0,0-1 0 0 0,1 0 0 0 0,-1 0-1 0 0,0 0 1 0 0,0-1 0 0 0,0 1 0 0 0,0-1-1 0 0,-1-1 1 0 0,1 1 0 0 0,0-1 0 0 0,-1 1-1 0 0,0-1 1 0 0,0 0 0 0 0,1-1 0 0 0,-2 1-1 0 0,1-1 1 0 0,0 0 0 0 0,5-8 0 0 0,-6 8-6 0 0,0-1 0 0 0,0 1 0 0 0,-1-1 0 0 0,0 0 0 0 0,0 0 0 0 0,0 0 0 0 0,0 0 0 0 0,-1 0 0 0 0,0 0 0 0 0,0 0 0 0 0,0-1 1 0 0,-1 1-1 0 0,0 0 0 0 0,0-1 0 0 0,0 1 0 0 0,-2-9 0 0 0,1 8 0 0 0,-1 1 1 0 0,0-1-1 0 0,0 1 0 0 0,0-1 0 0 0,-1 1 1 0 0,0 0-1 0 0,0 0 0 0 0,0 1 1 0 0,-1-1-1 0 0,1 1 0 0 0,-1-1 1 0 0,0 1-1 0 0,-1 0 0 0 0,1 0 0 0 0,-7-3 1 0 0,3 1-103 0 0,-1 0 1 0 0,0 1-1 0 0,0 0 1 0 0,-1 0-1 0 0,1 1 1 0 0,-1 0-1 0 0,0 1 0 0 0,0 0 1 0 0,0 1-1 0 0,-21-2 1 0 0,27 3-2080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11522 0 0,'-4'15'8200'0'0,"3"10"-5664"0"0,0-1-1734 0 0,-7 24-852 0 0,8-45-483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4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18660 0 0,'12'90'5470'0'0,"-9"-44"-4705"0"0,8 57-756 0 0,-10-99-524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5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38 2304 0 0,'0'-6'2643'0'0,"1"3"-993"0"0,-1 1-1 0 0,0-1 1 0 0,0 0-1 0 0,-1 0 1 0 0,1 0-1 0 0,-2-4 1 0 0,2 7-1502 0 0,0-1 1 0 0,0 1-1 0 0,-1-1 1 0 0,1 1-1 0 0,0-1 0 0 0,-1 1 1 0 0,1-1-1 0 0,0 1 1 0 0,-1 0-1 0 0,1-1 0 0 0,-1 1 1 0 0,1 0-1 0 0,-1-1 1 0 0,1 1-1 0 0,-1 0 0 0 0,1-1 1 0 0,-1 1-1 0 0,1 0 0 0 0,-1 0 1 0 0,1 0-1 0 0,-1-1 1 0 0,1 1-1 0 0,-1 0 0 0 0,1 0 1 0 0,-1 0-1 0 0,1 0 1 0 0,-1 0-1 0 0,0 0 0 0 0,1 0 1 0 0,-1 0-1 0 0,1 0 1 0 0,-1 1-1 0 0,1-1 0 0 0,-1 0 1 0 0,1 0-1 0 0,-1 0 1 0 0,1 1-1 0 0,-1-1 0 0 0,1 0 1 0 0,-2 1-1 0 0,-1 1-75 0 0,-1 0 0 0 0,1 0 1 0 0,-1 1-1 0 0,1-1 0 0 0,0 1 0 0 0,0 0 0 0 0,0 0 0 0 0,0 0 0 0 0,1 0 0 0 0,-1 1 0 0 0,1-1 1 0 0,0 1-1 0 0,0-1 0 0 0,-3 7 0 0 0,-1 5-17 0 0,1-1 0 0 0,-6 22-1 0 0,8-22-29 0 0,1 0-1 0 0,0 0 0 0 0,0 0 0 0 0,2 24 0 0 0,0-33-18 0 0,0 1 0 0 0,1-1 1 0 0,-1 1-1 0 0,1 0 0 0 0,1-1 1 0 0,-1 0-1 0 0,1 1 0 0 0,0-1 0 0 0,0 0 1 0 0,0 0-1 0 0,1 0 0 0 0,0 0 1 0 0,0 0-1 0 0,5 6 0 0 0,-6-9 0 0 0,1 0 1 0 0,-1 0-1 0 0,0 0 0 0 0,1-1 0 0 0,-1 1 1 0 0,1 0-1 0 0,0-1 0 0 0,-1 0 0 0 0,1 0 0 0 0,0 0 1 0 0,0 0-1 0 0,0 0 0 0 0,0 0 0 0 0,0-1 1 0 0,0 1-1 0 0,4-1 0 0 0,-2 0 18 0 0,-1 0-1 0 0,0-1 1 0 0,0 0 0 0 0,1 0 0 0 0,-1 0-1 0 0,0 0 1 0 0,0-1 0 0 0,0 1-1 0 0,0-1 1 0 0,6-4 0 0 0,-5 2-1 0 0,0 1 0 0 0,0-1 0 0 0,0 0 1 0 0,-1 0-1 0 0,0 0 0 0 0,0-1 0 0 0,0 1 0 0 0,0-1 0 0 0,0 0 1 0 0,-1 0-1 0 0,0-1 0 0 0,0 1 0 0 0,-1 0 0 0 0,0-1 0 0 0,0 0 0 0 0,3-9 1 0 0,-5 6-25 0 0,0 1 1 0 0,0-1 0 0 0,0 1-1 0 0,-1-1 1 0 0,-1 1-1 0 0,1 0 1 0 0,-1-1 0 0 0,-1 1-1 0 0,1 0 1 0 0,-1 0 0 0 0,-1 1-1 0 0,0-1 1 0 0,0 0-1 0 0,0 1 1 0 0,-1 0 0 0 0,-6-7-1 0 0,3 2 2 0 0,7 10-3 0 0,0 0 0 0 0,0 1 0 0 0,0-1 0 0 0,0 0 0 0 0,-1 1 0 0 0,1-1 0 0 0,0 1 1 0 0,-1 0-1 0 0,0-1 0 0 0,1 1 0 0 0,-1 0 0 0 0,1 0 0 0 0,-1 0 0 0 0,0 0 0 0 0,0 0 0 0 0,-3-1 0 0 0,-13-4-336 0 0,12 2-6823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5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17508 0 0,'-3'5'823'0'0,"1"0"0"0"0,0 1 0 0 0,1 0 0 0 0,-2 5 0 0 0,-3 44 650 0 0,5-51-1369 0 0,1-4-64 0 0,1 14-2041 0 0,5-7-5294 0 0,-1-5 2265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18724 0 0,'7'-1'518'0'0,"0"0"0"0"0,-1 0 1 0 0,1 1-1 0 0,0 0 0 0 0,8 0 0 0 0,-2 1 62 0 0,-12-1-579 0 0,0 0 1 0 0,-1 0-1 0 0,1 1 0 0 0,0-1 1 0 0,-1 0-1 0 0,1 1 0 0 0,-1-1 1 0 0,1 0-1 0 0,0 1 1 0 0,-1-1-1 0 0,1 1 0 0 0,-1-1 1 0 0,1 1-1 0 0,-1-1 1 0 0,0 1-1 0 0,1 0 0 0 0,-1-1 1 0 0,0 1-1 0 0,1-1 0 0 0,-1 1 1 0 0,0 0-1 0 0,1-1 1 0 0,-1 1-1 0 0,0 0 0 0 0,0-1 1 0 0,0 1-1 0 0,0 0 1 0 0,0 0-1 0 0,0-1 0 0 0,0 1 1 0 0,0 0-1 0 0,0 0 0 0 0,-2 25 34 0 0,-1-8 87 0 0,0-9 150 0 0,1 0 0 0 0,1 0-1 0 0,0 0 1 0 0,0 0 0 0 0,1 11-1 0 0,0-18-217 0 0,0 1 1 0 0,1-1-1 0 0,-1 0 0 0 0,1 1 0 0 0,-1-1 0 0 0,1 1 0 0 0,0-1 0 0 0,0 0 0 0 0,0 0 0 0 0,1 1 0 0 0,-1-1 0 0 0,0 0 0 0 0,1 0 1 0 0,0 0-1 0 0,-1 0 0 0 0,1-1 0 0 0,0 1 0 0 0,0 0 0 0 0,0-1 0 0 0,0 1 0 0 0,0-1 0 0 0,0 0 0 0 0,0 0 0 0 0,3 1 0 0 0,0 0 70 0 0,0 0-1 0 0,0 0 1 0 0,1 0-1 0 0,-1-1 1 0 0,0 0-1 0 0,1-1 0 0 0,-1 1 1 0 0,1-1-1 0 0,-1 0 1 0 0,1 0-1 0 0,5-1 0 0 0,-3-1-786 0 0,0 1-1 0 0,-1-1 1 0 0,1-1 0 0 0,8-3-1 0 0,-5 1-7934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6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19380 0 0,'-1'0'190'0'0,"-1"1"1"0"0,0-1-1 0 0,0 1 0 0 0,1 0 0 0 0,-1 0 1 0 0,0-1-1 0 0,1 1 0 0 0,-1 0 0 0 0,1 0 0 0 0,-1 1 1 0 0,1-1-1 0 0,0 0 0 0 0,-1 0 0 0 0,1 1 1 0 0,0-1-1 0 0,-1 3 0 0 0,-18 27 149 0 0,18-27-232 0 0,-2 3-55 0 0,1 1 1 0 0,0-1-1 0 0,0 1 1 0 0,1 0-1 0 0,0 0 1 0 0,1 0 0 0 0,-1 0-1 0 0,1 0 1 0 0,1 0-1 0 0,0 0 1 0 0,0 0-1 0 0,0 0 1 0 0,1 0-1 0 0,0 0 1 0 0,1 0 0 0 0,4 15-1 0 0,-4-19-8 0 0,0 1-1 0 0,0 0 1 0 0,0-1-1 0 0,0 1 0 0 0,1-1 1 0 0,0 0-1 0 0,0 1 1 0 0,0-1-1 0 0,0-1 1 0 0,0 1-1 0 0,1 0 1 0 0,0-1-1 0 0,0 0 1 0 0,0 0-1 0 0,0 0 0 0 0,0 0 1 0 0,1-1-1 0 0,-1 0 1 0 0,1 1-1 0 0,0-2 1 0 0,-1 1-1 0 0,1 0 1 0 0,0-1-1 0 0,0 0 1 0 0,0 0-1 0 0,0-1 0 0 0,0 1 1 0 0,6-1-1 0 0,-5-1 8 0 0,0 1-1 0 0,0-1 1 0 0,0 1 0 0 0,0-2-1 0 0,-1 1 1 0 0,1-1-1 0 0,0 0 1 0 0,0 0-1 0 0,-1 0 1 0 0,1-1-1 0 0,-1 0 1 0 0,5-4 0 0 0,-7 5-33 0 0,-1 0 1 0 0,1 0 0 0 0,-1 0-1 0 0,0 0 1 0 0,0-1 0 0 0,0 1 0 0 0,0-1-1 0 0,0 1 1 0 0,-1-1 0 0 0,1 0 0 0 0,-1 0-1 0 0,1 0 1 0 0,-1 0 0 0 0,0 0 0 0 0,0 0-1 0 0,-1 0 1 0 0,1 0 0 0 0,-1 0 0 0 0,1-1-1 0 0,-1 1 1 0 0,0 0 0 0 0,0 0-1 0 0,0 0 1 0 0,-2-5 0 0 0,-1-4-103 0 0,0 1 1 0 0,-1-1-1 0 0,0 1 0 0 0,-1-1 1 0 0,-1 2-1 0 0,1-1 0 0 0,-2 0 1 0 0,0 1-1 0 0,0 0 0 0 0,-1 1 1 0 0,0 0-1 0 0,0 0 0 0 0,-1 0 1 0 0,-15-11-1 0 0,22 19-140 0 0,1 0 1 0 0,-1 0-1 0 0,1 0 0 0 0,-1 0 1 0 0,0 0-1 0 0,1 1 0 0 0,-1-1 0 0 0,0 0 1 0 0,0 1-1 0 0,0-1 0 0 0,1 1 1 0 0,-1 0-1 0 0,0-1 0 0 0,-2 1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7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18804 0 0,'1'2'227'0'0,"0"1"1"0"0,-1-1-1 0 0,1 1 0 0 0,0-1 0 0 0,-1 1 1 0 0,0 0-1 0 0,0-1 0 0 0,0 1 0 0 0,0 0 1 0 0,0-1-1 0 0,-1 5 0 0 0,0 4 439 0 0,1-3-505 0 0,3 23 213 0 0,-3-30-528 0 0,0-1 0 0 0,0 1-1 0 0,0 0 1 0 0,0 0 0 0 0,1 0 0 0 0,-1-1 0 0 0,0 1 0 0 0,1 0 0 0 0,-1-1 0 0 0,0 1-1 0 0,1 0 1 0 0,-1-1 0 0 0,1 1 0 0 0,-1 0 0 0 0,1-1 0 0 0,-1 1 0 0 0,1-1 0 0 0,0 1-1 0 0,-1-1 1 0 0,1 1 0 0 0,0-1 0 0 0,-1 1 0 0 0,1-1 0 0 0,0 0 0 0 0,-1 1 0 0 0,1-1-1 0 0,0 0 1 0 0,0 0 0 0 0,-1 1 0 0 0,1-1 0 0 0,1 0 0 0 0,3-1-242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0:17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15203 0 0,'3'-3'568'0'0,"0"1"-1"0"0,1 0 1 0 0,-1 0-1 0 0,1 0 1 0 0,-1 0 0 0 0,1 1-1 0 0,-1-1 1 0 0,1 1-1 0 0,0 0 1 0 0,4-1-1 0 0,39-5 1384 0 0,-44 7-1878 0 0,-1 0-1 0 0,1 0 1 0 0,0 0 0 0 0,-1 0 0 0 0,1 0-1 0 0,0 0 1 0 0,-1 1 0 0 0,1 0-1 0 0,-1-1 1 0 0,4 2 0 0 0,-6-2-65 0 0,1 1-1 0 0,-1-1 1 0 0,1 0 0 0 0,-1 0-1 0 0,0 1 1 0 0,1-1 0 0 0,-1 0-1 0 0,0 1 1 0 0,1-1 0 0 0,-1 0-1 0 0,0 1 1 0 0,1-1 0 0 0,-1 1-1 0 0,0-1 1 0 0,0 0 0 0 0,0 1-1 0 0,1-1 1 0 0,-1 1 0 0 0,0-1-1 0 0,0 1 1 0 0,0-1 0 0 0,0 0-1 0 0,0 2 1 0 0,0-1-11 0 0,0 0 0 0 0,0 0-1 0 0,-1 0 1 0 0,1 0 0 0 0,0 0 0 0 0,-1 0-1 0 0,1 0 1 0 0,-1 0 0 0 0,1 0 0 0 0,-1 0 0 0 0,0 0-1 0 0,1 0 1 0 0,-3 2 0 0 0,-14 11-110 0 0,15-12 66 0 0,-1-1 0 0 0,1 1-1 0 0,0 0 1 0 0,0 0 0 0 0,0 0 0 0 0,0 0 0 0 0,0 0-1 0 0,0 0 1 0 0,0 1 0 0 0,-2 4 0 0 0,4-7 26 0 0,0 1 0 0 0,0-1 0 0 0,0 0 0 0 0,0 1 1 0 0,1-1-1 0 0,-1 0 0 0 0,0 1 0 0 0,0-1 0 0 0,0 0 1 0 0,1 0-1 0 0,-1 1 0 0 0,0-1 0 0 0,0 0 0 0 0,1 0 1 0 0,-1 0-1 0 0,0 1 0 0 0,0-1 0 0 0,1 0 0 0 0,-1 0 1 0 0,0 0-1 0 0,1 0 0 0 0,-1 0 0 0 0,0 0 0 0 0,1 1 0 0 0,-1-1 1 0 0,0 0-1 0 0,1 0 0 0 0,14 3-198 0 0,-11-2 115 0 0,3 1 111 0 0,0 0-1 0 0,0 1 1 0 0,-1 0-1 0 0,0 0 0 0 0,1 1 1 0 0,-1 0-1 0 0,0 0 1 0 0,6 5-1 0 0,-11-8 40 0 0,1 1 1 0 0,-1-1-1 0 0,0 0 0 0 0,1 1 1 0 0,-1-1-1 0 0,0 1 0 0 0,0 0 1 0 0,0-1-1 0 0,0 1 0 0 0,0 0 1 0 0,-1 0-1 0 0,1 0 0 0 0,0 0 1 0 0,-1-1-1 0 0,1 1 0 0 0,-1 0 1 0 0,0 0-1 0 0,0 0 0 0 0,1 0 0 0 0,-1 0 1 0 0,-1 0-1 0 0,1 0 0 0 0,0 0 1 0 0,0 0-1 0 0,-1 0 0 0 0,1 0 1 0 0,-1 0-1 0 0,1 0 0 0 0,-1-1 1 0 0,0 1-1 0 0,0 0 0 0 0,0 0 1 0 0,0-1-1 0 0,-2 3 0 0 0,0 0 15 0 0,0-1 0 0 0,-1 1-1 0 0,0-1 1 0 0,1 0 0 0 0,-1 0-1 0 0,0-1 1 0 0,0 1 0 0 0,0-1-1 0 0,-1 0 1 0 0,1 0 0 0 0,-1 0-1 0 0,1-1 1 0 0,-1 1 0 0 0,1-1-1 0 0,-1 0 1 0 0,0 0 0 0 0,0-1-1 0 0,1 0 1 0 0,-1 1 0 0 0,0-2 0 0 0,0 1-1 0 0,1 0 1 0 0,-7-2 0 0 0,4-2-2338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1:5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 8290 0 0,'0'0'192'0'0,"1"-1"0"0"0,-1 1 1 0 0,0-1-1 0 0,0 1 0 0 0,1 0 1 0 0,-1-1-1 0 0,0 1 0 0 0,0 0 1 0 0,1-1-1 0 0,-1 1 0 0 0,0 0 1 0 0,1-1-1 0 0,-1 1 0 0 0,0 0 1 0 0,1 0-1 0 0,-1-1 0 0 0,1 1 1 0 0,-1 0-1 0 0,0 0 0 0 0,1 0 1 0 0,-1 0-1 0 0,1-1 0 0 0,-1 1 1 0 0,1 0-1 0 0,-1 0 0 0 0,1 0-148 0 0,-1 0-1 0 0,0 1 1 0 0,1-1 0 0 0,-1 0-1 0 0,0 0 1 0 0,0 0-1 0 0,1 0 1 0 0,-1 1-1 0 0,0-1 1 0 0,0 0 0 0 0,1 0-1 0 0,-1 1 1 0 0,0-1-1 0 0,0 0 1 0 0,0 0 0 0 0,1 1-1 0 0,-1-1 1 0 0,0 0-1 0 0,0 1 1 0 0,0-1-1 0 0,0 0 1 0 0,0 0 0 0 0,0 1-1 0 0,0-1 1 0 0,0 0-1 0 0,0 1 1 0 0,0-1-1 0 0,0 0 1 0 0,0 1 0 0 0,0-1-1 0 0,0 0 1 0 0,0 1-1 0 0,0-1 1 0 0,0 0 0 0 0,0 1-1 0 0,-2 10 674 0 0,-1 1 1 0 0,0-1-1 0 0,-6 14 0 0 0,6-17-443 0 0,-1 0 0 0 0,2 0-1 0 0,-1 0 1 0 0,1 1 0 0 0,1-1-1 0 0,0 1 1 0 0,-1 13 0 0 0,2-22-235 0 0,0 1 0 0 0,0 0 0 0 0,0-1 0 0 0,0 1 0 0 0,1 0 0 0 0,-1 0 0 0 0,0-1 1 0 0,0 1-1 0 0,0-1 0 0 0,1 1 0 0 0,-1 0 0 0 0,0-1 0 0 0,1 1 0 0 0,-1 0 0 0 0,1-1 1 0 0,-1 1-1 0 0,1-1 0 0 0,-1 1 0 0 0,1-1 0 0 0,-1 1 0 0 0,1-1 0 0 0,-1 0 0 0 0,2 1 1 0 0,-1 0 14 0 0,1-1 0 0 0,-1 1 0 0 0,1-1 0 0 0,-1 0 0 0 0,1 1 1 0 0,-1-1-1 0 0,1 0 0 0 0,-1 0 0 0 0,1 0 0 0 0,2 0 0 0 0,4-2 86 0 0,0 1 0 0 0,-1-1 0 0 0,11-4-1 0 0,-13 4-73 0 0,-1 1-161 0 0,26-9 140 0 0,32-16 1 0 0,-26 5-4662 0 0,-33 18 2514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1:59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13363 0 0,'0'3'666'0'0,"0"1"1"0"0,0-1-1 0 0,1 0 0 0 0,-1 1 1 0 0,2 4-1 0 0,1 7 76 0 0,0 18 116 0 0,6 62-363 0 0,1-31-7190 0 0,-9-55 4322 0 0,-1-6 1203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1:59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11979 0 0,'-6'24'5692'0'0,"-2"3"-4916"0"0,6-23-1509 0 0,1 0 0 0 0,-1 0 1 0 0,0-1-1 0 0,0 1 1 0 0,-3 3-1 0 0,-1 0-785 0 0,4-4 1420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0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10 15667 0 0,'-2'0'148'0'0,"1"-1"-1"0"0,-1 1 1 0 0,1-1 0 0 0,0 1-1 0 0,-1 0 1 0 0,1 0-1 0 0,-1 0 1 0 0,1 0-1 0 0,-1 0 1 0 0,1 0-1 0 0,0 0 1 0 0,-1 1 0 0 0,1-1-1 0 0,-1 0 1 0 0,1 1-1 0 0,0-1 1 0 0,-1 1-1 0 0,1-1 1 0 0,0 1-1 0 0,0 0 1 0 0,-1 0-1 0 0,0 0 1 0 0,-3 3-299 0 0,0 0-1 0 0,0 0 1 0 0,-8 7 0 0 0,9-6 52 0 0,0 0-1 0 0,0 1 1 0 0,1-1-1 0 0,-1 1 1 0 0,1 0 0 0 0,1-1-1 0 0,-5 14 1 0 0,5-15 113 0 0,1-1 0 0 0,0 1 0 0 0,1 0 1 0 0,-1 0-1 0 0,0 0 0 0 0,1 0 0 0 0,0-1 0 0 0,0 1 0 0 0,0 0 0 0 0,1 0 1 0 0,-1 0-1 0 0,1 0 0 0 0,0 0 0 0 0,2 6 0 0 0,-2-9 58 0 0,0 1 0 0 0,0 0 1 0 0,0-1-1 0 0,0 1 0 0 0,0-1 0 0 0,1 1 0 0 0,-1-1 0 0 0,0 1 1 0 0,1-1-1 0 0,-1 0 0 0 0,1 0 0 0 0,0 0 0 0 0,-1 0 0 0 0,1 0 1 0 0,0 0-1 0 0,2 1 0 0 0,-1-1-77 0 0,1-1 0 0 0,-1 1 0 0 0,1 0 1 0 0,0-1-1 0 0,-1 0 0 0 0,1 1 0 0 0,-1-1 0 0 0,5-1 1 0 0,1 0-172 0 0,0-1-1 0 0,0 0 1 0 0,0-1 0 0 0,-1 0 0 0 0,1 0 0 0 0,8-5 0 0 0,-10 4 86 0 0,-1 1 1 0 0,0-1-1 0 0,0 0 1 0 0,0-1-1 0 0,0 1 0 0 0,6-8 1 0 0,-10 10 123 0 0,-1 1 1 0 0,0-1 0 0 0,0 1 0 0 0,0-1-1 0 0,0 1 1 0 0,0-1 0 0 0,0 0-1 0 0,0 1 1 0 0,-1-1 0 0 0,1 0-1 0 0,-1 0 1 0 0,1 1 0 0 0,-1-1-1 0 0,1 0 1 0 0,-1 0 0 0 0,0 0-1 0 0,0 0 1 0 0,0 0 0 0 0,0 0-1 0 0,0 1 1 0 0,-1-1 0 0 0,1 0-1 0 0,-1 0 1 0 0,1 0 0 0 0,-1 0-1 0 0,1 1 1 0 0,-1-1 0 0 0,0 0 0 0 0,-1-1-1 0 0,-2-3 223 0 0,1 0 0 0 0,-2 1 0 0 0,1 0 1 0 0,0 0-1 0 0,-1 0 0 0 0,0 0 0 0 0,0 1 0 0 0,-1 0 0 0 0,1 0 0 0 0,-1 0 0 0 0,-9-4 0 0 0,10 6-409 0 0,0 0-1 0 0,0 0 1 0 0,0 1-1 0 0,0-1 1 0 0,0 1-1 0 0,-1 0 1 0 0,1 1 0 0 0,0-1-1 0 0,-8 1 1 0 0,5 1-834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0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10138 0 0,'1'2'332'0'0,"0"0"0"0"0,0-1 0 0 0,-1 1 0 0 0,1 0 1 0 0,0 0-1 0 0,-1 0 0 0 0,1 0 0 0 0,-1 0 0 0 0,1 2 0 0 0,-1 3-94 0 0,-1 0 0 0 0,1-1 0 0 0,-3 10 0 0 0,2-12-78 0 0,0 0 0 0 0,0 1 0 0 0,0-1 0 0 0,1 0 0 0 0,-1 0 0 0 0,1 0 0 0 0,1 0 0 0 0,-1 0 0 0 0,0 0 0 0 0,1 0 0 0 0,0 1 0 0 0,1 3 1 0 0,-1-7-56 0 0,0 0 0 0 0,0 0 1 0 0,0 1-1 0 0,0-1 1 0 0,0 0-1 0 0,0 0 1 0 0,0 0-1 0 0,0 0 1 0 0,0-1-1 0 0,1 1 0 0 0,-1 0 1 0 0,0 0-1 0 0,1-1 1 0 0,-1 1-1 0 0,0-1 1 0 0,1 1-1 0 0,-1-1 1 0 0,1 1-1 0 0,-1-1 0 0 0,1 0 1 0 0,-1 0-1 0 0,1 0 1 0 0,-1 0-1 0 0,1 0 1 0 0,-1 0-1 0 0,1 0 1 0 0,-1-1-1 0 0,1 1 1 0 0,1-1-1 0 0,6-1-8 0 0,1-1 1 0 0,-1 0 0 0 0,12-6-1 0 0,-15 6-258 0 0,14-5-19 0 0,-5 2-1895 0 0,-5 2-3210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05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0,'3'3'546'0'0,"0"1"0"0"0,0-1 0 0 0,-1 1 0 0 0,1 0 1 0 0,-1 0-1 0 0,0 0 0 0 0,0 0 0 0 0,0 0 0 0 0,0 1 0 0 0,-1-1 0 0 0,2 9 0 0 0,-1 3-129 0 0,0 0-1 0 0,-1 18 1 0 0,-1-17-738 0 0,5 31 0 0 0,-5-43 381 0 0,2 0 0 0 0,-1 0 0 0 0,0 0-1 0 0,1 0 1 0 0,0-1 0 0 0,0 1 0 0 0,1-1 0 0 0,-1 1 0 0 0,1-1 0 0 0,5 6 0 0 0,3-2-3074 0 0,-9-8 1857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0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11979 0 0,'2'2'-266'0'0,"-1"1"0"0"0,1-1 0 0 0,-1 1 0 0 0,1-1 0 0 0,-1 1 0 0 0,0-1 0 0 0,0 1 0 0 0,-1-1 0 0 0,1 1 0 0 0,0 0 0 0 0,-1 0 0 0 0,0-1 1 0 0,1 1-1 0 0,-1 0 0 0 0,0 0 0 0 0,0-1 0 0 0,-1 1 0 0 0,1 0 0 0 0,-1 0 0 0 0,1-1 0 0 0,-1 1 0 0 0,0 0 0 0 0,0-1 0 0 0,0 1 0 0 0,0-1 1 0 0,0 1-1 0 0,-1-1 0 0 0,1 1 0 0 0,-4 3 0 0 0,3-5 266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0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15203 0 0,'1'1'219'0'0,"0"0"1"0"0,0 1-1 0 0,0-1 0 0 0,0 0 0 0 0,0 1 1 0 0,0-1-1 0 0,0 1 0 0 0,-1-1 0 0 0,1 1 1 0 0,0-1-1 0 0,-1 1 0 0 0,1 0 0 0 0,-1 2 0 0 0,1-1-55 0 0,3 14-226 0 0,-1 0 0 0 0,0 0 0 0 0,0 27 1 0 0,2 21-1562 0 0,-2-54 629 0 0,-1-4-3333 0 0,1-2-525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1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17 6913 0 0,'10'-16'3603'0'0,"-8"16"-2009"0"0,-5 10 243 0 0,-14 27 59 0 0,-23 63 1185 0 0,39-98-3038 0 0,1-1 0 0 0,0 0 1 0 0,-1 1-1 0 0,1-1 0 0 0,0 0 0 0 0,-1 1 0 0 0,1-1 0 0 0,0 1 1 0 0,0-1-1 0 0,0 0 0 0 0,0 1 0 0 0,1-1 0 0 0,-1 0 0 0 0,0 1 1 0 0,1-1-1 0 0,-1 1 0 0 0,1 1 0 0 0,0-3-10 0 0,0 1 1 0 0,-1-1-1 0 0,1 1 0 0 0,0-1 0 0 0,-1 0 1 0 0,1 1-1 0 0,0-1 0 0 0,-1 0 1 0 0,1 0-1 0 0,0 1 0 0 0,0-1 0 0 0,-1 0 1 0 0,1 0-1 0 0,0 0 0 0 0,0 0 0 0 0,0 0 1 0 0,-1 0-1 0 0,1 0 0 0 0,0 0 1 0 0,0 0-1 0 0,-1 0 0 0 0,1-1 0 0 0,0 1 1 0 0,0 0-1 0 0,-1 0 0 0 0,1-1 0 0 0,0 1 1 0 0,0 0-1 0 0,-1-1 0 0 0,1 1 0 0 0,1-2 1 0 0,87-43 1621 0 0,-27 20-4033 0 0,-54 22 635 0 0,-4 1 559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9674 0 0,'-2'1'363'0'0,"0"0"0"0"0,1 0-1 0 0,-1 1 1 0 0,1-1 0 0 0,-1 0 0 0 0,1 1-1 0 0,-1-1 1 0 0,1 0 0 0 0,0 1 0 0 0,0 0-1 0 0,0-1 1 0 0,0 1 0 0 0,0 0 0 0 0,0 0 0 0 0,0-1-1 0 0,-1 5 1 0 0,-9 35 60 0 0,9-31-291 0 0,-50 229-749 0 0,50-223-2759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1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11979 0 0,'1'2'173'0'0,"-1"0"0"0"0,0 1 1 0 0,0-1-1 0 0,0 0 1 0 0,-1 0-1 0 0,1 1 0 0 0,0-1 1 0 0,-1 0-1 0 0,1 0 1 0 0,-1 0-1 0 0,0 0 1 0 0,-2 4-1 0 0,2-4-779 0 0,0 0 0 0 0,1 0 1 0 0,-1 0-1 0 0,0 0 0 0 0,1 1 0 0 0,-1-1 0 0 0,1 0 1 0 0,0 0-1 0 0,-1 4 0 0 0,1-5 561 0 0,0-2 45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2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16588 0 0,'2'-2'319'0'0,"1"1"0"0"0,-1 0 0 0 0,1 0 0 0 0,0 0 0 0 0,0 0 0 0 0,-1 1 0 0 0,1-1 0 0 0,0 0 0 0 0,4 1 0 0 0,5-2-367 0 0,-6 0-45 0 0,17-3-1876 0 0,-22 5 1642 0 0,-1 0 0 0 0,1 0 0 0 0,-1 0 1 0 0,1 0-1 0 0,0 0 0 0 0,-1 0 1 0 0,1 0-1 0 0,0 0 0 0 0,-1 0 0 0 0,1 0 1 0 0,-1 0-1 0 0,1 0 0 0 0,0 0 0 0 0,-1 1 1 0 0,1-1-1 0 0,0 0 0 0 0,-1 1 182 0 0,0-1-1 0 0,0 0 1 0 0,0 1 0 0 0,0-1-1 0 0,0 0 1 0 0,0 1-1 0 0,0-1 1 0 0,0 0-1 0 0,0 0 1 0 0,0 1 0 0 0,0-1-1 0 0,0 0 1 0 0,0 1-1 0 0,0-1 1 0 0,0 0 0 0 0,0 0-1 0 0,0 1 1 0 0,-1-1-1 0 0,1 0 1 0 0,0 1-1 0 0,0-1 1 0 0,0 0 0 0 0,0 0-1 0 0,-1 1 1 0 0,-10 12 148 0 0,10-11-204 0 0,-2 1 252 0 0,-4 5 1271 0 0,0 1 0 0 0,0 0 0 0 0,1 0 0 0 0,-9 19 0 0 0,14-26-1080 0 0,0-1-1 0 0,1 1 1 0 0,-1 0-1 0 0,1 0 1 0 0,-1-1 0 0 0,1 1-1 0 0,0 0 1 0 0,0 0-1 0 0,-1 0 1 0 0,1-1 0 0 0,1 1-1 0 0,-1 0 1 0 0,0 0-1 0 0,0 0 1 0 0,1-1-1 0 0,0 3 1 0 0,0-3-155 0 0,0 1 1 0 0,0-1-1 0 0,0 1 1 0 0,0-1-1 0 0,0 0 1 0 0,1 1-1 0 0,-1-1 1 0 0,0 0-1 0 0,1 0 1 0 0,-1 0-1 0 0,1 0 0 0 0,-1 0 1 0 0,1-1-1 0 0,-1 1 1 0 0,1 0-1 0 0,0-1 1 0 0,-1 1-1 0 0,1-1 1 0 0,0 1-1 0 0,1-1 0 0 0,9 1-101 0 0,-1 0 1 0 0,0-1-1 0 0,1 0 0 0 0,-1-1 0 0 0,0 0 0 0 0,16-5 0 0 0,-4 3-242 0 0,-16 1-623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11 8290 0 0,'0'-1'181'0'0,"0"1"0"0"0,0-1 0 0 0,0 1 1 0 0,0-1-1 0 0,0 1 0 0 0,0 0 0 0 0,0-1 0 0 0,0 1 0 0 0,0-1 1 0 0,0 1-1 0 0,0 0 0 0 0,0-1 0 0 0,1 1 0 0 0,-1-1 1 0 0,0 1-1 0 0,0 0 0 0 0,1-1 0 0 0,-1 1 0 0 0,0 0 1 0 0,0-1-1 0 0,1 1 0 0 0,-1 0 0 0 0,0 0 0 0 0,1-1 0 0 0,-1 1 1 0 0,1 0-1 0 0,-1-1 0 0 0,3 4 621 0 0,-5 5-476 0 0,-7 9 206 0 0,-1-1 1 0 0,-13 19-1 0 0,13-23 137 0 0,2 1 0 0 0,-1 1 0 0 0,-12 28 0 0 0,21-42-591 0 0,-1 1 1 0 0,1 0-1 0 0,0 0 0 0 0,-1 0 0 0 0,1 0 1 0 0,0 0-1 0 0,0 0 0 0 0,0 0 0 0 0,-1 0 1 0 0,1 0-1 0 0,0 0 0 0 0,0 0 0 0 0,0 0 1 0 0,1 0-1 0 0,-1 0 0 0 0,0 0 0 0 0,0-1 1 0 0,0 1-1 0 0,1 0 0 0 0,-1 0 0 0 0,0 0 1 0 0,2 1-1 0 0,-2-1-19 0 0,1 0-1 0 0,0-1 1 0 0,0 1-1 0 0,0-1 1 0 0,0 1-1 0 0,0-1 1 0 0,0 1-1 0 0,0-1 1 0 0,0 1-1 0 0,0-1 1 0 0,0 0 0 0 0,0 0-1 0 0,0 1 1 0 0,0-1-1 0 0,0 0 1 0 0,0 0-1 0 0,1 0 1 0 0,7-1 94 0 0,-1 0 0 0 0,1 0 0 0 0,-1-1 0 0 0,9-3 0 0 0,-12 4-107 0 0,82-29 70 0 0,-51 15-3238 0 0,-32 13 1647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8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12899 0 0,'1'3'543'0'0,"-1"-1"0"0"0,1 1 0 0 0,-1 0 0 0 0,1-1 0 0 0,-1 1 0 0 0,0 3 0 0 0,-3 20-79 0 0,0 0 0 0 0,-1-1 1 0 0,-9 28-1 0 0,7-31-722 0 0,1 1 0 0 0,1 0 0 0 0,1 0 0 0 0,-1 29-1 0 0,4-51 139 0 0,0 1-106 0 0,0 0-1 0 0,0 0 0 0 0,0 0 1 0 0,0 0-1 0 0,1 0 1 0 0,-1 0-1 0 0,1 0 0 0 0,-1 0 1 0 0,1-1-1 0 0,-1 1 1 0 0,1 0-1 0 0,1 2 0 0 0,0-3-778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9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11522 0 0,'-2'5'513'0'0,"0"-1"95"0"0,1 0-480 0 0,0-1-128 0 0,1-1 0 0 0,-1 0 0 0 0,0 0 88 0 0,0 2-8 0 0,0 1 0 0 0,-1 3 0 0 0,-1 0-432 0 0,0-1-80 0 0,1-1-16 0 0,0-1-9 0 0,1-2 457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2:19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14283 0 0,'0'-1'255'0'0,"0"0"0"0"0,1 1 0 0 0,-1-1 1 0 0,1 0-1 0 0,-1 1 0 0 0,1-1 0 0 0,-1 0 0 0 0,1 1 0 0 0,0-1 1 0 0,-1 1-1 0 0,1-1 0 0 0,0 1 0 0 0,0-1 0 0 0,-1 1 0 0 0,1 0 0 0 0,0-1 1 0 0,0 1-1 0 0,-1 0 0 0 0,3-1 0 0 0,20-5 627 0 0,-16 5-447 0 0,10-3-490 0 0,31-7-1561 0 0,-44 11 975 0 0,0-1 0 0 0,0 1 1 0 0,0 0-1 0 0,0 0 0 0 0,6 2 0 0 0,-9-2 567 0 0,-1 0 0 0 0,0 0 0 0 0,0 0 0 0 0,1 0 0 0 0,-1 0 0 0 0,0 0 0 0 0,0 0 0 0 0,0 0 0 0 0,1 0 0 0 0,-1 0 0 0 0,0 0 0 0 0,0 0 0 0 0,0 1 0 0 0,1-1 0 0 0,-1 0-1 0 0,0 0 1 0 0,0 0 0 0 0,0 0 0 0 0,0 0 0 0 0,0 1 0 0 0,1-1 0 0 0,-1 0 0 0 0,0 0 0 0 0,0 0 0 0 0,0 0 0 0 0,0 1 0 0 0,0-1 0 0 0,0 0 0 0 0,0 0 0 0 0,0 1 0 0 0,1-1 0 0 0,-1 0 0 0 0,0 0 0 0 0,0 0 0 0 0,0 1 0 0 0,-5 7-1063 0 0,-11 4 1254 0 0,-14 4 1432 0 0,23-13-640 0 0,0 0-1 0 0,1 0 1 0 0,0 0-1 0 0,0 1 1 0 0,-11 9 0 0 0,16-13-908 0 0,1 0 1 0 0,0 0-1 0 0,0 1 1 0 0,0-1 0 0 0,0 0-1 0 0,0 0 1 0 0,0 0-1 0 0,0 0 1 0 0,-1 0 0 0 0,1 0-1 0 0,0 0 1 0 0,0 0-1 0 0,0 1 1 0 0,0-1 0 0 0,0 0-1 0 0,0 0 1 0 0,0 0-1 0 0,0 0 1 0 0,0 0 0 0 0,0 1-1 0 0,0-1 1 0 0,0 0-1 0 0,0 0 1 0 0,0 0 0 0 0,0 0-1 0 0,0 0 1 0 0,0 1 0 0 0,0-1-1 0 0,0 0 1 0 0,0 0-1 0 0,0 0 1 0 0,0 0 0 0 0,0 0-1 0 0,0 1 1 0 0,0-1-1 0 0,0 0 1 0 0,0 0 0 0 0,0 0-1 0 0,0 0 1 0 0,1 0-1 0 0,-1 0 1 0 0,0 0 0 0 0,0 1-1 0 0,9 2-354 0 0,15-2-514 0 0,-20-1 820 0 0,15 1-221 0 0,1 0 0 0 0,21 5-1 0 0,-36-5 205 0 0,0 0 0 0 0,0 0 0 0 0,-1 1 0 0 0,1 0 0 0 0,0 0 0 0 0,-1 0-1 0 0,1 0 1 0 0,-1 0 0 0 0,0 1 0 0 0,0 0 0 0 0,0 0 0 0 0,0 0 0 0 0,0 1-1 0 0,3 3 1 0 0,-6-6 72 0 0,-1 0-1 0 0,1 0 0 0 0,0 0 1 0 0,-1 0-1 0 0,1 0 1 0 0,0 0-1 0 0,-1 0 0 0 0,1 0 1 0 0,-1 0-1 0 0,0 0 1 0 0,1 1-1 0 0,-1-1 0 0 0,0 0 1 0 0,0 0-1 0 0,0 0 1 0 0,0 1-1 0 0,0-1 0 0 0,0 0 1 0 0,0 0-1 0 0,0 0 1 0 0,0 1-1 0 0,-1 0 0 0 0,0 0 90 0 0,0-1 0 0 0,1 1-1 0 0,-1-1 1 0 0,-1 1-1 0 0,1-1 1 0 0,0 1-1 0 0,0-1 1 0 0,-1 0 0 0 0,1 0-1 0 0,0 1 1 0 0,-1-1-1 0 0,1 0 1 0 0,-3 1 0 0 0,-5 2 517 0 0,0 0 0 0 0,0 0-1 0 0,-1-1 1 0 0,-11 3 0 0 0,18-5-477 0 0,-12 3 507 0 0,0-1-1 0 0,-19 2 0 0 0,29-5-617 0 0,0 1 0 0 0,0-1 0 0 0,-1-1 0 0 0,1 1 0 0 0,0-1 0 0 0,-1 0 0 0 0,1 0 0 0 0,0 0 0 0 0,0-1 0 0 0,-5-1-1 0 0,8 1-761 0 0,1 1-231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23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18229,'197'2669'0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25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48 4145 0 0,'5'3'15515'0'0,"27"38"-15515"0"0,-2 1 0 0 0,28 53 0 0 0,-56-91 0 0 0,0-1 0 0 0,0 1 0 0 0,1-1 0 0 0,-1 0 0 0 0,6 5 0 0 0,-8-7 0 0 0,1-1 0 0 0,-1 0 0 0 0,1 1 0 0 0,-1-1 0 0 0,1 0 0 0 0,-1 1 0 0 0,1-1 0 0 0,0 0 0 0 0,-1 0 0 0 0,1 1 0 0 0,-1-1 0 0 0,1 0 0 0 0,-1 0 0 0 0,1 0 0 0 0,0 0 0 0 0,-1 0 0 0 0,1 0 0 0 0,0 0 0 0 0,-1 0 0 0 0,1 0 0 0 0,-1 0 0 0 0,1 0 0 0 0,0 0 0 0 0,-1-1 0 0 0,1 1 0 0 0,-1 0 0 0 0,1 0 0 0 0,-1-1 0 0 0,1 1 0 0 0,-1 0 0 0 0,1-1 0 0 0,-1 1 0 0 0,1 0 0 0 0,-1-1 0 0 0,1 1 0 0 0,-1-1 0 0 0,0 1 0 0 0,1-1 0 0 0,-1 1 0 0 0,1-1 0 0 0,-1 1 0 0 0,0-1 0 0 0,0 1 0 0 0,1-1 0 0 0,-1 1 0 0 0,0-2 0 0 0,36-64 179 0 0,41-93-8389 0 0,-68 138 7914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27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16950,'206'2787'0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29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76 3917 0 0,'-9'10'16234'0'0,"11"-6"-14939"0"0,28 52-3081 0 0,-12-20 1786 0 0,37 53 0 0 0,-53-86 0 0 0,0-1 0 0 0,0 1 0 0 0,0 0 0 0 0,1-1 0 0 0,-1 0 0 0 0,4 4 0 0 0,-5-6 0 0 0,0 0 0 0 0,-1 1 0 0 0,1-1 0 0 0,-1 0 0 0 0,1 0 0 0 0,-1 0 0 0 0,1 0 0 0 0,0 1 0 0 0,-1-1 0 0 0,1 0 0 0 0,-1 0 0 0 0,1 0 0 0 0,0 0 0 0 0,-1 0 0 0 0,1 0 0 0 0,0-1 0 0 0,-1 1 0 0 0,1 0 0 0 0,-1 0 0 0 0,1 0 0 0 0,-1 0 0 0 0,1-1 0 0 0,0 1 0 0 0,-1 0 0 0 0,1-1 0 0 0,-1 1 0 0 0,1 0 0 0 0,-1-1 0 0 0,1 1 0 0 0,-1-1 0 0 0,0 1 0 0 0,1-1 0 0 0,-1 1 0 0 0,1-1 0 0 0,-1 1 0 0 0,0-1 0 0 0,0 1 0 0 0,1-1 0 0 0,-1 1 0 0 0,0-1 0 0 0,1 0 0 0 0,40-71 417 0 0,35-41-8273 0 0,-42 65 7005 0 0,-3 9-906 0 0,-23 29-1751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30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18531,'233'2713'0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32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86 5069 0 0,'-10'-5'14591'0'0,"11"5"-14591"0"0,1 0 0 0 0,0 0 0 0 0,-1 0 0 0 0,1 0 0 0 0,0 1 0 0 0,0-1 0 0 0,-1 0 0 0 0,1 1 0 0 0,-1 0 0 0 0,1-1 0 0 0,0 1 0 0 0,-1 0 0 0 0,0 0 0 0 0,1 0 0 0 0,-1 0 0 0 0,1 0 0 0 0,-1 0 0 0 0,0 0 0 0 0,0 0 0 0 0,2 2 0 0 0,2 3 0 0 0,0 0 0 0 0,8 13 0 0 0,-4-3 0 0 0,-1 1 0 0 0,-1 0 0 0 0,6 19 0 0 0,-7-17 0 0 0,1-2 0 0 0,15 31 0 0 0,-21-47 0 0 0,-1 0 0 0 0,1-1 0 0 0,-1 1 0 0 0,1 0 0 0 0,0 0 0 0 0,-1 0 0 0 0,1-1 0 0 0,0 1 0 0 0,-1 0 0 0 0,1-1 0 0 0,0 1 0 0 0,0-1 0 0 0,1 2 0 0 0,-1-2 0 0 0,-1 0 0 0 0,1 0 0 0 0,-1 0 0 0 0,0 0 0 0 0,1 0 0 0 0,-1 0 0 0 0,1 0 0 0 0,-1 0 0 0 0,1 0 0 0 0,-1 0 0 0 0,0 0 0 0 0,1 0 0 0 0,-1 0 0 0 0,1 0 0 0 0,-1-1 0 0 0,0 1 0 0 0,1 0 0 0 0,-1 0 0 0 0,0 0 0 0 0,1-1 0 0 0,-1 1 0 0 0,1-1 0 0 0,1-2 0 0 0,1 0 0 0 0,-1 0 0 0 0,0 0 0 0 0,0 0 0 0 0,-1 0 0 0 0,3-4 0 0 0,1-5 0 0 0,21-35-499 0 0,29-47-5787 0 0,1 12 4782 0 0,-31 48-1865 0 0,-23 32 3001 0 0,3-7-3009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34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19198,'156'2787'0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36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67 5529 0 0,'-17'24'16531'0'0,"22"-14"-18931"0"0,44 98 2400 0 0,-12-24 0 0 0,-37-84 0 0 0,2 6 0 0 0,1-1 0 0 0,-1 0 0 0 0,1 0 0 0 0,0-1 0 0 0,6 7 0 0 0,-9-10 0 0 0,1 0 0 0 0,0-1 0 0 0,-1 1 0 0 0,1 0 0 0 0,0-1 0 0 0,0 1 0 0 0,0-1 0 0 0,-1 1 0 0 0,1-1 0 0 0,0 1 0 0 0,0-1 0 0 0,0 0 0 0 0,0 0 0 0 0,0 1 0 0 0,0-1 0 0 0,0 0 0 0 0,0 0 0 0 0,0 0 0 0 0,0 0 0 0 0,0 0 0 0 0,0 0 0 0 0,0 0 0 0 0,0 0 0 0 0,0 0 0 0 0,0 0 0 0 0,0-1 0 0 0,-1 1 0 0 0,1 0 0 0 0,0-1 0 0 0,0 1 0 0 0,0-1 0 0 0,0 1 0 0 0,0-1 0 0 0,-1 1 0 0 0,1-1 0 0 0,0 0 0 0 0,0 1 0 0 0,0-2 0 0 0,10-10-23 0 0,0 0 1 0 0,-1 0-1 0 0,-1-1 0 0 0,0-1 0 0 0,8-16 0 0 0,-5 9-998 0 0,16-21-1 0 0,10-2-3541 0 0,23-17 3805 0 0,-4 4-3114 0 0,-47 47 306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38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18891,'153'2871'0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41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95 4377 0 0,'-14'-5'17207'0'0,"22"8"-19131"0"0,-6-2 1924 0 0,0 1 0 0 0,-1-1 0 0 0,1 1 0 0 0,-1-1 0 0 0,1 1 0 0 0,-1-1 0 0 0,0 1 0 0 0,0 0 0 0 0,0 0 0 0 0,0 0 0 0 0,0 0 0 0 0,1 2 0 0 0,8 29 0 0 0,-7-25 0 0 0,10 52 0 0 0,-9-40 0 0 0,0 0 0 0 0,2 0 0 0 0,9 24 0 0 0,-14-42 0 0 0,0 1 0 0 0,0-1 0 0 0,1 0 0 0 0,-1 0 0 0 0,0 0 0 0 0,1 0 0 0 0,-1 0 0 0 0,1-1 0 0 0,0 1 0 0 0,2 2 0 0 0,-3-4 0 0 0,-1 1 0 0 0,0-1 0 0 0,1 0 0 0 0,-1 0 0 0 0,1 0 0 0 0,-1 0 0 0 0,0 0 0 0 0,1 1 0 0 0,-1-1 0 0 0,1 0 0 0 0,-1 0 0 0 0,0 0 0 0 0,1 0 0 0 0,-1 0 0 0 0,1 0 0 0 0,-1 0 0 0 0,0 0 0 0 0,1-1 0 0 0,-1 1 0 0 0,1 0 0 0 0,-1 0 0 0 0,0 0 0 0 0,1 0 0 0 0,0-1 0 0 0,-1 1 0 0 0,1-1 0 0 0,0 0 0 0 0,0 0 0 0 0,0 0 0 0 0,-1 0 0 0 0,1 0 0 0 0,0 0 0 0 0,-1 0 0 0 0,1 0 0 0 0,-1 0 0 0 0,1 0 0 0 0,0-2 0 0 0,54-130-1520 0 0,-44 112 263 0 0,0 1 1 0 0,2 0-1 0 0,1 0 1 0 0,16-18-1 0 0,-16 23 1100 0 0,40-49-583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4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18904,'180'2797'0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45.8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71 3917 0 0,'-35'-6'15182'0'0,"34"4"-14621"0"0,1 2-561 0 0,0 0 0 0 0,0 0 0 0 0,0 0 0 0 0,0 0 0 0 0,0 0 0 0 0,0 0 0 0 0,0 0 0 0 0,0 0 0 0 0,0 0 0 0 0,0 0 0 0 0,0 0 0 0 0,0 0 0 0 0,-1-1 0 0 0,1 1 0 0 0,0 0 0 0 0,0 0 0 0 0,0 0 0 0 0,0 0 0 0 0,0 0 0 0 0,0 0 0 0 0,0 0 0 0 0,0 0 0 0 0,0 0 0 0 0,0 0 0 0 0,0 0 0 0 0,0 0 0 0 0,0 0 0 0 0,0 0 0 0 0,0 0 0 0 0,0 0 0 0 0,0 0 0 0 0,0 0 0 0 0,0-1 0 0 0,0 1 0 0 0,1 0 0 0 0,-1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0,6 2 0 0 0,5 6 0 0 0,-6 1 0 0 0,1 0 0 0 0,-1 1 0 0 0,-1-1 0 0 0,0 1 0 0 0,5 18 0 0 0,9 19 0 0 0,-13-37 0 0 0,0 1 0 0 0,12 21 0 0 0,-15-30 0 0 0,-1 0 0 0 0,1 0 0 0 0,-1 0 0 0 0,1 0 0 0 0,0 0 0 0 0,-1-1 0 0 0,1 1 0 0 0,0 0 0 0 0,0-1 0 0 0,1 1 0 0 0,-1-1 0 0 0,0 0 0 0 0,0 0 0 0 0,1 0 0 0 0,2 2 0 0 0,-4-4 0 0 0,0 1 0 0 0,0 0 0 0 0,0 0 0 0 0,0 0 0 0 0,0 0 0 0 0,0 0 0 0 0,-1-1 0 0 0,1 1 0 0 0,0 0 0 0 0,0-1 0 0 0,0 1 0 0 0,-1-1 0 0 0,1 1 0 0 0,0-1 0 0 0,0 1 0 0 0,-1-1 0 0 0,1 1 0 0 0,1-2 0 0 0,12-15 0 0 0,-10 11 0 0 0,68-86-3683 0 0,-12 15-1173 0 0,-18 28 4709 0 0,-28 34-3036 0 0,-7 7-171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47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16311,'111'2771'0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49.2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57 1840 0 0,'-2'-11'15433'0'0,"5"11"-14621"0"0,0 0-737 0 0,-1 0 0 0 0,0 0 0 0 0,0 0 0 0 0,1 0 0 0 0,-1 1 0 0 0,0-1 0 0 0,0 1 0 0 0,0-1 0 0 0,0 1 0 0 0,0 0 0 0 0,1 0 0 0 0,-1 0 0 0 0,-1 0 0 0 0,1 0 0 0 0,0 1 0 0 0,0-1 0 0 0,0 0 0 0 0,-1 1 0 0 0,1-1 0 0 0,2 4 0 0 0,8 10-75 0 0,-1 0 0 0 0,0 0 0 0 0,-1 2 0 0 0,11 22 0 0 0,17 29 0 0 0,-38-67 0 0 0,1 1 0 0 0,-1-1 0 0 0,1 0 0 0 0,0 0 0 0 0,0 0 0 0 0,0 0 0 0 0,0 0 0 0 0,0 0 0 0 0,0 0 0 0 0,0-1 0 0 0,0 1 0 0 0,0 0 0 0 0,0 0 0 0 0,0-1 0 0 0,0 1 0 0 0,1-1 0 0 0,-1 1 0 0 0,0-1 0 0 0,0 1 0 0 0,1-1 0 0 0,-1 0 0 0 0,0 1 0 0 0,1-1 0 0 0,-1 0 0 0 0,0 0 0 0 0,1 0 0 0 0,1-1 0 0 0,0 0 0 0 0,0 0 0 0 0,-1 0 0 0 0,1 0 0 0 0,0-1 0 0 0,-1 1 0 0 0,1-1 0 0 0,-1 0 0 0 0,0 0 0 0 0,0 0 0 0 0,1 0 0 0 0,2-4 0 0 0,11-14-2096 0 0,-2-1 0 0 0,24-42 0 0 0,-27 42 1581 0 0,1 0 0 0 0,2 0 0 0 0,22-27 0 0 0,-30 42 226 0 0,0-1-68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52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0 16980,'-223'3333'0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54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4145 0 0,'24'10'14312'0'0,"-21"-8"-13782"0"0,0 2-1 0 0,0-1 1 0 0,0 0-1 0 0,5 7 1 0 0,0 4-1577 0 0,12 27-1 0 0,-18-37 1698 0 0,25 62-603 0 0,-12-28-1765 0 0,22 40-1 0 0,-24-62-57 0 0,-11-14 2064 0 0,0 0 0 0 0,1 0 1 0 0,-1-1-1 0 0,0 1 0 0 0,1-1 0 0 0,-1 0 1 0 0,1 0-1 0 0,-1 1 0 0 0,4-1 0 0 0,-4 0-67 0 0,-1-1-1 0 0,1 0 1 0 0,0 1-1 0 0,-1-1 1 0 0,1 0-1 0 0,0 0 1 0 0,0 0-1 0 0,-1 0 0 0 0,1-1 1 0 0,0 1-1 0 0,-1 0 1 0 0,1-1-1 0 0,0 1 1 0 0,2-2-1 0 0,-3 1-313 0 0,1 0 0 0 0,-1 0 0 0 0,0 0 0 0 0,1 0 0 0 0,-1 0 0 0 0,0 0 0 0 0,0 0 0 0 0,0 0 0 0 0,0 0 0 0 0,2-3 0 0 0,3-7 96 0 0,-1 0 0 0 0,0 0-1 0 0,5-18 1 0 0,8-17-128 0 0,27-35-721 0 0,37-33-7738 0 0,-73 102 8058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55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279 1 18267,'-278'3388'0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57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2993 0 0,'2'12'19133'0'0,"2"-8"-18647"0"0,17 15-3438 0 0,-6-2 2952 0 0,0 0 0 0 0,-2 1 0 0 0,23 37 0 0 0,-20-25 0 0 0,-1 0 0 0 0,18 52 0 0 0,-26-66 0 0 0,-2-14 0 0 0,0-10 0 0 0,14-39-187 0 0,29-64-489 0 0,-36 88-1999 0 0,17-24 0 0 0,-22 37 358 0 0,0-1 1478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01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 18836,'-207'3165'0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02.5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8 3457 0 0,'-6'16'16451'0'0,"10"-11"-16278"0"0,22 33-598 0 0,35 58 429 0 0,-38-47-4 0 0,12 20 0 0 0,-34-68 0 0 0,-1 0 0 0 0,1 0 0 0 0,-1 0 0 0 0,1 0 0 0 0,-1 0 0 0 0,1 0 0 0 0,0 0 0 0 0,0-1 0 0 0,-1 1 0 0 0,1 0 0 0 0,0-1 0 0 0,0 1 0 0 0,0 0 0 0 0,0-1 0 0 0,0 1 0 0 0,0-1 0 0 0,0 1 0 0 0,0-1 0 0 0,0 0 0 0 0,0 1 0 0 0,0-1 0 0 0,0 0 0 0 0,0 0 0 0 0,0 0 0 0 0,0 1 0 0 0,0-1 0 0 0,0 0 0 0 0,0-1 0 0 0,0 1 0 0 0,0 0 0 0 0,0 0 0 0 0,0 0 0 0 0,0-1 0 0 0,0 1 0 0 0,1 0 0 0 0,-2-1 0 0 0,1 1 0 0 0,0-1 0 0 0,0 1 0 0 0,0-1 0 0 0,0 0 0 0 0,0 1 0 0 0,1-2 0 0 0,4-3 0 0 0,0-1 0 0 0,0 0 0 0 0,-1-1 0 0 0,8-10 0 0 0,-7 9 0 0 0,55-74 57 0 0,-7 11-1934 0 0,1 0-4581 0 0,-43 55 4682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04.4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312 0 18621,'-312'3359'0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05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 4377 0 0,'-13'14'12205'0'0,"12"-10"-11334"0"0,1-1-464 0 0,-1-1 0 0 0,1 0 0 0 0,0 1 0 0 0,0-1 0 0 0,0 1 0 0 0,0-1 0 0 0,0 0 0 0 0,1 3 0 0 0,1 5-1103 0 0,1 0 0 0 0,0-1 0 0 0,7 13 0 0 0,-3-6 2024 0 0,34 108-1728 0 0,5 11-4154 0 0,-45-134 4726 0 0,-1 0 0 0 0,0 0 0 0 0,1 0 0 0 0,-1 0 0 0 0,0 0 0 0 0,1 0 0 0 0,-1-1 0 0 0,1 1 0 0 0,0 0-1 0 0,-1 0 1 0 0,1 0 0 0 0,0-1 0 0 0,-1 1 0 0 0,1 0 0 0 0,0-1 0 0 0,0 1 0 0 0,-1-1 0 0 0,1 1 0 0 0,1 0 0 0 0,-1-1-111 0 0,-1 0-1 0 0,1 0 1 0 0,0 0 0 0 0,-1 0-1 0 0,1 0 1 0 0,-1-1 0 0 0,1 1-1 0 0,0 0 1 0 0,-1 0 0 0 0,1 0-1 0 0,-1-1 1 0 0,1 1 0 0 0,-1 0-1 0 0,1-1 1 0 0,-1 1 0 0 0,1 0-1 0 0,-1-1 1 0 0,1 1-1 0 0,-1-1 1 0 0,1 1 0 0 0,-1 0-1 0 0,1-2 1 0 0,3-4-62 0 0,0 0-1 0 0,-1 0 1 0 0,0 0-1 0 0,3-8 1 0 0,-3 7 19 0 0,-2 5-37 0 0,44-99-1369 0 0,71-114-1 0 0,-106 200-2201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07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 0 17558,'-294'3286'0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08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98 5297 0 0,'-7'32'13561'0'0,"8"-28"-12671"0"0,3 7-1090 0 0,17 38 251 0 0,27 48 0 0 0,-34-70-41 0 0,-12-23-10 0 0,2 4 0 0 0,1 0 0 0 0,0 1 0 0 0,8 9 0 0 0,-11-16 0 0 0,-1 0 0 0 0,1-1 0 0 0,-1 1 0 0 0,1-1 0 0 0,-1 1 0 0 0,1-1 0 0 0,0 0 0 0 0,0 1 0 0 0,0-1 0 0 0,0 0 0 0 0,0 0 0 0 0,0-1 0 0 0,0 1 0 0 0,0 0 0 0 0,0-1 0 0 0,0 1 0 0 0,0-1 0 0 0,1 1 0 0 0,-1-1 0 0 0,4 0 0 0 0,-4-1 0 0 0,0 1 0 0 0,-1-1 0 0 0,1 1 0 0 0,0-1 0 0 0,-1 0 0 0 0,1 0 0 0 0,-1 0 0 0 0,1 0 0 0 0,-1 0 0 0 0,0 0 0 0 0,1 0 0 0 0,-1 0 0 0 0,0-1 0 0 0,0 1 0 0 0,0 0 0 0 0,1-2 0 0 0,17-28 0 0 0,-13 20 0 0 0,26-48-622 0 0,26-65 0 0 0,-42 87-1453 0 0,34-56 0 0 0,-41 80-972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09.8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0 16277,'-282'3426'0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11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26 5069 0 0,'-3'7'9416'0'0,"7"5"-5085"0"0,10 11-3487 0 0,7 3-844 0 0,-2 1 0 0 0,-1 1 0 0 0,-1 1 0 0 0,-1 0 0 0 0,-2 1 0 0 0,14 39 0 0 0,-27-63 11 0 0,2 0-1 0 0,-1 0 0 0 0,1-1 0 0 0,0 1 1 0 0,6 9-1 0 0,-9-14-29 0 0,1-1 1 0 0,0 1-1 0 0,0 0 0 0 0,-1 0 1 0 0,1-1-1 0 0,0 1 0 0 0,0 0 0 0 0,0-1 1 0 0,0 1-1 0 0,0-1 0 0 0,0 1 1 0 0,0-1-1 0 0,0 1 0 0 0,0-1 0 0 0,0 0 1 0 0,0 1-1 0 0,0-1 0 0 0,0 0 1 0 0,0 0-1 0 0,0 0 0 0 0,0 0 1 0 0,0 0-1 0 0,0 0 0 0 0,0 0 0 0 0,0 0 1 0 0,0-1-1 0 0,0 1 0 0 0,0 0 1 0 0,0 0-1 0 0,0-1 0 0 0,0 1 0 0 0,0-1 1 0 0,0 1-1 0 0,0-1 0 0 0,0 1 1 0 0,0-1-1 0 0,0 0 0 0 0,-1 1 1 0 0,1-1-1 0 0,1-2 0 0 0,25-22-3652 0 0,44-54-1 0 0,-13 4 2804 0 0,20-32 93 0 0,-42 57-2627 0 0,-26 37 568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15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1 18324,'-217'3189'0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18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307 1 18993,'-306'3329'0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19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 3685 0 0,'-3'-9'13937'0'0,"5"11"-13810"0"0,1-1 1 0 0,-1 1-1 0 0,1 0 1 0 0,-1-1-1 0 0,0 1 0 0 0,0 0 1 0 0,1 1-1 0 0,-1-1 1 0 0,-1 0-1 0 0,1 1 0 0 0,0-1 1 0 0,-1 1-1 0 0,1-1 0 0 0,-1 1 1 0 0,2 4-1 0 0,5 13-127 0 0,-2 1 0 0 0,0 0 0 0 0,-2 0 0 0 0,3 21 0 0 0,-3-14 0 0 0,12 42 0 0 0,-15-66 0 0 0,0-1 0 0 0,1 1 0 0 0,-1 0 0 0 0,1-1 0 0 0,0 1 0 0 0,0-1 0 0 0,4 5 0 0 0,-5-7 0 0 0,-1 0 0 0 0,1-1 0 0 0,-1 1 0 0 0,1-1 0 0 0,0 1 0 0 0,-1-1 0 0 0,1 1 0 0 0,0-1 0 0 0,0 1 0 0 0,-1-1 0 0 0,1 0 0 0 0,0 1 0 0 0,0-1 0 0 0,0 0 0 0 0,0 0 0 0 0,-1 1 0 0 0,1-1 0 0 0,0 0 0 0 0,0 0 0 0 0,0 0 0 0 0,0 0 0 0 0,0 0 0 0 0,-1 0 0 0 0,1 0 0 0 0,0-1 0 0 0,0 1 0 0 0,0 0 0 0 0,0 0 0 0 0,-1-1 0 0 0,1 1 0 0 0,0 0 0 0 0,0-1 0 0 0,0 1 0 0 0,-1-1 0 0 0,1 1 0 0 0,0-1 0 0 0,-1 1 0 0 0,1-1 0 0 0,0-1 0 0 0,17-16-192 0 0,-1-2 1 0 0,-2 0-1 0 0,24-36 0 0 0,-22 29-1093 0 0,37-62-6947 0 0,-47 78 4817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25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 1328 0 0,'0'-5'2971'0'0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26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15 114 920 0 0,'-8'-11'14703'0'0,"3"-3"-10371"0"0,5 12-4346 0 0,-1 1 0 0 0,1 0 0 0 0,0 0 0 0 0,0-1 0 0 0,0 1 0 0 0,0 0 0 0 0,0-1 0 0 0,0 1 0 0 0,0 0 0 0 0,1 0 0 0 0,-1-1 0 0 0,0 1 0 0 0,1 0 0 0 0,-1 0-1 0 0,1 0 1 0 0,-1-1 0 0 0,1 1 0 0 0,-1 0 0 0 0,1 0 0 0 0,1-2 0 0 0,-2 3 14 0 0,1 0 0 0 0,-1 0 0 0 0,0 0 0 0 0,1 0 0 0 0,-1-1 0 0 0,0 1 0 0 0,0 0 0 0 0,1 0 0 0 0,-1 0 0 0 0,0 0 0 0 0,1 0 0 0 0,-1 0 0 0 0,0 0 0 0 0,1 0 0 0 0,-1 0 0 0 0,0 0 0 0 0,0 0 0 0 0,1 0 0 0 0,-1 0 0 0 0,0 0 0 0 0,1 0 0 0 0,-1 0 0 0 0,0 0 0 0 0,1 0 0 0 0,-1 0 0 0 0,0 1 0 0 0,0-1 0 0 0,1 0 0 0 0,-1 0 0 0 0,0 0 0 0 0,0 1 0 0 0,1-1 0 0 0,-1 0 0 0 0,0 0 0 0 0,0 0 0 0 0,1 1 0 0 0,-1-1 0 0 0,0 0 0 0 0,0 0 0 0 0,0 1 0 0 0,0-1 0 0 0,0 0 0 0 0,1 1 0 0 0,-1-1 0 0 0,0 0 0 0 0,0 1 0 0 0,0-1 0 0 0,0 1 0 0 0,6 17 0 0 0,-5-16 0 0 0,10 34 0 0 0,-3-6 0 0 0,2 0 0 0 0,16 34 0 0 0,16 24 0 0 0,-42-88 0 0 0,1 1 0 0 0,-1-1 0 0 0,0 0 0 0 0,0 1 0 0 0,1-1 0 0 0,-1 0 0 0 0,0 1 0 0 0,1-1 0 0 0,-1 0 0 0 0,1 0 0 0 0,-1 0 0 0 0,0 1 0 0 0,1-1 0 0 0,-1 0 0 0 0,1 0 0 0 0,-1 0 0 0 0,0 0 0 0 0,1 0 0 0 0,-1 0 0 0 0,1 1 0 0 0,-1-1 0 0 0,0 0 0 0 0,1 0 0 0 0,-1-1 0 0 0,1 1 0 0 0,-1 0 0 0 0,1 0 0 0 0,-1 0 0 0 0,0 0 0 0 0,1 0 0 0 0,-1 0 0 0 0,1 0 0 0 0,-1-1 0 0 0,0 1 0 0 0,1 0 0 0 0,-1 0 0 0 0,0-1 0 0 0,1 1 0 0 0,-1 0 0 0 0,0 0 0 0 0,1-1 0 0 0,-1 1 0 0 0,0 0 0 0 0,1-1 0 0 0,18-19 0 0 0,-14 14 0 0 0,11-12-431 0 0,-1-1-1 0 0,-2 0 1 0 0,0-1-1 0 0,-1-1 1 0 0,10-22-1 0 0,8-14-3505 0 0,-22 43 3273 0 0,0 1 1 0 0,0 0-1 0 0,1 1 0 0 0,1 0 1 0 0,0 0-1 0 0,17-15 0 0 0,-15 19-2471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9:32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17475,'167'2667'0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9:33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61 5069 0 0,'-14'-5'11773'0'0,"14"4"-11535"0"0,9-9 4056 0 0,-9 9-4395 0 0,1 1 1 0 0,0-1-1 0 0,-1 1 0 0 0,1 0 0 0 0,0-1 0 0 0,0 1 0 0 0,-1 0 1 0 0,1 0-1 0 0,0 0 0 0 0,0-1 0 0 0,0 1 0 0 0,-1 0 0 0 0,1 0 1 0 0,0 0-1 0 0,0 0 0 0 0,1 1 0 0 0,1 0 101 0 0,-1 0 0 0 0,1 0 0 0 0,-1 0 0 0 0,1 1 0 0 0,-1-1 0 0 0,0 1 0 0 0,1 0 0 0 0,-1 0 0 0 0,0 0 0 0 0,0 0 0 0 0,0 0 0 0 0,0 0 0 0 0,-1 0 0 0 0,1 1 0 0 0,2 4 0 0 0,3 5 0 0 0,8 24 0 0 0,-14-35 0 0 0,13 40 0 0 0,-9-26 0 0 0,0 0 0 0 0,1 0 0 0 0,1-1 0 0 0,11 19 0 0 0,-18-32-2 0 0,1 0 0 0 0,-1 0 0 0 0,1 0 0 0 0,0 0 0 0 0,0-1 0 0 0,-1 1 0 0 0,1 0 0 0 0,0 0 0 0 0,0 0 1 0 0,0-1-1 0 0,0 1 0 0 0,0-1 0 0 0,0 1 0 0 0,0-1 0 0 0,0 1 0 0 0,0-1 0 0 0,0 1 0 0 0,0-1 0 0 0,2 1 0 0 0,-2-1 6 0 0,0-1-1 0 0,0 1 1 0 0,1 0 0 0 0,-1 0 0 0 0,0-1 0 0 0,0 1 0 0 0,0 0 0 0 0,0-1-1 0 0,0 1 1 0 0,-1-1 0 0 0,1 0 0 0 0,0 1 0 0 0,0-1 0 0 0,0 0-1 0 0,0 1 1 0 0,0-1 0 0 0,0-1 0 0 0,4-5-48 0 0,0 1 0 0 0,-1-2 0 0 0,0 1 0 0 0,5-12 0 0 0,-3 7-297 0 0,63-102-6253 0 0,-14 27 5312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2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76 114 920 0 0,'-2'-5'415'0'0,"1"0"-1"0"0,-1-1 0 0 0,1 1 1 0 0,0 0-1 0 0,1-1 0 0 0,-1-7 1 0 0,1 5 969 0 0,-1 0 1 0 0,-3-15-1 0 0,3 22-1079 0 0,1-1 0 0 0,-1 0-1 0 0,1 0 1 0 0,-1 0 0 0 0,0 1-1 0 0,0-1 1 0 0,0 0 0 0 0,0 1-1 0 0,0-1 1 0 0,0 1 0 0 0,-1-1-1 0 0,1 1 1 0 0,0 0 0 0 0,-1 0-1 0 0,1-1 1 0 0,-3 0-1 0 0,3 1-224 0 0,0 1-1 0 0,1 0 1 0 0,-1 0-1 0 0,0-1 0 0 0,1 1 1 0 0,-1 0-1 0 0,0 0 0 0 0,0 0 1 0 0,1 0-1 0 0,-1 0 0 0 0,0 0 1 0 0,0 0-1 0 0,1 0 0 0 0,-1 0 1 0 0,0 0-1 0 0,0 1 1 0 0,1-1-1 0 0,-1 0 0 0 0,0 0 1 0 0,1 1-1 0 0,-1-1 0 0 0,0 0 1 0 0,1 1-1 0 0,-1-1 0 0 0,1 1 1 0 0,-1-1-1 0 0,1 1 0 0 0,-1-1 1 0 0,1 1-1 0 0,-1-1 1 0 0,1 1-1 0 0,-1 0 0 0 0,1-1 1 0 0,-1 1-1 0 0,1 0 0 0 0,0-1 1 0 0,0 1-1 0 0,-1 0 0 0 0,1-1 1 0 0,0 2-1 0 0,-3 4 89 0 0,1 1 0 0 0,0-1 0 0 0,-1 9 0 0 0,3-14-103 0 0,-3 16 105 0 0,0 0 1 0 0,1 0 0 0 0,1-1 0 0 0,1 1 0 0 0,1 0 0 0 0,0 0 0 0 0,1 0-1 0 0,0-1 1 0 0,7 23 0 0 0,-8-37-119 0 0,0 1-1 0 0,0-1 1 0 0,0 1-1 0 0,0-1 1 0 0,1 1-1 0 0,-1-1 1 0 0,1 0 0 0 0,-1 1-1 0 0,1-1 1 0 0,0 0-1 0 0,0 0 1 0 0,0 0-1 0 0,0-1 1 0 0,0 1 0 0 0,0 0-1 0 0,1-1 1 0 0,-1 1-1 0 0,1-1 1 0 0,-1 0-1 0 0,4 1 1 0 0,-3-1-15 0 0,-1-1-1 0 0,1 1 1 0 0,-1-1-1 0 0,1 0 1 0 0,-1 0-1 0 0,1-1 1 0 0,-1 1 0 0 0,0 0-1 0 0,1-1 1 0 0,-1 1-1 0 0,1-1 1 0 0,-1 0-1 0 0,0 0 1 0 0,0 0-1 0 0,1 0 1 0 0,-1 0 0 0 0,0-1-1 0 0,0 1 1 0 0,0 0-1 0 0,0-1 1 0 0,0 0-1 0 0,-1 1 1 0 0,3-3-1 0 0,-1 0 14 0 0,0-1 0 0 0,0 1-1 0 0,0-1 1 0 0,0 0-1 0 0,-1 0 1 0 0,0 0-1 0 0,0 0 1 0 0,0 0 0 0 0,-1 0-1 0 0,1-1 1 0 0,-1 1-1 0 0,0-1 1 0 0,-1 1-1 0 0,0 0 1 0 0,0-1 0 0 0,0 1-1 0 0,0-1 1 0 0,-1 1-1 0 0,-1-9 1 0 0,-1 2-72 0 0,0-1-1 0 0,-1 1 1 0 0,0 0 0 0 0,-1 0 0 0 0,0 0-1 0 0,-1 1 1 0 0,-9-15 0 0 0,12 23 74 0 0,0-1-1 0 0,0 0 1 0 0,0 1-1 0 0,0 0 1 0 0,-5-4-1 0 0,7 6-174 0 0,0 0-1 0 0,0 1 1 0 0,-1-1-1 0 0,1 1 1 0 0,0-1-1 0 0,0 1 1 0 0,0-1 0 0 0,0 1-1 0 0,-1-1 1 0 0,1 1-1 0 0,-2 0 1 0 0,3 0-165 0 0,-1 0 0 0 0,1 0 1 0 0,-1 0-1 0 0,0 0 1 0 0,1 0-1 0 0,-1 0 0 0 0,1 1 1 0 0,-1-1-1 0 0,0 0 1 0 0,1 0-1 0 0,-1 1 0 0 0,1-1 1 0 0,-1 0-1 0 0,1 1 0 0 0,-1-1 1 0 0,1 0-1 0 0,-1 1 1 0 0,1-1-1 0 0,0 1 0 0 0,-1-1 1 0 0,1 1-1 0 0,-1-1 0 0 0,1 2 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10138 0 0,'1'5'74'0'0,"-1"1"-1"0"0,1 0 0 0 0,-1 0 1 0 0,0 0-1 0 0,0 0 0 0 0,-2 8 1 0 0,0 3-20 0 0,-8 91 340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0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23 15203 0 0,'-2'1'3'0'0,"1"0"-1"0"0,0-1 1 0 0,-1 1-1 0 0,1 0 1 0 0,0 0-1 0 0,-1 1 1 0 0,1-1-1 0 0,0 0 1 0 0,0 0-1 0 0,0 0 1 0 0,0 1 0 0 0,0-1-1 0 0,0 1 1 0 0,1-1-1 0 0,-1 1 1 0 0,0-1-1 0 0,1 1 1 0 0,-1-1-1 0 0,1 2 1 0 0,-10 35-1364 0 0,10-35 1370 0 0,-4 18-39 0 0,0 25 1 0 0,3-38 232 0 0,1 1 0 0 0,0 0-1 0 0,1-1 1 0 0,0 1 0 0 0,4 14-1 0 0,-4-21-151 0 0,-1 0 0 0 0,1 0 0 0 0,0 0 0 0 0,0 0 0 0 0,0 0 0 0 0,0-1 0 0 0,0 1 0 0 0,0 0 0 0 0,0-1 0 0 0,0 1 0 0 0,1-1 0 0 0,-1 1 0 0 0,0-1 0 0 0,1 0 0 0 0,-1 1 0 0 0,1-1 0 0 0,0 0 0 0 0,-1 0 0 0 0,5 1 0 0 0,-4-1 85 0 0,1 0 1 0 0,-1-1 0 0 0,1 0 0 0 0,-1 1 0 0 0,1-1-1 0 0,-1 0 1 0 0,1 0 0 0 0,0 0 0 0 0,-1-1 0 0 0,1 1-1 0 0,-1-1 1 0 0,1 1 0 0 0,3-3 0 0 0,0 1 69 0 0,-1 0 1 0 0,0-1-1 0 0,0 1 0 0 0,0-1 1 0 0,0-1-1 0 0,0 1 0 0 0,-1-1 1 0 0,1 0-1 0 0,-1 0 0 0 0,0 0 1 0 0,0 0-1 0 0,6-10 0 0 0,-8 9-212 0 0,0-1 0 0 0,0 1 0 0 0,0-1 0 0 0,0 1-1 0 0,-1-1 1 0 0,0 1 0 0 0,-1-1 0 0 0,1 0 0 0 0,-1 1-1 0 0,0-1 1 0 0,0 0 0 0 0,-1 0 0 0 0,1 1 0 0 0,-1-1-1 0 0,-1 0 1 0 0,-1-5 0 0 0,1 4-1 0 0,-1 0-1 0 0,0 0 1 0 0,0 0-1 0 0,0 1 1 0 0,-1-1-1 0 0,0 1 1 0 0,0 0 0 0 0,-1 0-1 0 0,0 0 1 0 0,0 0-1 0 0,-10-8 1 0 0,13 12 7 0 0,-1 1 0 0 0,1-1 0 0 0,0 1 0 0 0,-1 0 0 0 0,1 0-1 0 0,0 0 1 0 0,-1 0 0 0 0,1 0 0 0 0,-1 0 0 0 0,0 1 0 0 0,1-1 0 0 0,-1 1 0 0 0,1 0 0 0 0,-1 0 0 0 0,0 0 0 0 0,-2 0 0 0 0,3 1-856 0 0,-1-1 0 0 0,1 1 0 0 0,0-1 0 0 0,0 1 0 0 0,0 0 0 0 0,-5 2-1 0 0,1 1-5373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46 5529 0 0,'-1'0'241'0'0,"0"-1"0"0"0,-1 0 0 0 0,1 1 0 0 0,0-1 0 0 0,0 0 0 0 0,0 1 0 0 0,0-1 0 0 0,0 0 1 0 0,0 0-1 0 0,0 0 0 0 0,0 0 0 0 0,0 0 0 0 0,0 0 0 0 0,0 0 0 0 0,1-1 0 0 0,-1 1 0 0 0,0-1 0 0 0,0 1 108 0 0,1-1 1 0 0,-1 1 0 0 0,1 0-1 0 0,-1 0 1 0 0,0 1-1 0 0,1-1 1 0 0,-1 0-1 0 0,0 0 1 0 0,0 0-1 0 0,1 0 1 0 0,-1 1-1 0 0,0-1 1 0 0,0 0-1 0 0,0 1 1 0 0,0-1-1 0 0,-2 0 1 0 0,3 1-274 0 0,0 0-1 0 0,-1 0 1 0 0,1 1 0 0 0,-1-1-1 0 0,1 0 1 0 0,0 0 0 0 0,-1 1-1 0 0,1-1 1 0 0,0 0 0 0 0,-1 1-1 0 0,1-1 1 0 0,0 0 0 0 0,0 1-1 0 0,-1-1 1 0 0,1 0 0 0 0,0 1-1 0 0,0-1 1 0 0,0 1 0 0 0,-1-1-1 0 0,1 0 1 0 0,0 1 0 0 0,0-1-1 0 0,0 1 1 0 0,-4 12 96 0 0,4-13-140 0 0,-3 15 62 0 0,1-1-1 0 0,0 1 1 0 0,0 0-1 0 0,2 0 0 0 0,0-1 1 0 0,3 27-1 0 0,-2-34-33 0 0,1-1-1 0 0,0 1 1 0 0,0 0-1 0 0,0-1 1 0 0,1 1 0 0 0,0-1-1 0 0,4 8 1 0 0,-4-11-11 0 0,-1 1 0 0 0,1-1 0 0 0,0 0 1 0 0,0 1-1 0 0,0-1 0 0 0,0 0 0 0 0,0-1 0 0 0,1 1 0 0 0,0-1 1 0 0,-1 1-1 0 0,1-1 0 0 0,6 2 0 0 0,-8-3-35 0 0,1 0 0 0 0,-1 0-1 0 0,1 0 1 0 0,-1 0 0 0 0,1-1-1 0 0,0 1 1 0 0,-1-1 0 0 0,1 1 0 0 0,0-1-1 0 0,0 0 1 0 0,-1 0 0 0 0,1-1-1 0 0,0 1 1 0 0,0 0 0 0 0,-1-1-1 0 0,1 0 1 0 0,-1 0 0 0 0,1 1 0 0 0,0-2-1 0 0,-1 1 1 0 0,0 0 0 0 0,1 0-1 0 0,-1-1 1 0 0,0 1 0 0 0,0-1 0 0 0,1 0-1 0 0,-1 0 1 0 0,0 1 0 0 0,-1-1-1 0 0,1-1 1 0 0,0 1 0 0 0,2-5-1 0 0,-1 2 2 0 0,0-1-1 0 0,0 0 1 0 0,-1 0-1 0 0,0 0 0 0 0,0 0 1 0 0,0-1-1 0 0,-1 1 0 0 0,0 0 1 0 0,0-1-1 0 0,-1 1 0 0 0,1-1 1 0 0,-2-11-1 0 0,-1 10 102 0 0,1 0 1 0 0,-1 0-1 0 0,-1 0 1 0 0,0 1-1 0 0,0-1 0 0 0,0 1 1 0 0,-1 0-1 0 0,0 0 1 0 0,0 0-1 0 0,-7-8 0 0 0,7 10-121 0 0,0 0 1 0 0,0 1-1 0 0,-1-1 0 0 0,1 1 0 0 0,-1 0 0 0 0,0 0 0 0 0,-1 1 0 0 0,1-1 1 0 0,-1 1-1 0 0,1 0 0 0 0,-1 1 0 0 0,0-1 0 0 0,-9-2 0 0 0,8 5-927 0 0,3 1-3002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13363 0 0,'-1'3'98'0'0,"1"0"0"0"0,-1 0 1 0 0,1 0-1 0 0,-1 0 0 0 0,1-1 1 0 0,0 1-1 0 0,0 0 0 0 0,0 0 1 0 0,0 0-1 0 0,1 3 0 0 0,0 7 553 0 0,0 2 149 0 0,-1-10-802 0 0,0 1 1 0 0,0 0-1 0 0,0 0 0 0 0,0-1 0 0 0,-3 11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2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11058 0 0,'0'0'853'0'0,"3"14"-2104"0"0,-4 30 516 0 0,0-35 1601 0 0,1 0-1 0 0,0 1 1 0 0,0-1-1 0 0,3 15 0 0 0,-3-23-738 0 0,1 0 0 0 0,-1 1-1 0 0,1-1 1 0 0,-1 0 0 0 0,1 0-1 0 0,-1 0 1 0 0,1 0 0 0 0,0 0-1 0 0,0 0 1 0 0,-1 0 0 0 0,1-1-1 0 0,0 1 1 0 0,0 0 0 0 0,0 0-1 0 0,0 0 1 0 0,0-1 0 0 0,0 1-1 0 0,0-1 1 0 0,0 1 0 0 0,0-1-1 0 0,0 1 1 0 0,0-1 0 0 0,0 1-1 0 0,1-1 1 0 0,-1 0 0 0 0,0 0-1 0 0,0 0 1 0 0,0 1 0 0 0,1-1-1 0 0,-1 0 1 0 0,0-1 0 0 0,0 1-1 0 0,0 0 1 0 0,0 0-1 0 0,3-1 1 0 0,4-1 183 0 0,1 0 1 0 0,-1 0-1 0 0,14-7 0 0 0,-16 7-379 0 0,3-2-362 0 0,21-9 183 0 0,-13 1-6473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16588 0 0,'0'0'25'0'0,"0"0"1"0"0,-1 0 0 0 0,1 0-1 0 0,0 0 1 0 0,0 0-1 0 0,0 0 1 0 0,0 0 0 0 0,0 0-1 0 0,0 0 1 0 0,0 0 0 0 0,0 0-1 0 0,0 0 1 0 0,0 0 0 0 0,-1 0-1 0 0,1 0 1 0 0,0 0 0 0 0,0 0-1 0 0,0 0 1 0 0,0 0 0 0 0,0 0-1 0 0,0 0 1 0 0,0 0 0 0 0,0 0-1 0 0,0 0 1 0 0,-1 0-1 0 0,1 0 1 0 0,0 0 0 0 0,0 0-1 0 0,0 1 1 0 0,0-1 0 0 0,0 0-1 0 0,0 0 1 0 0,0 0 0 0 0,0 0-1 0 0,0 0 1 0 0,0 0 0 0 0,0 0-1 0 0,0 0 1 0 0,0 0 0 0 0,0 0-1 0 0,0 0 1 0 0,0 1 0 0 0,-1-1-1 0 0,1 0 1 0 0,0 0 0 0 0,0 0-1 0 0,0 0 1 0 0,0 0-1 0 0,0 9 247 0 0,4 14-806 0 0,-2-15 644 0 0,4 48 1446 0 0,-5-37-1081 0 0,1-1 0 0 0,1 0 0 0 0,0 0 0 0 0,2 0 0 0 0,11 32 0 0 0,-4-32-1842 0 0,-9-15 328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 9674 0 0,'0'0'16'0'0,"0"0"0"0"0,0 0-1 0 0,0-1 1 0 0,-1 1 0 0 0,1 0 0 0 0,0 0 0 0 0,0 0-1 0 0,0-1 1 0 0,0 1 0 0 0,-1 0 0 0 0,1 0-1 0 0,0-1 1 0 0,0 1 0 0 0,0 0 0 0 0,0 0-1 0 0,0-1 1 0 0,0 1 0 0 0,0 0 0 0 0,0-1 0 0 0,0 1-1 0 0,0 0 1 0 0,0 0 0 0 0,0-1 0 0 0,0 1-1 0 0,0 0 1 0 0,0 0 0 0 0,0-1 0 0 0,0 1 0 0 0,0 0-1 0 0,0 0 1 0 0,1-1 0 0 0,-1 1 0 0 0,0 0-1 0 0,0-1 1 0 0,0 1 62 0 0,1 0 0 0 0,-1 0-1 0 0,0 0 1 0 0,0 0 0 0 0,1 0 0 0 0,-1 0-1 0 0,0 0 1 0 0,0 0 0 0 0,1 0 0 0 0,-1 0-1 0 0,0 0 1 0 0,0 0 0 0 0,1 0-1 0 0,-1 0 1 0 0,0 0 0 0 0,1 0 0 0 0,-1 0-1 0 0,0 0 1 0 0,0 1 0 0 0,0-1 0 0 0,1 0-1 0 0,-1 0 1 0 0,0 0 0 0 0,0 0-1 0 0,1 1 1 0 0,-1-1 0 0 0,0 0 0 0 0,0 0-1 0 0,0 0 1 0 0,0 1 0 0 0,1-1 0 0 0,-1 0-1 0 0,0 0 1 0 0,0 0 0 0 0,0 1 0 0 0,0-1-1 0 0,0 0 1 0 0,0 0 0 0 0,0 1-1 0 0,0-1 1 0 0,0 1 0 0 0,6 13 467 0 0,0 1-1 0 0,-2 1 1 0 0,0-1 0 0 0,0 1-1 0 0,-2 0 1 0 0,2 19 0 0 0,0 5-291 0 0,-1-20-420 0 0,1 11 359 0 0,1-12-6158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4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13827 0 0,'-2'8'755'0'0,"1"9"-4836"0"0,1-6 3466 0 0,-4 15-15 0 0,2-14 1536 0 0,0-1 1 0 0,0 22 0 0 0,2-33-939 0 0,0 0-1 0 0,0 1 1 0 0,0-1 0 0 0,0 0 0 0 0,0 1-1 0 0,0-1 1 0 0,0 0 0 0 0,0 1 0 0 0,0-1-1 0 0,0 0 1 0 0,0 1 0 0 0,0-1 0 0 0,0 0-1 0 0,1 1 1 0 0,-1-1 0 0 0,0 0 0 0 0,0 0 0 0 0,0 1-1 0 0,0-1 1 0 0,1 0 0 0 0,-1 1 0 0 0,0-1-1 0 0,0 0 1 0 0,0 0 0 0 0,1 1 0 0 0,-1-1-1 0 0,0 0 1 0 0,1 0 0 0 0,-1 0 0 0 0,0 0-1 0 0,0 1 1 0 0,1-1 0 0 0,-1 0 0 0 0,0 0-1 0 0,1 0 1 0 0,-1 0 0 0 0,0 0 0 0 0,1 0-1 0 0,-1 0 1 0 0,0 0 0 0 0,1 0 0 0 0,-1 0-1 0 0,0 0 1 0 0,1 0 0 0 0,4-2 13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10 17052 0 0,'0'-1'17'0'0,"0"1"1"0"0,0 0 0 0 0,0 0-1 0 0,-1 0 1 0 0,1 0 0 0 0,0 0-1 0 0,0-1 1 0 0,-1 1 0 0 0,1 0-1 0 0,0 0 1 0 0,0 0 0 0 0,-1 0-1 0 0,1 0 1 0 0,0 0 0 0 0,-1 0-1 0 0,1 0 1 0 0,0 0-1 0 0,0 0 1 0 0,-1 0 0 0 0,1 0-1 0 0,0 0 1 0 0,-1 0 0 0 0,1 0-1 0 0,0 0 1 0 0,0 0 0 0 0,-1 1-1 0 0,1-1 1 0 0,0 0 0 0 0,0 0-1 0 0,-1 0 1 0 0,1 0 0 0 0,0 1-1 0 0,-8 9-710 0 0,0 16-447 0 0,6-15 1416 0 0,0 0 0 0 0,1 0 0 0 0,0-1 0 0 0,1 1 0 0 0,1 0 1 0 0,-1 0-1 0 0,2 0 0 0 0,0 0 0 0 0,0-1 0 0 0,4 11 0 0 0,-5-16-219 0 0,1-1 1 0 0,0 0-1 0 0,0 0 0 0 0,0 1 1 0 0,1-2-1 0 0,0 1 0 0 0,-1 0 0 0 0,1 0 1 0 0,1-1-1 0 0,-1 1 0 0 0,4 2 1 0 0,-3-4-25 0 0,-1 0 0 0 0,0 0 0 0 0,0 0 0 0 0,1-1 0 0 0,-1 1 1 0 0,1-1-1 0 0,0 0 0 0 0,-1 0 0 0 0,1 0 0 0 0,0 0 0 0 0,0-1 1 0 0,-1 1-1 0 0,1-1 0 0 0,0 0 0 0 0,5-1 0 0 0,-6 1-137 0 0,0-1-1 0 0,1 1 0 0 0,-1-1 0 0 0,0 0 1 0 0,0 0-1 0 0,0 0 0 0 0,0 0 0 0 0,0-1 0 0 0,0 1 1 0 0,-1-1-1 0 0,1 1 0 0 0,0-1 0 0 0,-1 0 1 0 0,1 0-1 0 0,-1 0 0 0 0,4-4 0 0 0,-5 4 41 0 0,1 0-1 0 0,-1-1 0 0 0,0 1 0 0 0,0 0 0 0 0,0 0 0 0 0,0 0 0 0 0,0-1 1 0 0,-1 1-1 0 0,1-1 0 0 0,0 1 0 0 0,-1 0 0 0 0,0-1 0 0 0,0 1 0 0 0,0-1 0 0 0,0 1 1 0 0,0-1-1 0 0,0 1 0 0 0,0 0 0 0 0,-1-1 0 0 0,0 1 0 0 0,1-1 0 0 0,-2-2 1 0 0,-4-8 390 0 0,-1-1 1 0 0,0 1 0 0 0,0 1 0 0 0,-2-1-1 0 0,1 1 1 0 0,-2 1 0 0 0,1-1-1 0 0,-15-11 1 0 0,19 18-169 0 0,0 1 0 0 0,-1 1 1 0 0,1-1-1 0 0,-1 1 0 0 0,0-1 0 0 0,-10-3 0 0 0,-7 3-2433 0 0,17 4-4438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9674 0 0,'0'0'-27'0'0,"0"1"0"0"0,-1-1 0 0 0,1 1 0 0 0,-1 0 0 0 0,1-1 0 0 0,0 1 1 0 0,0-1-1 0 0,-1 1 0 0 0,1-1 0 0 0,0 1 0 0 0,0 0 0 0 0,0-1 0 0 0,0 1 0 0 0,0 0 0 0 0,0-1 0 0 0,0 1 0 0 0,0 0 0 0 0,0-1 0 0 0,0 2 0 0 0,0 17 1456 0 0,0-17-1196 0 0,1 20 1123 0 0,8 149 3175 0 0,-9-170-4573 0 0,0 1-100 0 0,0 1 0 0 0,0-1 1 0 0,0 1-1 0 0,1 0 0 0 0,-1-1 1 0 0,1 1-1 0 0,0-1 0 0 0,0 1 1 0 0,-1-1-1 0 0,2 0 0 0 0,-1 1 1 0 0,0-1-1 0 0,0 0 0 0 0,1 0 1 0 0,1 3-1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9218 0 0,'0'4'7'0'0,"-1"-1"1"0"0,1 0-1 0 0,0 0 1 0 0,-1 0-1 0 0,1 0 1 0 0,1 0-1 0 0,-1 0 1 0 0,1 3-1 0 0,0 6-82 0 0,-1 22 1747 0 0,-1 2 612 0 0,3-12-5106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8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14283 0 0,'2'6'180'0'0,"0"-1"0"0"0,-1 1-1 0 0,0 0 1 0 0,0 0 0 0 0,0 0 0 0 0,0 7 0 0 0,0-6 233 0 0,0 19 308 0 0,-2-20-544 0 0,1 0 0 0 0,0-1 0 0 0,1 1-1 0 0,-1 0 1 0 0,1-1 0 0 0,1 1 0 0 0,-1 0 0 0 0,3 6 0 0 0,-3-11-136 0 0,-1 0 1 0 0,0-1-1 0 0,1 1 0 0 0,-1 0 1 0 0,1-1-1 0 0,0 1 0 0 0,-1 0 1 0 0,1-1-1 0 0,-1 1 1 0 0,1-1-1 0 0,0 1 0 0 0,-1-1 1 0 0,1 1-1 0 0,0-1 0 0 0,0 0 1 0 0,-1 1-1 0 0,1-1 1 0 0,0 0-1 0 0,0 0 0 0 0,0 1 1 0 0,0-1-1 0 0,1 0 24 0 0,0 0 0 0 0,0 0 1 0 0,0 0-1 0 0,0 0 0 0 0,0-1 1 0 0,0 1-1 0 0,0-1 0 0 0,3 0 0 0 0,3-3 69 0 0,0 1 0 0 0,-1-1 0 0 0,9-6-1 0 0,-14 8-109 0 0,7-3-172 0 0,-1-1 0 0 0,0-1-1 0 0,8-7 1 0 0,6-13-3985 0 0,-18 21-1631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3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10594 0 0,'-2'2'1772'0'0,"2"5"-1446"0"0,1 7-299 0 0,8 81 4254 0 0,-6-60-2191 0 0,12 67 1 0 0,-14-98-2035 0 0,0 1 0 0 0,0-1 0 0 0,1 0 0 0 0,0 0 1 0 0,2 5-1 0 0,5 0-3071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30 13827 0 0,'0'0'-32'0'0,"0"0"0"0"0,0 0-1 0 0,-1 0 1 0 0,1 0 0 0 0,0 0 0 0 0,0 0 0 0 0,0 0-1 0 0,0 0 1 0 0,0 0 0 0 0,0-1 0 0 0,0 1 0 0 0,0 0-1 0 0,-1 0 1 0 0,1 0 0 0 0,0 0 0 0 0,0 0-1 0 0,0 0 1 0 0,0 0 0 0 0,0 0 0 0 0,0 0 0 0 0,0-1-1 0 0,0 1 1 0 0,0 0 0 0 0,0 0 0 0 0,0 0 0 0 0,0 0-1 0 0,0 0 1 0 0,0 0 0 0 0,0-1 0 0 0,0 1 0 0 0,0 0-1 0 0,0 0 1 0 0,0 0 0 0 0,0 0 0 0 0,0 0 0 0 0,0 0-1 0 0,0 0 1 0 0,0-1 0 0 0,0 1 0 0 0,0 0 0 0 0,0 0-1 0 0,0 0 1 0 0,0 0 0 0 0,0 0 0 0 0,0 0 0 0 0,0 0-1 0 0,0-1 1 0 0,0 1 0 0 0,1 0 0 0 0,-1 0 0 0 0,0 0-1 0 0,0 0 1 0 0,0 0 0 0 0,0 0 0 0 0,0 0 0 0 0,0 0-1 0 0,0 0 1 0 0,0 0 0 0 0,1 0 0 0 0,-1 0 0 0 0,0 0-1 0 0,0 0 1 0 0,0 0 0 0 0,0-1 0 0 0,15-6 433 0 0,21-6 2040 0 0,-31 12-2274 0 0,0 0 0 0 0,0 0-1 0 0,0 1 1 0 0,0-1-1 0 0,8 1 1 0 0,-12 0-195 0 0,0 1-1 0 0,0-1 1 0 0,0 0 0 0 0,0 0 0 0 0,0 0 0 0 0,-1 1 0 0 0,1-1 0 0 0,0 0 0 0 0,0 1-1 0 0,0-1 1 0 0,0 1 0 0 0,-1-1 0 0 0,1 1 0 0 0,0-1 0 0 0,0 1 0 0 0,-1 0 0 0 0,1-1-1 0 0,-1 1 1 0 0,1 0 0 0 0,0 0 0 0 0,-1-1 0 0 0,1 1 0 0 0,-1 0 0 0 0,0 0 0 0 0,1 0 0 0 0,-1 0-1 0 0,0-1 1 0 0,1 1 0 0 0,-1 0 0 0 0,0 0 0 0 0,0 0 0 0 0,0 0 0 0 0,0 0 0 0 0,0 0-1 0 0,0 0 1 0 0,0 0 0 0 0,0 1 0 0 0,-2 10-190 0 0,0-1 1 0 0,-1 1-1 0 0,0-1 1 0 0,-1 0-1 0 0,-9 20 0 0 0,9-23 674 0 0,0 1-1 0 0,0 1 0 0 0,1-1 1 0 0,0 1-1 0 0,1-1 1 0 0,0 1-1 0 0,0 0 0 0 0,0 17 1 0 0,2-25-340 0 0,0-1 1 0 0,0 1-1 0 0,1-1 0 0 0,-1 1 1 0 0,0-1-1 0 0,1 1 1 0 0,-1-1-1 0 0,1 0 0 0 0,-1 1 1 0 0,1-1-1 0 0,0 0 1 0 0,0 1-1 0 0,0-1 0 0 0,-1 0 1 0 0,1 0-1 0 0,0 0 1 0 0,1 0-1 0 0,-1 0 1 0 0,2 2-1 0 0,-1-2-19 0 0,1 1 0 0 0,-1-1 0 0 0,1 0 1 0 0,0 0-1 0 0,-1 0 0 0 0,1 0 0 0 0,0-1 0 0 0,0 1 1 0 0,5 0-1 0 0,0-1-230 0 0,1 0 0 0 0,0-1-1 0 0,-1 0 1 0 0,1 0 0 0 0,-1-1 0 0 0,9-2 0 0 0,-1-2-1878 0 0,20-10 0 0 0,-3-1-4317 0 0,-32 17 6116 0 0,9-6-2157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0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8754 0 0,'-1'2'-256'0'0,"0"0"1"0"0,0 0 0 0 0,0 1-1 0 0,0-1 1 0 0,1 0-1 0 0,-1 0 1 0 0,1 1-1 0 0,-1 4 1 0 0,0-3 787 0 0,-4 15 1376 0 0,3-14-1762 0 0,1 1-1 0 0,-1-1 1 0 0,1 0-1 0 0,0 1 1 0 0,1-1 0 0 0,-1 11-1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24 10594 0 0,'0'0'-20'0'0,"-1"0"0"0"0,0 0 0 0 0,1 0 0 0 0,-1 0 0 0 0,0 0 0 0 0,1 0 0 0 0,-1 0 0 0 0,1 0-1 0 0,-1 0 1 0 0,0 0 0 0 0,1 0 0 0 0,-1 0 0 0 0,0 0 0 0 0,1 1 0 0 0,-1-1 0 0 0,1 0 0 0 0,-1 0 0 0 0,1 1 0 0 0,-1-1-1 0 0,1 0 1 0 0,-1 1 0 0 0,1-1 0 0 0,-1 1 0 0 0,0-1 0 0 0,-10 18-105 0 0,8-11 544 0 0,0 1 0 0 0,1-1 1 0 0,-2 10-1 0 0,2-9 9 0 0,2 0 0 0 0,-1 0 1 0 0,1 1-1 0 0,0-1 0 0 0,1 0 0 0 0,-1 0 1 0 0,2 0-1 0 0,-1 0 0 0 0,1-1 0 0 0,0 1 1 0 0,7 14-1 0 0,-8-19-350 0 0,0-1-1 0 0,1 1 1 0 0,0 0 0 0 0,-1 0 0 0 0,1-1-1 0 0,0 1 1 0 0,0-1 0 0 0,1 0 0 0 0,-1 1-1 0 0,0-1 1 0 0,1 0 0 0 0,-1 0-1 0 0,1-1 1 0 0,0 1 0 0 0,0 0 0 0 0,0-1-1 0 0,-1 0 1 0 0,1 0 0 0 0,1 1 0 0 0,-1-2-1 0 0,0 1 1 0 0,0 0 0 0 0,0-1 0 0 0,0 1-1 0 0,0-1 1 0 0,1 0 0 0 0,-1 0-1 0 0,0 0 1 0 0,0-1 0 0 0,0 1 0 0 0,1-1-1 0 0,2-1 1 0 0,0 1-313 0 0,1-1 1 0 0,-1-1-1 0 0,0 1 0 0 0,0-1 0 0 0,-1 0 0 0 0,1-1 1 0 0,0 0-1 0 0,-1 1 0 0 0,0-1 0 0 0,0-1 0 0 0,0 1 1 0 0,6-8-1 0 0,-9 9 108 0 0,0 0 0 0 0,1 0 0 0 0,-1 0 1 0 0,-1-1-1 0 0,1 1 0 0 0,0 0 0 0 0,-1-1 1 0 0,0 1-1 0 0,1-1 0 0 0,-1 0 0 0 0,-1 1 1 0 0,1-1-1 0 0,-1 0 0 0 0,1 1 0 0 0,-1-1 1 0 0,0 0-1 0 0,0 0 0 0 0,-1 1 0 0 0,1-1 0 0 0,-1 0 1 0 0,0 0-1 0 0,-2-5 0 0 0,1 2 417 0 0,-2 0-1 0 0,1 1 1 0 0,-1-1-1 0 0,0 1 1 0 0,0 0-1 0 0,-1 0 1 0 0,0 0 0 0 0,0 1-1 0 0,0-1 1 0 0,0 1-1 0 0,-9-5 1 0 0,10 7-170 0 0,0 0 1 0 0,0 1-1 0 0,0 0 1 0 0,-1 0 0 0 0,1 0-1 0 0,-1 0 1 0 0,1 1-1 0 0,-1 0 1 0 0,1-1-1 0 0,-1 2 1 0 0,0-1 0 0 0,1 1-1 0 0,-1-1 1 0 0,0 1-1 0 0,0 1 1 0 0,1-1-1 0 0,-1 1 1 0 0,-8 1-1 0 0,8 0-965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3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23 9218 0 0,'2'-2'-332'0'0,"0"1"0"0"0,1-1 0 0 0,-1 0 0 0 0,1 1-1 0 0,-1-1 1 0 0,1 1 0 0 0,5-2 0 0 0,-6 2 460 0 0,1 0 120 0 0,0 0 0 0 0,0 0 0 0 0,0 0 0 0 0,0 0 0 0 0,0 0-1 0 0,0 0 1 0 0,1 1 0 0 0,-1 0 0 0 0,5 0 0 0 0,-8 0-200 0 0,1 0 0 0 0,0 0 1 0 0,-1 0-1 0 0,1 0 0 0 0,-1 0 1 0 0,1 1-1 0 0,0-1 0 0 0,-1 0 0 0 0,1 0 1 0 0,-1 1-1 0 0,1-1 0 0 0,-1 0 1 0 0,1 1-1 0 0,-1-1 0 0 0,1 1 0 0 0,-1-1 1 0 0,0 1-1 0 0,1-1 0 0 0,-1 1 0 0 0,1-1 1 0 0,-1 1-1 0 0,1 0-43 0 0,-1 1-1 0 0,0-1 1 0 0,1 0-1 0 0,-1 0 1 0 0,0 1-1 0 0,0-1 1 0 0,0 0-1 0 0,0 1 1 0 0,0-1-1 0 0,0 0 1 0 0,-1 1 0 0 0,1-1-1 0 0,0 0 1 0 0,-1 2-1 0 0,-6 17-23 0 0,0 0 0 0 0,-2-1 0 0 0,-12 22 0 0 0,11-22 1031 0 0,0 1 0 0 0,-13 39-1 0 0,22-57-903 0 0,1-1-1 0 0,0 0 1 0 0,-1 0-1 0 0,1 0 1 0 0,0 0-1 0 0,-1 1 1 0 0,1-1-1 0 0,0 0 1 0 0,0 0-1 0 0,0 1 1 0 0,0-1-1 0 0,0 0 1 0 0,1 0-1 0 0,-1 1 1 0 0,0-1-1 0 0,0 0 1 0 0,1 0-1 0 0,-1 0 1 0 0,1 1-1 0 0,-1-1 1 0 0,1 0-1 0 0,0 0 1 0 0,-1 0-1 0 0,1 0 1 0 0,0 0-1 0 0,0 0 1 0 0,-1 0-1 0 0,1 0 1 0 0,0-1-1 0 0,0 1 1 0 0,0 0-1 0 0,0 0 1 0 0,0-1-1 0 0,0 1 1 0 0,0 0-1 0 0,1-1 1 0 0,-1 0-1 0 0,0 1 1 0 0,0-1-1 0 0,0 1 1 0 0,1-1-1 0 0,1 0 1 0 0,-32 0-80 0 0,12 0-29 0 0,15-1 12 0 0,6 1 16 0 0,29-5-2045 0 0,39-9-1 0 0,-64 12-3047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3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12899 0 0,'11'6'-5734'0'0,"-7"-1"6185"0"0,-4 0 47 0 0,0 1 1 0 0,0-1-1 0 0,0 1 0 0 0,-1-1 0 0 0,0 1 0 0 0,0-1 0 0 0,0 0 1 0 0,-1 1-1 0 0,0-1 0 0 0,-5 10 0 0 0,0 3-614 0 0,6-15-565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3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13827 0 0,'-13'32'-2110'0'0,"8"-22"2620"0"0,1 1 85 0 0,0 1-1 0 0,-3 11 1 0 0,6-21-374 0 0,1 1 0 0 0,-1-1 0 0 0,1 0 0 0 0,0 0 0 0 0,-1 0 0 0 0,1 1 0 0 0,0-1-1 0 0,1 0 1 0 0,-1 0 0 0 0,0 1 0 0 0,1-1 0 0 0,-1 0 0 0 0,1 0 0 0 0,-1 0 0 0 0,1 0 0 0 0,0 1 0 0 0,2 2 0 0 0,-2-4-146 0 0,0 0 1 0 0,0-1-1 0 0,0 1 1 0 0,1 0-1 0 0,-1 0 1 0 0,0-1-1 0 0,0 1 1 0 0,1 0-1 0 0,-1-1 1 0 0,1 1-1 0 0,-1-1 0 0 0,0 0 1 0 0,1 0-1 0 0,-1 1 1 0 0,1-1-1 0 0,-1 0 1 0 0,1 0-1 0 0,-1 0 1 0 0,1 0-1 0 0,-1-1 1 0 0,0 1-1 0 0,1 0 1 0 0,-1-1-1 0 0,2 0 1 0 0,6-1-15 0 0,-1-1 1 0 0,13-6 0 0 0,-18 8-64 0 0,37-21-1157 0 0,-25 11-4575 0 0,-9 5 67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14283 0 0,'1'21'1130'0'0,"-4"28"1"0"0,-3-6 208 0 0,-1 23 984 0 0,6-59-2128 0 0,1-1 0 0 0,0 1 1 0 0,1 0-1 0 0,0-1 1 0 0,0 1-1 0 0,0-1 0 0 0,4 10 1 0 0,-5-16-375 0 0,1 1 1 0 0,-1 0-1 0 0,0 0 1 0 0,1 0-1 0 0,-1 0 1 0 0,1 0-1 0 0,0 0 1 0 0,-1-1-1 0 0,1 1 1 0 0,-1 0-1 0 0,1-1 1 0 0,0 1 0 0 0,0 0-1 0 0,0-1 1 0 0,-1 1-1 0 0,3 0 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64 11979 0 0,'0'0'-61'0'0,"0"0"1"0"0,0-1 0 0 0,-1 1 0 0 0,1 0-1 0 0,0-1 1 0 0,-1 1 0 0 0,1 0-1 0 0,0-1 1 0 0,0 1 0 0 0,0-1 0 0 0,0 1-1 0 0,-1 0 1 0 0,1-1 0 0 0,0 1 0 0 0,0-1-1 0 0,0 1 1 0 0,0-1 0 0 0,0 1 0 0 0,0-1-1 0 0,0 1 1 0 0,0-1 0 0 0,0 1 0 0 0,0 0-1 0 0,0-1 1 0 0,0 1 0 0 0,1-1-1 0 0,-1 0 1 0 0,11-11 362 0 0,16-6 2204 0 0,-18 14-2146 0 0,0 1 1 0 0,0-1 0 0 0,0 1 0 0 0,14-2-1 0 0,-20 4-366 0 0,1 1-1 0 0,0-1 0 0 0,-1 1 0 0 0,1 0 0 0 0,0 0 1 0 0,0 0-1 0 0,-1 0 0 0 0,1 1 0 0 0,0-1 0 0 0,-1 1 1 0 0,1 0-1 0 0,-1 0 0 0 0,1 0 0 0 0,4 3 0 0 0,-7-3-24 0 0,0-1-1 0 0,0 1 1 0 0,0 0-1 0 0,0 0 1 0 0,-1-1-1 0 0,1 1 1 0 0,0 0-1 0 0,-1 0 1 0 0,1 0-1 0 0,0 0 1 0 0,-1 0-1 0 0,1 0 1 0 0,-1 0-1 0 0,1 0 1 0 0,-1 0-1 0 0,0 0 1 0 0,1 0-1 0 0,-1 0 1 0 0,0 0-1 0 0,0 0 1 0 0,0 0-1 0 0,0 0 1 0 0,0 0-1 0 0,0 1 1 0 0,0-1-1 0 0,0 0 1 0 0,0 0-1 0 0,0 0 1 0 0,-1 0-1 0 0,1 0 1 0 0,0 0-1 0 0,-1 0 1 0 0,1 0-1 0 0,-1 0 1 0 0,1 0-1 0 0,-1 0 0 0 0,0 0 1 0 0,-1 1-1 0 0,-3 5 80 0 0,0 0-1 0 0,-1 0 1 0 0,-13 11-1 0 0,11-10 467 0 0,1 0 65 0 0,8-4-166 0 0,13-2-169 0 0,-3-2-500 0 0,-6 1 172 0 0,-1-1-1 0 0,1 1 1 0 0,-1 1 0 0 0,1-1-1 0 0,-1 0 1 0 0,0 1-1 0 0,1 0 1 0 0,-1 0 0 0 0,0 0-1 0 0,0 1 1 0 0,-1-1-1 0 0,1 1 1 0 0,5 5 0 0 0,-8-7 117 0 0,1 0 0 0 0,-1 1 0 0 0,0-1 1 0 0,0 1-1 0 0,0-1 0 0 0,0 1 0 0 0,0-1 0 0 0,-1 1 1 0 0,1 0-1 0 0,0-1 0 0 0,-1 1 0 0 0,1 0 1 0 0,-1 0-1 0 0,0-1 0 0 0,0 1 0 0 0,1 0 1 0 0,-1 0-1 0 0,0 0 0 0 0,0 0 0 0 0,-1-1 1 0 0,1 1-1 0 0,0 0 0 0 0,-1 0 0 0 0,1-1 0 0 0,-1 1 1 0 0,1 0-1 0 0,-1 0 0 0 0,0-1 0 0 0,0 1 1 0 0,1-1-1 0 0,-1 1 0 0 0,0-1 0 0 0,-1 1 1 0 0,1-1-1 0 0,0 1 0 0 0,-2 1 0 0 0,-2 1 340 0 0,0 1 0 0 0,0-1 0 0 0,-1 1 0 0 0,1-2 0 0 0,-11 7 1 0 0,14-9-322 0 0,-1 0 1 0 0,1 1 0 0 0,-1-1 0 0 0,1 0-1 0 0,-1-1 1 0 0,1 1 0 0 0,-1 0 0 0 0,0-1-1 0 0,1 1 1 0 0,-1-1 0 0 0,0 0 0 0 0,0 0 0 0 0,1 0-1 0 0,-1 0 1 0 0,0-1 0 0 0,-4 0 0 0 0,6 0-189 0 0,0 1 1 0 0,0-1 0 0 0,0 1 0 0 0,0-1 0 0 0,1 1 0 0 0,-1-1 0 0 0,0 1 0 0 0,0-1 0 0 0,1 0-1 0 0,-1 0 1 0 0,0 1 0 0 0,1-1 0 0 0,-1 0 0 0 0,1 0 0 0 0,-1 0 0 0 0,1 0 0 0 0,0 1-1 0 0,-1-1 1 0 0,1 0 0 0 0,0 0 0 0 0,-1-2 0 0 0,0-2-5521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9218 0 0,'0'8'-560'0'0,"0"-1"0"0"0,-1 0 0 0 0,-4 15 1 0 0,2-10 1378 0 0,-2 0 1 0 0,1 0-1 0 0,-9 13 1 0 0,12-22-4444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6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40 13827 0 0,'-1'-1'11'0'0,"1"1"0"0"0,0 0 0 0 0,-1-1 0 0 0,1 1 1 0 0,-1 0-1 0 0,1 0 0 0 0,-1-1 0 0 0,1 1 0 0 0,-1 0 0 0 0,1 0 0 0 0,-1 0 0 0 0,1 0 1 0 0,-1-1-1 0 0,1 1 0 0 0,-1 0 0 0 0,1 0 0 0 0,-1 0 0 0 0,1 0 0 0 0,-1 0 0 0 0,1 0 0 0 0,-1 1 1 0 0,1-1-1 0 0,-1 0 0 0 0,1 0 0 0 0,-1 0 0 0 0,1 0 0 0 0,-1 1 0 0 0,1-1 0 0 0,-1 0 1 0 0,-1 2-126 0 0,0-1 0 0 0,1 0 1 0 0,-1 1-1 0 0,1-1 1 0 0,-1 1-1 0 0,1 0 1 0 0,-3 3-1 0 0,0 3 34 0 0,-1 0-1 0 0,-4 13 1 0 0,6-13 418 0 0,0 0 0 0 0,1 0 1 0 0,0 0-1 0 0,1 1 1 0 0,0-1-1 0 0,0 0 0 0 0,0 1 1 0 0,1-1-1 0 0,1 0 0 0 0,-1 0 1 0 0,2 1-1 0 0,2 11 0 0 0,-3-16-241 0 0,0 0 0 0 0,0 0-1 0 0,1-1 1 0 0,0 1-1 0 0,-1 0 1 0 0,1-1 0 0 0,1 0-1 0 0,-1 1 1 0 0,0-1 0 0 0,1 0-1 0 0,0 0 1 0 0,0 0 0 0 0,0-1-1 0 0,0 1 1 0 0,0-1-1 0 0,0 1 1 0 0,0-1 0 0 0,1 0-1 0 0,0 0 1 0 0,-1-1 0 0 0,1 1-1 0 0,0-1 1 0 0,0 1-1 0 0,-1-1 1 0 0,1-1 0 0 0,0 1-1 0 0,7 0 1 0 0,-5-1-214 0 0,1 0 0 0 0,-1 0 0 0 0,0-1 0 0 0,1 1 0 0 0,-1-2 0 0 0,0 1 0 0 0,0-1 0 0 0,0 0-1 0 0,0 0 1 0 0,0 0 0 0 0,-1-1 0 0 0,1 0 0 0 0,-1 0 0 0 0,6-5 0 0 0,-8 6-71 0 0,0 0 1 0 0,-1 0-1 0 0,1 0 0 0 0,-1-1 1 0 0,1 0-1 0 0,-1 1 0 0 0,0-1 1 0 0,0 0-1 0 0,0 0 0 0 0,-1 0 1 0 0,1 0-1 0 0,-1 0 0 0 0,0 0 1 0 0,1-1-1 0 0,-1 1 0 0 0,-1 0 1 0 0,1-1-1 0 0,0 1 0 0 0,-1 0 1 0 0,0-1-1 0 0,0 1 0 0 0,0-1 1 0 0,0 1-1 0 0,0-1 1 0 0,-1 1-1 0 0,-1-7 0 0 0,-1 1 193 0 0,-1 0 0 0 0,0 0 0 0 0,0 0 1 0 0,-1 0-1 0 0,0 1 0 0 0,-1-1 0 0 0,-6-7 0 0 0,5 7 518 0 0,-1 1 0 0 0,1 1-1 0 0,-1-1 1 0 0,0 1 0 0 0,-1 1 0 0 0,0-1 0 0 0,0 1 0 0 0,0 1-1 0 0,-1 0 1 0 0,-16-6 0 0 0,20 9-719 0 0,1 1 0 0 0,0 0 1 0 0,-1 0-1 0 0,1 0 0 0 0,-7 1 0 0 0,5 0-6255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4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14283 0 0,'0'0'-32'0'0,"0"0"1"0"0,0 0-1 0 0,0-1 0 0 0,0 1 1 0 0,0 0-1 0 0,0 0 0 0 0,0-1 1 0 0,0 1-1 0 0,0 0 0 0 0,0 0 1 0 0,0-1-1 0 0,0 1 0 0 0,0 0 0 0 0,0 0 1 0 0,0 0-1 0 0,0-1 0 0 0,0 1 1 0 0,0 0-1 0 0,1 0 0 0 0,-1 0 1 0 0,0-1-1 0 0,0 1 0 0 0,0 0 1 0 0,0 0-1 0 0,0 0 0 0 0,1 0 1 0 0,-1 0-1 0 0,0-1 0 0 0,0 1 1 0 0,0 0-1 0 0,1 0 0 0 0,-1 0 1 0 0,0 0-1 0 0,13-5-1656 0 0,13 0 207 0 0,-25 5 1586 0 0,1 0-1 0 0,-1 0 1 0 0,1 0 0 0 0,-1 0 0 0 0,1 0 0 0 0,-1 1-1 0 0,1-1 1 0 0,-1 0 0 0 0,1 1 0 0 0,-1-1 0 0 0,1 1 0 0 0,-1-1-1 0 0,0 1 1 0 0,1 0 0 0 0,-1 0 0 0 0,0-1 0 0 0,0 1-1 0 0,1 0 1 0 0,-1 0 0 0 0,0 0 0 0 0,0 0 0 0 0,0 1-1 0 0,0-1 1 0 0,0 0 0 0 0,-1 0 0 0 0,1 1 0 0 0,0-1-1 0 0,0 0 1 0 0,-1 1 0 0 0,1-1 0 0 0,-1 1 0 0 0,1-1 0 0 0,-1 1-1 0 0,0-1 1 0 0,0 0 0 0 0,1 1 0 0 0,-1 0 0 0 0,0 2-1 0 0,-1 0-10 0 0,1 0 1 0 0,-1 1-1 0 0,0-1 0 0 0,0 0 0 0 0,-1 0 0 0 0,1 1 0 0 0,-1-1 0 0 0,0-1 0 0 0,0 1 0 0 0,0 0 0 0 0,0 0 0 0 0,-5 4 0 0 0,-1 1 302 0 0,5-5 15 0 0,15-7-901 0 0,-12 3 453 0 0,3 0-29 0 0,0 0-1 0 0,-1 0 0 0 0,1 0 1 0 0,-1 0-1 0 0,1 1 0 0 0,0-1 0 0 0,-1 1 1 0 0,1 0-1 0 0,-1-1 0 0 0,0 1 1 0 0,1 0-1 0 0,-1 1 0 0 0,1-1 1 0 0,-1 0-1 0 0,0 1 0 0 0,0-1 1 0 0,0 1-1 0 0,0-1 0 0 0,0 1 0 0 0,2 3 1 0 0,-1-2 134 0 0,0 0 1 0 0,0 0 0 0 0,0 1 0 0 0,-1-1-1 0 0,1 1 1 0 0,-1 0 0 0 0,0 0-1 0 0,0 0 1 0 0,-1-1 0 0 0,1 2 0 0 0,1 6-1 0 0,-3-8 129 0 0,0 0 0 0 0,0 0 0 0 0,-1 1 0 0 0,0-1 0 0 0,1 0 1 0 0,-1 0-1 0 0,0 0 0 0 0,0 0 0 0 0,-1 0 0 0 0,1 0 0 0 0,-1 0 0 0 0,1 0 0 0 0,-1 0 0 0 0,0-1 0 0 0,0 1 0 0 0,0-1 0 0 0,0 1 0 0 0,-1-1 0 0 0,1 0 0 0 0,-1 0 0 0 0,1 0 0 0 0,-1 0 0 0 0,-4 2 0 0 0,5-2-169 0 0,-1-1-1 0 0,1 1 1 0 0,-1-1-1 0 0,1 0 1 0 0,-1 1-1 0 0,0-1 1 0 0,1-1-1 0 0,-1 1 1 0 0,0 0-1 0 0,0-1 1 0 0,0 1-1 0 0,0-1 1 0 0,1 0-1 0 0,-1 0 1 0 0,0 0 0 0 0,0 0-1 0 0,0 0 1 0 0,0-1-1 0 0,0 0 1 0 0,1 1-1 0 0,-1-1 1 0 0,0 0-1 0 0,0 0 1 0 0,1 0-1 0 0,-1-1 1 0 0,-4-2-1 0 0,6 3-313 0 0,0-1 0 0 0,-1 1 0 0 0,1-1 0 0 0,0 1-1 0 0,0-1 1 0 0,0 1 0 0 0,0-1 0 0 0,-1-2 0 0 0,1 0-1050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5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5985 0 0,'-1'5'77'0'0,"1"-1"0"0"0,-1 1 1 0 0,0 0-1 0 0,0-1 0 0 0,-1 1 0 0 0,1-1 0 0 0,-3 6 0 0 0,-17 30 4062 0 0,16-33-3027 0 0,-1 4 607 0 0,4-8-1093 0 0,-1 1 1 0 0,1 0-1 0 0,0-1 1 0 0,1 1-1 0 0,-1 0 1 0 0,-2 8-1 0 0,5-10-2356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5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13363 0 0,'0'0'-1'0'0,"0"1"0"0"0,0-1 0 0 0,0 0 0 0 0,0 1 0 0 0,0-1 0 0 0,0 0 0 0 0,0 1 0 0 0,0-1 0 0 0,1 0 0 0 0,-1 0 0 0 0,0 1 0 0 0,0-1 0 0 0,0 0 0 0 0,0 1 0 0 0,1-1 0 0 0,-1 0 0 0 0,0 0 0 0 0,0 1 0 0 0,1-1 0 0 0,-1 0 0 0 0,0 0 0 0 0,0 0 0 0 0,1 1 0 0 0,-1-1 0 0 0,0 0 0 0 0,0 0 0 0 0,1 0 0 0 0,-1 0 0 0 0,0 0 0 0 0,1 0 0 0 0,-1 0 0 0 0,0 1 0 0 0,1-1 0 0 0,-1 0 0 0 0,0 0 0 0 0,1 0 0 0 0,-1 0 0 0 0,0 0 0 0 0,1 0 0 0 0,-1-1 0 0 0,0 1 0 0 0,1 0 0 0 0,-1 0 0 0 0,0 0 0 0 0,0 0 0 0 0,1 0 0 0 0,-1 0 0 0 0,0 0 0 0 0,1-1 0 0 0,-1 1 0 0 0,0 0 0 0 0,0 0 0 0 0,1 0 0 0 0,-1-1 0 0 0,0 1 0 0 0,-7 19 1851 0 0,5-15-1491 0 0,1-1 1 0 0,-1 1-1 0 0,1 0 1 0 0,0 0-1 0 0,0 0 0 0 0,0 0 1 0 0,0-1-1 0 0,1 1 0 0 0,-1 8 1 0 0,1-11-314 0 0,1 0 1 0 0,-1 0 0 0 0,1 0 0 0 0,-1 0-1 0 0,1 0 1 0 0,-1 0 0 0 0,1 0 0 0 0,-1 0-1 0 0,1 0 1 0 0,0 0 0 0 0,0 0 0 0 0,-1 0-1 0 0,1 0 1 0 0,0-1 0 0 0,0 1 0 0 0,0 0-1 0 0,0-1 1 0 0,0 1 0 0 0,0 0-1 0 0,0-1 1 0 0,0 1 0 0 0,0-1 0 0 0,0 0-1 0 0,1 1 1 0 0,-1-1 0 0 0,0 0 0 0 0,0 0-1 0 0,0 1 1 0 0,0-1 0 0 0,1 0 0 0 0,-1 0-1 0 0,2-1 1 0 0,5 1-85 0 0,0-1 0 0 0,0 0 0 0 0,12-3 0 0 0,-14 2-21 0 0,7 0-277 0 0,-6 1-229 0 0,0-1-1 0 0,-1 1 1 0 0,1-1-1 0 0,-1 0 1 0 0,0 0-1 0 0,0-1 0 0 0,11-6 1 0 0,-13 6-766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4:50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14283 0 0,'0'0'45'0'0,"-1"0"-1"0"0,1 0 1 0 0,0 0-1 0 0,-1 0 1 0 0,1 0-1 0 0,0 0 1 0 0,0 0-1 0 0,-1 0 1 0 0,1 0-1 0 0,0 1 1 0 0,0-1-1 0 0,-1 0 1 0 0,1 0-1 0 0,0 0 1 0 0,0 0-1 0 0,-1 1 1 0 0,1-1-1 0 0,0 0 1 0 0,0 0-1 0 0,0 1 1 0 0,0-1-1 0 0,-1 0 0 0 0,1 0 1 0 0,0 1-1 0 0,0-1 1 0 0,0 0-1 0 0,0 0 1 0 0,0 1-1 0 0,0-1 1 0 0,0 0-1 0 0,0 1 1 0 0,0-1-1 0 0,0 0 1 0 0,0 0-1 0 0,0 1 1 0 0,0-1-1 0 0,0 0 1 0 0,0 1-1 0 0,0-1 1 0 0,0 1-1 0 0,-1 18-35 0 0,1-14 337 0 0,-7 64 1482 0 0,3-48-1160 0 0,2 1 0 0 0,1-1 0 0 0,0 0 0 0 0,2 1 0 0 0,4 32 0 0 0,0-39-1276 0 0,-1-10-5440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6:30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0 16984,'0'2359'0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6:32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0 688 0 0,'-30'13'16977'0'0,"31"-10"-16693"0"0,0 0 0 0 0,0 0-1 0 0,0 0 1 0 0,1 0 0 0 0,-1 0-1 0 0,3 3 1 0 0,2 5-275 0 0,18 45-9 0 0,34 74 0 0 0,-42-100 0 0 0,1-1 0 0 0,23 33 0 0 0,-35-55 0 0 0,8 11 0 0 0,-13-17 0 0 0,1-1 0 0 0,0 1 0 0 0,-1 0 0 0 0,1 0 0 0 0,0-1 0 0 0,-1 1 0 0 0,1 0 0 0 0,0-1 0 0 0,0 1 0 0 0,0-1 0 0 0,-1 1 0 0 0,1-1 0 0 0,0 0 0 0 0,0 1 0 0 0,2 0 0 0 0,-3-2 0 0 0,0 1 0 0 0,1 0 0 0 0,-1 0 0 0 0,0 0 0 0 0,1 0 0 0 0,-1-1 0 0 0,0 1 0 0 0,1 0 0 0 0,-1 0 0 0 0,0-1 0 0 0,1 1 0 0 0,-1 0 0 0 0,0-1 0 0 0,0 1 0 0 0,0 0 0 0 0,1 0 0 0 0,-1-1 0 0 0,0 1 0 0 0,0-1 0 0 0,0 1 0 0 0,0 0 0 0 0,1-1 0 0 0,-1 1 0 0 0,0 0 0 0 0,0-1 0 0 0,2-13 0 0 0,-1 11 0 0 0,2-13 0 0 0,2 0 0 0 0,-1 1 0 0 0,2 0 0 0 0,0 0 0 0 0,1 0 0 0 0,0 1 0 0 0,1 0 0 0 0,1 0 0 0 0,19-23 0 0 0,-17 24-134 0 0,-1-1-1 0 0,13-21 1 0 0,-20 29-842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6:35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1104 1 18221,'-1103'2821'0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6:36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2304 0 0,'2'12'18492'0'0,"9"16"-20119"0"0,-2-6 2118 0 0,-1 2-491 0 0,-1 1 0 0 0,-1 0 0 0 0,-1 0 0 0 0,-1 1 0 0 0,-1-1 0 0 0,-2 1 0 0 0,-2 47 0 0 0,1-71 0 0 0,-1 1 0 0 0,1-1 0 0 0,0 0 0 0 0,1 0 0 0 0,-1 0 0 0 0,0 0 0 0 0,1 0 0 0 0,-1 0 0 0 0,1 0 0 0 0,1 3 0 0 0,-2-4 0 0 0,0-1 0 0 0,1 1 0 0 0,-1-1 0 0 0,0 1 0 0 0,1-1 0 0 0,-1 0 0 0 0,1 1 0 0 0,-1-1 0 0 0,1 0 0 0 0,-1 1 0 0 0,0-1 0 0 0,1 0 0 0 0,-1 1 0 0 0,1-1 0 0 0,0 0 0 0 0,-1 0 0 0 0,1 0 0 0 0,-1 0 0 0 0,1 0 0 0 0,-1 1 0 0 0,1-1 0 0 0,-1 0 0 0 0,1 0 0 0 0,0 0 0 0 0,-1 0 0 0 0,1 0 0 0 0,-1-1 0 0 0,1 1 0 0 0,-1 0 0 0 0,1 0 0 0 0,-1 0 0 0 0,1 0 0 0 0,-1-1 0 0 0,1 1 0 0 0,-1 0 0 0 0,1 0 0 0 0,-1-1 0 0 0,1 1 0 0 0,-1 0 0 0 0,1-2 0 0 0,16-10 0 0 0,-14 10 0 0 0,-1 0 0 0 0,1 0 0 0 0,0 0 0 0 0,0 0 0 0 0,-1 0 0 0 0,1 1 0 0 0,0-1 0 0 0,1 1 0 0 0,-1 0 0 0 0,0 0 0 0 0,0 0 0 0 0,0 0 0 0 0,1 1 0 0 0,4-1 0 0 0,-4 1 3 0 0,-1-1-1 0 0,1 1 1 0 0,0-1 0 0 0,0 0-1 0 0,0 0 1 0 0,-1-1 0 0 0,1 1-1 0 0,-1-1 1 0 0,1 0 0 0 0,-1 1-1 0 0,0-2 1 0 0,4-2 0 0 0,7-5-726 0 0,17-20 1 0 0,-8 9-1471 0 0,-11 11-204 0 0,1 0 1 0 0,0 1-1 0 0,18-10 1 0 0,-22 14-398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6:41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2646 0 17283,'-2646'2645'0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6:42.8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 3225 0 0,'-16'13'12125'0'0,"12"-8"-10912"0"0,3-3-648 0 0,-1 1-1 0 0,1-1 1 0 0,0 1-1 0 0,0 0 1 0 0,0-1-1 0 0,1 1 1 0 0,-2 3-1 0 0,2 5-1197 0 0,-1 0 0 0 0,1-1 0 0 0,3 17 0 0 0,-1 6 1746 0 0,-4 35-1113 0 0,1 39 0 0 0,1-105 0 0 0,0 0 0 0 0,0 0 0 0 0,1 0 0 0 0,-1 0 0 0 0,1 0 0 0 0,-1 0 0 0 0,1 0 0 0 0,-1 0 0 0 0,1 0 0 0 0,0-1 0 0 0,0 1 0 0 0,0 0 0 0 0,0 0 0 0 0,0-1 0 0 0,1 1 0 0 0,-1-1 0 0 0,0 1 0 0 0,1-1 0 0 0,-1 0 0 0 0,1 1 0 0 0,-1-1 0 0 0,1 0 0 0 0,0 0 0 0 0,0 0 0 0 0,-1 0 0 0 0,5 1 0 0 0,-2-1 0 0 0,1 0 0 0 0,-1 0 0 0 0,1-1 0 0 0,0 1 0 0 0,-1-1 0 0 0,1 0 0 0 0,-1 0 0 0 0,1-1 0 0 0,0 1 0 0 0,6-3 0 0 0,-2 1 0 0 0,6-2 0 0 0,-1 0 0 0 0,0 2 0 0 0,1-1 0 0 0,0 2 0 0 0,0 0 0 0 0,-1 1 0 0 0,17 1 0 0 0,14 4-3488 0 0,-16-6-4976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6:49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2589 0 18644,'-2589'2920'0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6:53.9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1 2765 0 0,'8'9'17189'0'0,"-7"-7"-17213"0"0,1 1-1 0 0,-1-1 1 0 0,1 0-1 0 0,-1 1 1 0 0,0-1-1 0 0,0 1 1 0 0,0 0-1 0 0,-1-1 1 0 0,1 1-1 0 0,-1 0 1 0 0,1 3-1 0 0,0 11 25 0 0,0 0 0 0 0,-1-1 0 0 0,-5 31 0 0 0,-13 50 0 0 0,10-58 0 0 0,3-21 0 0 0,4-14 0 0 0,-1 0 0 0 0,1 1 0 0 0,0-1 0 0 0,0 1 0 0 0,1-1 0 0 0,-1 1 0 0 0,1-1 0 0 0,0 1 0 0 0,0-1 0 0 0,0 1 0 0 0,2 5 0 0 0,-2-9 0 0 0,1 0 0 0 0,0 0 0 0 0,-1 0 0 0 0,1-1 0 0 0,0 1 0 0 0,0 0 0 0 0,-1-1 0 0 0,1 1 0 0 0,0 0 0 0 0,0-1 0 0 0,0 1 0 0 0,0-1 0 0 0,0 1 0 0 0,0-1 0 0 0,0 0 0 0 0,0 1 0 0 0,0-1 0 0 0,0 0 0 0 0,0 0 0 0 0,0 0 0 0 0,0 0 0 0 0,0 0 0 0 0,0 0 0 0 0,0 0 0 0 0,0 0 0 0 0,1 0 0 0 0,31-6 0 0 0,-27 4 0 0 0,117-25-7718 0 0,3 8 5341 0 0,-103 16 862 0 0,-10 1-1466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6:59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14803,'2888'2888'0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01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26 263 2304 0 0,'-25'7'17017'0'0,"25"-7"-16907"0"0,7-9 119 0 0,-4 7-229 0 0,-1 0 0 0 0,1 1 0 0 0,-1-1 0 0 0,1 0 0 0 0,0 1 0 0 0,-1 0 0 0 0,1 0 0 0 0,0 0 0 0 0,0 0 0 0 0,0 0 0 0 0,0 1 0 0 0,0-1 0 0 0,0 1 0 0 0,0 0 0 0 0,0 0 0 0 0,0 0 0 0 0,0 0 0 0 0,0 0 0 0 0,5 2 0 0 0,3 0 0 0 0,-1 2 0 0 0,0 0 0 0 0,20 9 0 0 0,-11-4 0 0 0,3 0 0 0 0,-13-6 0 0 0,-1 1 0 0 0,1 0 0 0 0,-1 0 0 0 0,0 1 0 0 0,0 0 0 0 0,0 0 0 0 0,11 11 0 0 0,-18-16-1 0 0,-1 1 0 0 0,1 0 0 0 0,-1-1 0 0 0,1 1 0 0 0,-1-1-1 0 0,0 0 1 0 0,1 1 0 0 0,0-1 0 0 0,-1 1 0 0 0,1-1 0 0 0,-1 0 0 0 0,1 1 0 0 0,-1-1-1 0 0,1 0 1 0 0,0 1 0 0 0,-1-1 0 0 0,1 0 0 0 0,0 0 0 0 0,-1 0 0 0 0,1 0 0 0 0,0 0-1 0 0,-1 0 1 0 0,1 0 0 0 0,0 0 0 0 0,-1 0 0 0 0,1 0 0 0 0,0 0 0 0 0,-1 0 0 0 0,2 0-1 0 0,-1-1 8 0 0,-1 0-1 0 0,1 0 0 0 0,0 0 0 0 0,0 0 1 0 0,-1 1-1 0 0,1-1 0 0 0,0 0 0 0 0,-1 0 1 0 0,1-1-1 0 0,-1 1 0 0 0,1 0 0 0 0,-1 0 1 0 0,0 0-1 0 0,1 0 0 0 0,-1-1 0 0 0,2-8-211 0 0,-1 0 1 0 0,0-18-1 0 0,-1 28 202 0 0,4-110-6363 0 0,-3 92 5879 0 0,2 0 1 0 0,0 0-1 0 0,12-35 0 0 0,-11 44 295 0 0,0 0 0 0 0,7-10-1 0 0,-3 6-924 0 0,-4 5-2190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06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18827,'2750'2750'0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08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7 291 1380 0 0,'-6'-7'18335'0'0,"8"5"-18343"0"0,1 1 1 0 0,0 0-1 0 0,0 0 0 0 0,0 0 0 0 0,0 0 0 0 0,4 0 0 0 0,4 3 8 0 0,1 0 0 0 0,-1 0 0 0 0,0 1 0 0 0,0 0 0 0 0,0 1 0 0 0,0 0 0 0 0,12 8 0 0 0,6 0 0 0 0,83 40 0 0 0,-112-52 0 0 0,0 0 0 0 0,1 0 0 0 0,-1 0 0 0 0,0 0 0 0 0,0 0 0 0 0,1 0 0 0 0,-1 0 0 0 0,0 1 0 0 0,0-1 0 0 0,0 0 0 0 0,1 0 0 0 0,-1 0 0 0 0,0 0 0 0 0,0 0 0 0 0,1 0 0 0 0,-1 0 0 0 0,0 0 0 0 0,0-1 0 0 0,1 1 0 0 0,-1 0 0 0 0,0 0 0 0 0,0 0 0 0 0,0 0 0 0 0,1 0 0 0 0,-1 0 0 0 0,0 0 0 0 0,0 0 0 0 0,0-1 0 0 0,1 1 0 0 0,-1 0 0 0 0,0 0 0 0 0,0 0 0 0 0,0-1 0 0 0,4-9 0 0 0,-4-16 0 0 0,0 21 0 0 0,-1-19-405 0 0,-5-29 0 0 0,3 33-1633 0 0,1-1 0 0 0,0-26-1 0 0,2 40 1905 0 0,1 0 0 0 0,0 0 1 0 0,0 0-1 0 0,1 0 0 0 0,0 1 0 0 0,0-1 0 0 0,0 0 0 0 0,1 1 0 0 0,0-1 0 0 0,7-9 0 0 0,-2 3 0 0 0,3-4-1319 0 0,19-22 0 0 0,-21 28 1433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11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19035,'1443'2680'0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13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25 168 3685 0 0,'-19'-5'14368'0'0,"14"1"-12761"0"0,6 3-1607 0 0,1 1 0 0 0,-1 0 0 0 0,1-1 0 0 0,-1 1 0 0 0,0 0 0 0 0,1 0 0 0 0,-1 0 0 0 0,1 0 0 0 0,-1 0 0 0 0,1 0 0 0 0,1 1 0 0 0,28 10 0 0 0,45 23 0 0 0,-34-14 0 0 0,-24-11 0 0 0,-1 1 0 0 0,18 12 0 0 0,11 8 0 0 0,-46-30 0 0 0,1 1 0 0 0,0-1 0 0 0,0 1 0 0 0,0-1 0 0 0,0 0 0 0 0,0 1 0 0 0,0-1 0 0 0,0 0 0 0 0,0 1 0 0 0,0-1 0 0 0,0 0 0 0 0,0 0 0 0 0,0 0 0 0 0,0 0 0 0 0,0 0 0 0 0,0 0 0 0 0,0 0 0 0 0,0 0 0 0 0,0-1 0 0 0,-1 1 0 0 0,1 0 0 0 0,1-1 0 0 0,0 0 0 0 0,-1 0 0 0 0,0 1 0 0 0,0-1 0 0 0,0 0 0 0 0,0 0 0 0 0,0-1 0 0 0,0 1 0 0 0,0 0 0 0 0,-1 0 0 0 0,1 0 0 0 0,0-1 0 0 0,-1 1 0 0 0,2-3 0 0 0,1-4 0 0 0,-1-1 0 0 0,0 0 0 0 0,-1 1 0 0 0,1-11 0 0 0,-1 11 0 0 0,3-25-3437 0 0,10-40 0 0 0,-11 61 2842 0 0,1 0 0 0 0,0 0-1 0 0,1 0 1 0 0,0 1 0 0 0,1 0 0 0 0,12-17 0 0 0,-9 16-111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26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18278,'0'2743'0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28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2993 0 0,'2'-11'13956'0'0,"4"10"-11245"0"0,-1 2-2711 0 0,-1 0 0 0 0,0 1 0 0 0,0-1 0 0 0,0 1 0 0 0,0 0 0 0 0,-1 0 0 0 0,1 0 0 0 0,0 1 0 0 0,-1-1 0 0 0,1 1 0 0 0,-1 0 0 0 0,0 0 0 0 0,0 0 0 0 0,3 5 0 0 0,7 8 0 0 0,18 30 0 0 0,-26-36 0 0 0,0 1 0 0 0,0-1 0 0 0,5 23 0 0 0,-7-22 0 0 0,1 1 0 0 0,0-1 0 0 0,8 16 0 0 0,-9-23 0 0 0,-1-1 0 0 0,1 1 0 0 0,-1 0 0 0 0,1-1 0 0 0,0 1 0 0 0,0-1 0 0 0,6 5 0 0 0,-8-8 0 0 0,0 1 0 0 0,0 0 0 0 0,0-1 0 0 0,0 1 0 0 0,0-1 0 0 0,0 1 0 0 0,1-1 0 0 0,-1 1 0 0 0,0-1 0 0 0,0 0 0 0 0,0 0 0 0 0,0 0 0 0 0,0 1 0 0 0,1-1 0 0 0,-1 0 0 0 0,0-1 0 0 0,0 1 0 0 0,0 0 0 0 0,0 0 0 0 0,0 0 0 0 0,1-1 0 0 0,-1 1 0 0 0,0 0 0 0 0,0-1 0 0 0,0 1 0 0 0,0-1 0 0 0,0 1 0 0 0,0-1 0 0 0,0 0 0 0 0,0 1 0 0 0,0-1 0 0 0,0 0 0 0 0,1-1 0 0 0,3-5-30 0 0,0 1 1 0 0,-1-1-1 0 0,0 0 0 0 0,0 0 1 0 0,0 0-1 0 0,5-16 0 0 0,-5 13-1326 0 0,1-1 1 0 0,9-15-1 0 0,44-49-5428 0 0,-50 67 3628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33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 18421,'-169'3192'0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35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4 460 0 0,'1'-4'17070'0'0,"1"5"-16981"0"0,0 0 0 0 0,0-1 0 0 0,0 1-1 0 0,-1 0 1 0 0,1 0 0 0 0,0 0 0 0 0,-1 0-1 0 0,1 0 1 0 0,-1 0 0 0 0,1 1 0 0 0,-1-1-1 0 0,0 0 1 0 0,1 1 0 0 0,-1-1 0 0 0,0 1-1 0 0,0-1 1 0 0,0 1 0 0 0,0 0-1 0 0,0-1 1 0 0,0 1 0 0 0,-1 0 0 0 0,1 0-1 0 0,0 3 1 0 0,6 20-89 0 0,-1 1 0 0 0,3 37 0 0 0,-5-33 0 0 0,11 42 0 0 0,-13-68 0 0 0,0-11 0 0 0,3-8 0 0 0,4-1-40 0 0,2 0 1 0 0,0 1-1 0 0,14-15 0 0 0,-18 23-480 0 0,1-1-1 0 0,0 2 1 0 0,0-1-1 0 0,1 1 1 0 0,0 0-1 0 0,0 1 1 0 0,10-5-1 0 0,16-5-2875 0 0,17-7 2925 0 0,-20 9-753 0 0,-16 6-2481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38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0 16809,'-243'3381'0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39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79 2765 0 0,'-8'-10'14694'0'0,"9"10"-14322"0"0,1 1 1 0 0,0-1-1 0 0,0 0 0 0 0,-1 0 0 0 0,1 1 0 0 0,0-1 0 0 0,-1 0 0 0 0,4 2 0 0 0,-1 1-602 0 0,1-1 1 0 0,-1 1-1 0 0,0-1 1 0 0,5 4-1 0 0,-2 2 230 0 0,0-1 0 0 0,0 1 0 0 0,-1 0 0 0 0,10 16 0 0 0,-12-17 0 0 0,-1-1 0 0 0,1 0 0 0 0,1 0 0 0 0,-1-1 0 0 0,1 1 0 0 0,0-1 0 0 0,0 0 0 0 0,0 0 0 0 0,1-1 0 0 0,0 1 0 0 0,8 4 0 0 0,-13-9 0 0 0,0 1 0 0 0,0-1 0 0 0,-1 1 0 0 0,1-1 0 0 0,0 1 0 0 0,0-1 0 0 0,0 0 0 0 0,-1 1 0 0 0,1-1 0 0 0,0 0 0 0 0,0 0 0 0 0,0 0 0 0 0,0 0 0 0 0,0 0 0 0 0,0 0 0 0 0,0 0 0 0 0,-1 0 0 0 0,1 0 0 0 0,0 0 0 0 0,0 0 0 0 0,0-1 0 0 0,0 1 0 0 0,0 0 0 0 0,-1 0 0 0 0,1-1 0 0 0,0 1 0 0 0,0-1 0 0 0,0 1 0 0 0,-1-1 0 0 0,2 0 0 0 0,-2 0 0 0 0,1 3 0 0 0,-1-2 0 0 0,-1 0 0 0 0,1 1 0 0 0,0-1 0 0 0,0 0 0 0 0,0 0 0 0 0,0 1 0 0 0,0-1 0 0 0,0 0 0 0 0,0 0 0 0 0,0 1 0 0 0,0-1 0 0 0,0 0 0 0 0,0 1 0 0 0,1-1 0 0 0,-1 0 0 0 0,0 0 0 0 0,0 1 0 0 0,0-1 0 0 0,0 0 0 0 0,0 0 0 0 0,0 0 0 0 0,1 1 0 0 0,-1-1 0 0 0,0 0 0 0 0,0 0 0 0 0,0 0 0 0 0,0 1 0 0 0,1-1 0 0 0,-1 0 0 0 0,0 0 0 0 0,0 0 0 0 0,1 0 0 0 0,-1 0 0 0 0,0 1 0 0 0,0-1 0 0 0,1 0 0 0 0,-1 0 0 0 0,0 0 0 0 0,2 0 0 0 0,0 0 0 0 0,-1 0 0 0 0,1 0 0 0 0,-1 0 0 0 0,1 0 0 0 0,-1 0 0 0 0,1 0 0 0 0,-1-1 0 0 0,1 1 0 0 0,-1-1 0 0 0,0 1 0 0 0,1-1 0 0 0,-1 1 0 0 0,3-3 0 0 0,0 1 0 0 0,0-1 0 0 0,-1 0 0 0 0,1-1 0 0 0,4-4 0 0 0,38-45-147 0 0,2-3-4078 0 0,19-13-1802 0 0,-51 53 2627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42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246 0 18827,'-245'3332'0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44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 3457 0 0,'2'-9'17181'0'0,"3"4"-18159"0"0,-5 5 978 0 0,1-1 0 0 0,0 1 0 0 0,0-1 0 0 0,0 0 0 0 0,-1 1 0 0 0,1-1 0 0 0,0 1 0 0 0,0 0 0 0 0,0-1 0 0 0,0 1 0 0 0,0 0 0 0 0,0 0 0 0 0,0-1 0 0 0,0 1 0 0 0,0 0 0 0 0,0 0 0 0 0,0 0 0 0 0,0 0 0 0 0,0 0 0 0 0,-1 0 0 0 0,1 0 0 0 0,0 1 0 0 0,0-1 0 0 0,0 0 0 0 0,0 1 0 0 0,0-1 0 0 0,0 0 0 0 0,0 1 0 0 0,0-1 0 0 0,-1 1 0 0 0,1-1 0 0 0,0 1 0 0 0,0-1 0 0 0,0 1 0 0 0,-1 0 0 0 0,1 0 0 0 0,0-1 0 0 0,-1 1 0 0 0,1 0 0 0 0,-1 0 0 0 0,1-1 0 0 0,-1 1 0 0 0,1 0 0 0 0,0 2 0 0 0,11 21 0 0 0,-1 0 0 0 0,-1 1 0 0 0,-1 0 0 0 0,-1 1 0 0 0,8 41 0 0 0,-16-64 0 0 0,1 0 0 0 0,0 0 0 0 0,0 0 0 0 0,0 0 0 0 0,0 0 0 0 0,0-1 0 0 0,1 1 0 0 0,-1 0 0 0 0,1-1 0 0 0,2 4 0 0 0,-3-5 0 0 0,0 0 0 0 0,0-1 0 0 0,0 1 0 0 0,-1 0 0 0 0,1-1 0 0 0,0 1 0 0 0,0-1 0 0 0,0 1 0 0 0,0-1 0 0 0,0 0 0 0 0,0 1 0 0 0,0-1 0 0 0,0 0 0 0 0,0 0 0 0 0,0 1 0 0 0,0-1 0 0 0,0 0 0 0 0,0 0 0 0 0,0 0 0 0 0,0 0 0 0 0,0-1 0 0 0,0 1 0 0 0,0 0 0 0 0,0 0 0 0 0,0-1 0 0 0,0 1 0 0 0,0 0 0 0 0,0-1 0 0 0,0 1 0 0 0,0-1 0 0 0,0 1 0 0 0,1-2 0 0 0,13-8 24 0 0,-1-1-1 0 0,18-16 0 0 0,48-61-6114 0 0,-29 31 3276 0 0,-43 48 2377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46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1 17421,'-194'3352'0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48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92 2765 0 0,'-2'-14'16895'0'0,"3"12"-16895"0"0,1 1 0 0 0,-1 0 0 0 0,1-1 0 0 0,0 1 0 0 0,-1 0 0 0 0,1 0 0 0 0,0 0 0 0 0,0 0 0 0 0,-1 1 0 0 0,1-1 0 0 0,2 0 0 0 0,-2 1 0 0 0,-1-1 0 0 0,0 1 0 0 0,0 0 0 0 0,0 0 0 0 0,0 0 0 0 0,0 0 0 0 0,0 1 0 0 0,0-1 0 0 0,0 0 0 0 0,0 0 0 0 0,0 1 0 0 0,0-1 0 0 0,0 1 0 0 0,0-1 0 0 0,0 1 0 0 0,0-1 0 0 0,0 1 0 0 0,0-1 0 0 0,0 1 0 0 0,0 0 0 0 0,0-1 0 0 0,-1 1 0 0 0,1 0 0 0 0,0 0 0 0 0,0 2 0 0 0,7 8-288 0 0,-1 0 0 0 0,-1 1 0 0 0,0 0-1 0 0,8 25 1 0 0,10 54-6986 0 0,-24-91 7242 0 0,2 12 102 0 0,-2-9-50 0 0,0-1 0 0 0,0 0 1 0 0,1 1-1 0 0,-1-1 0 0 0,1 0 1 0 0,-1 0-1 0 0,1 1 0 0 0,0-1 0 0 0,0 0 1 0 0,0 0-1 0 0,0 0 0 0 0,2 3 0 0 0,21-30 715 0 0,8-7-989 0 0,8-7 102 0 0,-1-1 0 0 0,41-59-1 0 0,-47 50-1807 0 0,-26 38-1457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50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0 18941,'-243'3364'0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52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95 3225 0 0,'-10'-13'13754'0'0,"8"7"-11365"0"0,2 6-2382 0 0,0 0 0 0 0,0 0 0 0 0,0 0 0 0 0,0 0 0 0 0,0-1 0 0 0,0 1 1 0 0,0 0-1 0 0,1 0 0 0 0,-1 0 0 0 0,0 0 0 0 0,0 0 0 0 0,0 0 0 0 0,0 0 1 0 0,0 0-1 0 0,0 0 0 0 0,0 0 0 0 0,0 0 0 0 0,1-1 0 0 0,-1 1 0 0 0,0 0 1 0 0,0 0-1 0 0,0 0 0 0 0,0 0 0 0 0,0 0 0 0 0,0 0 0 0 0,1 0 0 0 0,-1 0 0 0 0,0 0 1 0 0,0 0-1 0 0,0 0 0 0 0,0 0 0 0 0,0 0 0 0 0,0 0 0 0 0,0 0 0 0 0,1 1 1 0 0,-1-1-1 0 0,0 0 0 0 0,0 0 0 0 0,0 0 0 0 0,0 0 0 0 0,2 1-7 0 0,-1-1 0 0 0,1 1 0 0 0,-1 0 0 0 0,0 0 0 0 0,1 0 0 0 0,-1 0 0 0 0,0 0 0 0 0,0 0 0 0 0,1 0 0 0 0,-1 0 0 0 0,0 0 0 0 0,0 1 0 0 0,0-1 0 0 0,0 0 0 0 0,0 3 0 0 0,13 25 0 0 0,-12-23 0 0 0,9 26 0 0 0,-1 1 0 0 0,10 64 0 0 0,-20-95 0 0 0,3 13 0 0 0,-1-11 0 0 0,0-6 0 0 0,13-23-398 0 0,1 0 0 0 0,0 1 0 0 0,2 1 0 0 0,39-41 0 0 0,-20 24-2398 0 0,49-53-3091 0 0,-74 78 2585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7:57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1 18759,'-245'3253'0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7:59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40 5069 0 0,'-1'8'8545'0'0,"1"-7"-8118"0"0,5 11 3766 0 0,9 11-2767 0 0,11 7-1426 0 0,-17-21 0 0 0,0 0 0 0 0,-1 0 0 0 0,-1 1 0 0 0,1 0 0 0 0,8 20 0 0 0,-7-6 0 0 0,-6-18 0 0 0,-1 1 0 0 0,2-1 0 0 0,-1 0 0 0 0,0 0 0 0 0,1 0 0 0 0,0 0 0 0 0,1 0 0 0 0,-1-1 0 0 0,8 9 0 0 0,-10-13 0 0 0,0 0 0 0 0,0-1 0 0 0,0 1 1 0 0,0-1-1 0 0,0 1 0 0 0,0-1 0 0 0,0 1 0 0 0,1-1 0 0 0,-1 0 0 0 0,0 0 0 0 0,0 0 0 0 0,0 1 0 0 0,0-1 0 0 0,1 0 0 0 0,-1 0 0 0 0,0 0 1 0 0,0-1-1 0 0,0 1 0 0 0,0 0 0 0 0,1 0 0 0 0,-1-1 0 0 0,0 1 0 0 0,0-1 0 0 0,0 1 0 0 0,0-1 0 0 0,0 1 0 0 0,0-1 0 0 0,1 0 1 0 0,4-4-6 0 0,0 1 0 0 0,0-1 1 0 0,7-7-1 0 0,-7 6-17 0 0,17-18-2765 0 0,23-31 0 0 0,16-16 5 0 0,-55 63 2599 0 0,41-41 348 0 0,-18 16-3881 0 0,-22 23 473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00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1 16698,'-240'3229'0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01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23 920 0 0,'-27'35'17023'0'0,"25"-30"-15573"0"0,0 9-1821 0 0,1-4 173 0 0,1 1 0 0 0,0-1 0 0 0,0 0 0 0 0,1 0 0 0 0,0 0 0 0 0,5 16 0 0 0,22 58-5912 0 0,-19-60 4171 0 0,-6-16 2117 0 0,0-1 0 0 0,0-1 1 0 0,0 1-1 0 0,1 0 0 0 0,7 9 1 0 0,-10-15-163 0 0,0 0-1 0 0,0 1 1 0 0,0-1 0 0 0,0 0 0 0 0,0 0 0 0 0,0 0 0 0 0,0 0 0 0 0,0-1 0 0 0,0 1 0 0 0,0 0 0 0 0,1 0 0 0 0,-1-1 0 0 0,0 1 0 0 0,1 0 0 0 0,-1-1 0 0 0,0 0 0 0 0,1 1 0 0 0,-1-1-1 0 0,1 0 1 0 0,-1 1 0 0 0,0-1 0 0 0,1 0 0 0 0,-1 0 0 0 0,1 0 0 0 0,-1 0 0 0 0,1-1 0 0 0,-1 1 0 0 0,0 0 0 0 0,1-1 0 0 0,-1 1 0 0 0,1-1 0 0 0,-1 1 0 0 0,0-1 0 0 0,1 1 0 0 0,-1-1-1 0 0,2-1 1 0 0,8-7 1 0 0,0-1 0 0 0,0 0-1 0 0,-1 0 1 0 0,14-18 0 0 0,32-52 91 0 0,-27 35-84 0 0,-8 16-1371 0 0,2 0-1 0 0,41-41 0 0 0,-52 59-1850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48:03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0 17847,'-216'3437'0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48:0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47 3685 0 0,'-15'5'15334'0'0,"15"-4"-15240"0"0,18 25-2 0 0,-1 1-1 0 0,-1 0 0 0 0,-2 2 0 0 0,0 0 0 0 0,16 55 0 0 0,-27-73-91 0 0,7 20 0 0 0,-9-29 0 0 0,0 0 0 0 0,0 0 0 0 0,0 0 0 0 0,1 0 0 0 0,-1 0 0 0 0,0 0 0 0 0,1-1 0 0 0,-1 1 0 0 0,1 0 0 0 0,-1-1 0 0 0,4 3 0 0 0,-4-3 0 0 0,0-1 0 0 0,0 0 0 0 0,0 0 0 0 0,-1 0 0 0 0,1 1 0 0 0,0-1 0 0 0,0 0 0 0 0,0 0 0 0 0,-1 0 0 0 0,1 0 0 0 0,0 0 0 0 0,0-1 0 0 0,0 1 0 0 0,0 0 0 0 0,-1 0 0 0 0,1 0 0 0 0,0-1 0 0 0,0 1 0 0 0,-1 0 0 0 0,1-1 0 0 0,0 1 0 0 0,0-1 0 0 0,-1 1 0 0 0,1-1 0 0 0,-1 1 0 0 0,1-1 0 0 0,0 1 0 0 0,-1-1 0 0 0,1 0 0 0 0,-1 1 0 0 0,1-1 0 0 0,-1 0 0 0 0,1-1 0 0 0,14-25 0 0 0,-15 27 0 0 0,55-116-6707 0 0,37-55 2267 0 0,-82 154 1296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1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44 5065 0 0,'-2'-13'3109'0'0,"-1"-2"3466"0"0,-1 14-3595 0 0,-4 7-1055 0 0,2 0-1696 0 0,1 0 1 0 0,1 1 0 0 0,-1 0 0 0 0,1 0 0 0 0,0 0 0 0 0,1 0-1 0 0,0 1 1 0 0,0-1 0 0 0,0 1 0 0 0,1 0 0 0 0,0 0-1 0 0,-1 11 1 0 0,2-12-231 0 0,0-1-1 0 0,1 1 0 0 0,0 0 0 0 0,0 0 0 0 0,0-1 1 0 0,1 1-1 0 0,0 0 0 0 0,0 0 0 0 0,1-1 1 0 0,0 1-1 0 0,0-1 0 0 0,1 0 0 0 0,-1 1 0 0 0,1-1 1 0 0,5 6-1 0 0,-7-10 8 0 0,1 0 0 0 0,-1 0-1 0 0,1-1 1 0 0,-1 1 0 0 0,1-1 0 0 0,0 1 0 0 0,-1-1 0 0 0,1 1-1 0 0,0-1 1 0 0,0 0 0 0 0,0 0 0 0 0,0 0 0 0 0,0 0 0 0 0,0 0-1 0 0,1-1 1 0 0,-1 1 0 0 0,0-1 0 0 0,0 1 0 0 0,3-1 0 0 0,-1 0 15 0 0,-1 0 1 0 0,1-1-1 0 0,-1 1 1 0 0,1-1 0 0 0,0 0-1 0 0,-1 0 1 0 0,0 0-1 0 0,1 0 1 0 0,-1-1 0 0 0,0 1-1 0 0,4-3 1 0 0,0-1 14 0 0,-1 1 1 0 0,1-1-1 0 0,-1 0 0 0 0,0-1 1 0 0,-1 1-1 0 0,1-1 1 0 0,-1-1-1 0 0,0 1 0 0 0,-1-1 1 0 0,6-9-1 0 0,-8 11-23 0 0,0 1 0 0 0,-1-1 0 0 0,0 0 0 0 0,0 0 0 0 0,0 0 0 0 0,0 0 0 0 0,-1 0-1 0 0,0 0 1 0 0,0 0 0 0 0,0-1 0 0 0,-1 1 0 0 0,1 0 0 0 0,-1 0 0 0 0,0 0 0 0 0,-1 1 0 0 0,1-1 0 0 0,-1 0 0 0 0,0 0 0 0 0,-5-8 0 0 0,4 8-50 0 0,0 0 1 0 0,-1 0 0 0 0,1 1-1 0 0,-1-1 1 0 0,0 1 0 0 0,0 0 0 0 0,0 0-1 0 0,-1 0 1 0 0,0 0 0 0 0,1 1-1 0 0,-1 0 1 0 0,-1 0 0 0 0,1 0-1 0 0,0 0 1 0 0,-1 1 0 0 0,1 0 0 0 0,-7-1-1 0 0,12 2-12 0 0,-1 1 0 0 0,1 0-1 0 0,-1 0 1 0 0,0 0 0 0 0,1 0-1 0 0,-1 0 1 0 0,0 0-1 0 0,0 0 1 0 0,1 0 0 0 0,-1 0-1 0 0,0 0 1 0 0,1 0 0 0 0,-1 0-1 0 0,0 0 1 0 0,1 0 0 0 0,-1 1-1 0 0,1-1 1 0 0,-1 0 0 0 0,0 0-1 0 0,1 1 1 0 0,-2 0 0 0 0,1 1-671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1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16131 0 0,'-1'4'848'0'0,"0"0"0"0"0,1 1 0 0 0,0-1 0 0 0,0 0 0 0 0,0 0-1 0 0,1 6 1 0 0,0 8-162 0 0,-2-10-460 0 0,0 1 0 0 0,0 0 1 0 0,0-1-1 0 0,-5 11 0 0 0,-1 4-6908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1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27 13363 0 0,'-1'0'120'0'0,"1"-1"1"0"0,-1 1-1 0 0,1-1 0 0 0,-1 1 1 0 0,1 0-1 0 0,0-1 0 0 0,-1 1 1 0 0,0 0-1 0 0,1 0 0 0 0,-1-1 1 0 0,1 1-1 0 0,-1 0 0 0 0,1 0 1 0 0,-1 0-1 0 0,1 0 0 0 0,-1 0 1 0 0,0 0-1 0 0,1 0 0 0 0,-1 0 1 0 0,1 0-1 0 0,-1 0 0 0 0,0 0 1 0 0,1 0-1 0 0,-1 0 0 0 0,1 0 1 0 0,-1 0-1 0 0,1 0 0 0 0,-1 1 1 0 0,0-1-1 0 0,1 0 0 0 0,-1 1 1 0 0,0 0 118 0 0,-1 0 0 0 0,1 1 1 0 0,0-1-1 0 0,0 1 0 0 0,0-1 0 0 0,0 1 1 0 0,0-1-1 0 0,0 1 0 0 0,0-1 0 0 0,-1 4 1 0 0,0 1 178 0 0,0 1 0 0 0,0 0 0 0 0,1 0 0 0 0,-2 12 1 0 0,3-12-396 0 0,0-1 0 0 0,0 1 0 0 0,1-1-1 0 0,0 0 1 0 0,0 1 0 0 0,1-1 0 0 0,0 0 0 0 0,0 0 0 0 0,0 0 0 0 0,1 0 0 0 0,-1 0 0 0 0,8 10 0 0 0,-8-13-12 0 0,1-1-1 0 0,-1 1 1 0 0,0-1-1 0 0,1 1 1 0 0,-1-1-1 0 0,1 0 1 0 0,0 0-1 0 0,0 0 1 0 0,0 0-1 0 0,0-1 1 0 0,0 1-1 0 0,0-1 1 0 0,1 1-1 0 0,-1-1 1 0 0,0 0 0 0 0,1-1-1 0 0,-1 1 1 0 0,0-1-1 0 0,1 1 1 0 0,-1-1-1 0 0,1 0 1 0 0,-1 0-1 0 0,1 0 1 0 0,-1-1-1 0 0,5 0 1 0 0,-4 0 20 0 0,0 0 1 0 0,1-1-1 0 0,-1 1 1 0 0,0-1-1 0 0,0 0 1 0 0,0 0-1 0 0,0 0 1 0 0,-1 0-1 0 0,1 0 1 0 0,-1-1-1 0 0,1 0 1 0 0,-1 0-1 0 0,0 0 1 0 0,0 0-1 0 0,0 0 1 0 0,0-1-1 0 0,-1 1 1 0 0,1-1-1 0 0,-1 0 1 0 0,0 0-1 0 0,0 0 1 0 0,0 0-1 0 0,-1 0 1 0 0,1 0-1 0 0,-1 0 0 0 0,0-1 1 0 0,0 1-1 0 0,-1 0 1 0 0,1-1-1 0 0,-1 1 1 0 0,0 0-1 0 0,0-1 1 0 0,0 1-1 0 0,-1-1 1 0 0,-1-7-1 0 0,0 7 7 0 0,1 0-1 0 0,-1 0 0 0 0,0-1 0 0 0,0 1 0 0 0,0 0 0 0 0,-1 0 0 0 0,0 1 1 0 0,0-1-1 0 0,0 1 0 0 0,0-1 0 0 0,-1 1 0 0 0,-7-7 0 0 0,8 9-49 0 0,0 0-1 0 0,0 0 1 0 0,1 1-1 0 0,-2-1 1 0 0,1 1-1 0 0,0 0 1 0 0,0-1-1 0 0,0 1 1 0 0,0 1-1 0 0,-1-1 1 0 0,1 0-1 0 0,-1 1 1 0 0,1 0-1 0 0,0 0 1 0 0,-1 0-1 0 0,1 0 1 0 0,0 0-1 0 0,-1 1 1 0 0,1-1-1 0 0,-1 1 1 0 0,-5 2-1 0 0,4-1-1724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3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14 17796 0 0,'-1'-1'170'0'0,"0"0"0"0"0,-1-1 0 0 0,1 1 0 0 0,-1 0 0 0 0,1 0 0 0 0,-1 0 1 0 0,0 0-1 0 0,1 0 0 0 0,-1 1 0 0 0,0-1 0 0 0,1 0 0 0 0,-1 1 0 0 0,0-1 0 0 0,0 1 0 0 0,0 0 0 0 0,1-1 1 0 0,-1 1-1 0 0,0 0 0 0 0,0 0 0 0 0,0 0 0 0 0,0 1 0 0 0,0-1 0 0 0,1 0 0 0 0,-3 1 0 0 0,1 0-103 0 0,1 0 0 0 0,-1 0 0 0 0,1 1 1 0 0,-1-1-1 0 0,1 1 0 0 0,0-1 0 0 0,0 1 0 0 0,-1 0 0 0 0,1 0 0 0 0,0 0 0 0 0,1 0 0 0 0,-1 0 0 0 0,0 0 0 0 0,1 0 0 0 0,-3 4 0 0 0,-1 5-18 0 0,0 0 0 0 0,1 1 0 0 0,0 0 0 0 0,1 0 0 0 0,0 0 0 0 0,0 0-1 0 0,2 1 1 0 0,0-1 0 0 0,0 1 0 0 0,1-1 0 0 0,0 1 0 0 0,1-1 0 0 0,1 1 0 0 0,0-1 0 0 0,6 19 0 0 0,-7-28-30 0 0,0 0 0 0 0,0 1 0 0 0,1-1 0 0 0,-1 0 0 0 0,1-1 0 0 0,0 1 0 0 0,0 0 1 0 0,0 0-1 0 0,0-1 0 0 0,0 1 0 0 0,1-1 0 0 0,-1 0 0 0 0,1 0 0 0 0,-1 0 0 0 0,1 0 0 0 0,0 0 0 0 0,0 0 0 0 0,0-1 1 0 0,5 2-1 0 0,-4-1 35 0 0,1-1 1 0 0,0-1 0 0 0,0 1 0 0 0,0-1-1 0 0,0 0 1 0 0,0 0 0 0 0,0 0 0 0 0,0 0-1 0 0,-1-1 1 0 0,1 0 0 0 0,0 0 0 0 0,8-3-1 0 0,-8 2-15 0 0,0 0-1 0 0,0 0 1 0 0,1-1-1 0 0,-1 1 1 0 0,-1-1-1 0 0,1 0 0 0 0,0-1 1 0 0,-1 1-1 0 0,1-1 1 0 0,-1 0-1 0 0,0 0 1 0 0,-1 0-1 0 0,5-5 1 0 0,-6 5-34 0 0,1-1 0 0 0,-1 1 0 0 0,0-1 0 0 0,0 0 0 0 0,0 0 0 0 0,-1 0 0 0 0,0 0 0 0 0,0 0 0 0 0,0 0 0 0 0,0 0 0 0 0,-1 0 0 0 0,0 0 0 0 0,0 0 0 0 0,-1-8 0 0 0,0 3-89 0 0,-1 0 0 0 0,-1 1 1 0 0,1 0-1 0 0,-1-1 0 0 0,-1 1 0 0 0,-8-16 1 0 0,9 20-30 0 0,0-1 0 0 0,0 1 0 0 0,-1 0 0 0 0,0 0 0 0 0,0 0 0 0 0,-1 1 0 0 0,1-1 0 0 0,-1 1 0 0 0,0 0 0 0 0,0 0 0 0 0,-9-4 0 0 0,3 4-591 0 0,7 4 192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3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5065 0 0,'-6'21'12625'0'0,"0"1"-7290"0"0,-12 47-4455 0 0,17-66-1288 0 0,2-1-108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3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6913 0 0,'4'-5'11983'0'0,"0"17"-8109"0"0,2 17-2659 0 0,22 162 642 0 0,-25-184-4899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5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13363 0 0,'-2'0'351'0'0,"1"0"0"0"0,-1 0 0 0 0,0 1 0 0 0,1-1 1 0 0,-1 0-1 0 0,0 1 0 0 0,1-1 0 0 0,-1 1 0 0 0,1-1 0 0 0,-1 1 0 0 0,1 0 0 0 0,-1 0 1 0 0,1 0-1 0 0,-1 0 0 0 0,1 0 0 0 0,0 0 0 0 0,-3 2 0 0 0,2 0-134 0 0,0-1 0 0 0,0 1-1 0 0,1 0 1 0 0,-1 0 0 0 0,0 0-1 0 0,1 0 1 0 0,0 0 0 0 0,-2 5 0 0 0,1 3-142 0 0,0 0 1 0 0,0 0 0 0 0,1 0 0 0 0,1 16 0 0 0,0-16-9 0 0,0-1 0 0 0,2 1 0 0 0,-1 0 0 0 0,4 10 1 0 0,-4-16-25 0 0,1 0 1 0 0,-1-1-1 0 0,1 1 1 0 0,0-1 0 0 0,1 0-1 0 0,-1 0 1 0 0,1 0-1 0 0,0 0 1 0 0,0 0-1 0 0,0 0 1 0 0,5 4 0 0 0,-6-7 6 0 0,1 1 1 0 0,-1 0 0 0 0,1-1 0 0 0,-1 1-1 0 0,1-1 1 0 0,0 1 0 0 0,-1-1 0 0 0,1 0-1 0 0,0-1 1 0 0,0 1 0 0 0,0 0 0 0 0,0-1 0 0 0,0 1-1 0 0,0-1 1 0 0,0 0 0 0 0,0 0 0 0 0,0 0-1 0 0,0 0 1 0 0,0-1 0 0 0,-1 1 0 0 0,1-1-1 0 0,0 0 1 0 0,0 0 0 0 0,0 0 0 0 0,0 0 0 0 0,-1 0-1 0 0,1-1 1 0 0,-1 1 0 0 0,1-1 0 0 0,2-2-1 0 0,-1 2-18 0 0,-1-1 0 0 0,1 0 0 0 0,-1 0-1 0 0,0 0 1 0 0,1-1 0 0 0,-1 1 0 0 0,-1-1-1 0 0,1 0 1 0 0,-1 0 0 0 0,1 0-1 0 0,-1 0 1 0 0,0 0 0 0 0,-1 0 0 0 0,1-1-1 0 0,-1 1 1 0 0,1-1 0 0 0,-1 1 0 0 0,-1-1-1 0 0,1-4 1 0 0,-2 2-70 0 0,0 0-1 0 0,0-1 1 0 0,-1 1-1 0 0,0 0 1 0 0,0 1-1 0 0,-1-1 1 0 0,0 0-1 0 0,0 1 1 0 0,-1-1 0 0 0,0 1-1 0 0,0 0 1 0 0,0 0-1 0 0,0 1 1 0 0,-1-1-1 0 0,0 1 1 0 0,-1 0-1 0 0,1 0 1 0 0,-1 1-1 0 0,0-1 1 0 0,0 1 0 0 0,0 1-1 0 0,0-1 1 0 0,-11-3-1 0 0,14 6-300 0 0,0 0 1 0 0,-1 1-1 0 0,1 0 0 0 0,-1-1 0 0 0,1 1 1 0 0,-1 1-1 0 0,-5-1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17052 0 0,'-19'37'5261'0'0,"14"-26"-5096"0"0,1 1 0 0 0,0 0 1 0 0,-1 13-1 0 0,5-20-1112 0 0,2-3 453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7370 0 0,'1'-1'332'0'0,"-1"1"1"0"0,0-1 0 0 0,0 0 0 0 0,0 1 0 0 0,0-1 0 0 0,1 1 0 0 0,-1-1-1 0 0,0 1 1 0 0,1-1 0 0 0,-1 1 0 0 0,0-1 0 0 0,1 1 0 0 0,-1-1 0 0 0,1 1-1 0 0,-1-1 1 0 0,1 1 0 0 0,-1 0 0 0 0,1-1 0 0 0,-1 1 0 0 0,2-1 0 0 0,13-6 6109 0 0,-9 5-6902 0 0,4-3 672 0 0,58-23 2207 0 0,-63 26-2256 0 0,1 0 1 0 0,0 1-1 0 0,0-1 0 0 0,1 1 0 0 0,-1 1 0 0 0,0-1 1 0 0,0 1-1 0 0,0 0 0 0 0,10 1 0 0 0,-15 0-167 0 0,0-1 0 0 0,0 0 0 0 0,0 1 0 0 0,0-1 0 0 0,-1 0-1 0 0,1 1 1 0 0,0 0 0 0 0,0-1 0 0 0,0 1 0 0 0,0-1 0 0 0,0 1 0 0 0,-1 0 0 0 0,1 0-1 0 0,0-1 1 0 0,-1 1 0 0 0,1 0 0 0 0,0 0 0 0 0,-1 0 0 0 0,1 0 0 0 0,-1 0-1 0 0,0-1 1 0 0,1 1 0 0 0,-1 0 0 0 0,0 0 0 0 0,1 0 0 0 0,-1 0 0 0 0,0 0-1 0 0,0 0 1 0 0,0 1 0 0 0,0-1 0 0 0,0 0 0 0 0,0 0 0 0 0,0 0 0 0 0,0 0 0 0 0,0 0-1 0 0,-1 1 1 0 0,0 5-53 0 0,-1 1 0 0 0,0-1 0 0 0,-6 13-1 0 0,6-16 40 0 0,-10 24-172 0 0,7-19 241 0 0,0 1 0 0 0,1 1-1 0 0,0-1 1 0 0,1 1 0 0 0,0-1 0 0 0,1 1-1 0 0,-2 15 1 0 0,4-25 1 0 0,0 1-1 0 0,0 0 0 0 0,0 0 1 0 0,1-1-1 0 0,-1 1 0 0 0,0 0 1 0 0,1-1-1 0 0,-1 1 0 0 0,1-1 1 0 0,0 1-1 0 0,-1-1 1 0 0,1 1-1 0 0,0-1 0 0 0,0 1 1 0 0,0-1-1 0 0,0 0 0 0 0,0 1 1 0 0,0-1-1 0 0,3 2 0 0 0,-1-1 25 0 0,0 0 0 0 0,0-1-1 0 0,-1 1 1 0 0,2-1-1 0 0,-1 0 1 0 0,0 0 0 0 0,0 0-1 0 0,0 0 1 0 0,6 0-1 0 0,4 1-297 0 0,1-2 0 0 0,-1 0-1 0 0,26-4 1 0 0,-30 3-280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6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8 11979 0 0,'-1'-1'324'0'0,"0"0"1"0"0,-1 1-1 0 0,1-1 1 0 0,0 0-1 0 0,-1 0 1 0 0,1 1-1 0 0,-1-1 1 0 0,1 1 0 0 0,-1 0-1 0 0,1-1 1 0 0,-1 1-1 0 0,0 0 1 0 0,1 0-1 0 0,-1 0 1 0 0,1 0-1 0 0,-1 0 1 0 0,1 0 0 0 0,-1 1-1 0 0,-1-1 1 0 0,0 1-113 0 0,1 1 0 0 0,-1-1 0 0 0,1 0 0 0 0,-1 1 0 0 0,1-1 0 0 0,0 1 0 0 0,0-1 0 0 0,0 1 0 0 0,-1 0 0 0 0,0 2 0 0 0,-4 4-26 0 0,2 0 0 0 0,-1 0 0 0 0,1 1 0 0 0,-8 16 1 0 0,9-14-76 0 0,0-1 1 0 0,1 1 0 0 0,0 0 0 0 0,1 0 0 0 0,0 0-1 0 0,0 0 1 0 0,2 1 0 0 0,-1 13 0 0 0,1-19-64 0 0,1 0 0 0 0,-1-1 1 0 0,1 1-1 0 0,0 0 0 0 0,1-1 1 0 0,-1 1-1 0 0,1-1 0 0 0,0 1 1 0 0,0-1-1 0 0,1 0 0 0 0,-1 0 1 0 0,1 0-1 0 0,0 0 0 0 0,1-1 1 0 0,-1 1-1 0 0,1-1 0 0 0,0 0 1 0 0,5 5-1 0 0,-5-7-17 0 0,0 1 0 0 0,0-1 0 0 0,1 1 1 0 0,-1-1-1 0 0,1-1 0 0 0,-1 1 0 0 0,1-1 0 0 0,0 1 0 0 0,0-1 0 0 0,0-1 1 0 0,0 1-1 0 0,-1-1 0 0 0,1 0 0 0 0,0 0 0 0 0,0 0 0 0 0,0 0 0 0 0,0-1 1 0 0,0 0-1 0 0,0 0 0 0 0,-1 0 0 0 0,6-3 0 0 0,-5 2 0 0 0,0 0 0 0 0,0 0-1 0 0,-1 0 1 0 0,1-1 0 0 0,-1 0 0 0 0,0 0-1 0 0,0 0 1 0 0,0 0 0 0 0,0-1 0 0 0,0 0 0 0 0,-1 1-1 0 0,1-1 1 0 0,-1-1 0 0 0,0 1 0 0 0,0 0-1 0 0,-1-1 1 0 0,1 1 0 0 0,-1-1 0 0 0,3-8-1 0 0,-4 4-94 0 0,0 1 0 0 0,0 0-1 0 0,0-1 1 0 0,-1 1 0 0 0,-1-1-1 0 0,1 1 1 0 0,-1 0 0 0 0,-1-1-1 0 0,1 1 1 0 0,-1 0 0 0 0,-1 0-1 0 0,-5-12 1 0 0,6 13 7 0 0,-1 1 0 0 0,-1-1-1 0 0,1 1 1 0 0,-1 0 0 0 0,0 0 0 0 0,0 1-1 0 0,-1-1 1 0 0,0 1 0 0 0,0 0 0 0 0,0 0-1 0 0,0 1 1 0 0,-1-1 0 0 0,0 1-1 0 0,1 0 1 0 0,-9-3 0 0 0,12 6-172 0 0,0 0 0 0 0,0 0 0 0 0,0 1 0 0 0,0-1 1 0 0,0 1-1 0 0,0-1 0 0 0,0 1 0 0 0,0 0 0 0 0,0 0 0 0 0,0 0 0 0 0,0 0 0 0 0,0 0 1 0 0,0 0-1 0 0,0 1 0 0 0,-3 0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7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10138 0 0,'0'1'538'0'0,"1"0"0"0"0,0 0-1 0 0,-1 1 1 0 0,1-1 0 0 0,0 0 0 0 0,-1 1-1 0 0,0-1 1 0 0,1 0 0 0 0,-1 1-1 0 0,0-1 1 0 0,0 1 0 0 0,0 1 0 0 0,0 20-3299 0 0,0-18 878 0 0,-2 13-673 0 0,-2 10 8415 0 0,-1-3 2957 0 0,5-23-8631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2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15203 0 0,'6'-4'862'0'0,"0"1"-1"0"0,0 0 1 0 0,0 1 0 0 0,0-1-1 0 0,0 1 1 0 0,0 0-1 0 0,11-1 1 0 0,-4 1-545 0 0,0 0 0 0 0,23 1 1 0 0,-34 1-291 0 0,0 0 0 0 0,0 0 0 0 0,0 0 0 0 0,0 1 0 0 0,0-1 0 0 0,0 0 0 0 0,0 1 0 0 0,0 0 0 0 0,0-1 0 0 0,0 1 0 0 0,0 0 0 0 0,-1 0 0 0 0,1 0 0 0 0,3 2 0 0 0,-5-2-27 0 0,1 0 1 0 0,0 0 0 0 0,-1 0-1 0 0,1 0 1 0 0,-1 0 0 0 0,1 0-1 0 0,-1 0 1 0 0,1 0 0 0 0,-1 0-1 0 0,0 0 1 0 0,0 0 0 0 0,1 0-1 0 0,-1 0 1 0 0,0 0 0 0 0,0 1-1 0 0,0-1 1 0 0,0 0 0 0 0,0 0 0 0 0,-1 0-1 0 0,1 0 1 0 0,0 0 0 0 0,0 0-1 0 0,-1 0 1 0 0,1 0 0 0 0,0 0-1 0 0,-1 0 1 0 0,-1 2 0 0 0,-2 5-30 0 0,-1-1 1 0 0,1 0 0 0 0,-2 0 0 0 0,1-1 0 0 0,-1 1-1 0 0,0-1 1 0 0,0 0 0 0 0,-13 9 0 0 0,6-5 31 0 0,55-11-3 0 0,-36 1-1776 0 0,1 1 1 0 0,-1 0-1 0 0,1 0 0 0 0,-1 1 1 0 0,1 0-1 0 0,-1 0 1 0 0,7 3-1 0 0,10 9-1788 0 0,-1 5 7749 0 0,-13-9 2631 0 0,-1 2 3988 0 0,-7-11-10864 0 0,0 1 0 0 0,-1-1 0 0 0,1 0 1 0 0,0 1-1 0 0,-1-1 0 0 0,1 1 1 0 0,-1-1-1 0 0,1 1 0 0 0,-1-1 1 0 0,0 1-1 0 0,0-1 0 0 0,1 1 1 0 0,-1-1-1 0 0,0 1 0 0 0,-1-1 1 0 0,1 1-1 0 0,0-1 0 0 0,0 1 1 0 0,-1-1-1 0 0,1 1 0 0 0,-1 2 1 0 0,0-3 0 0 0,-1 1 0 0 0,1 0 1 0 0,0 0-1 0 0,-1-1 1 0 0,1 1-1 0 0,-1-1 1 0 0,1 1-1 0 0,-1-1 0 0 0,0 0 1 0 0,0 0-1 0 0,0 0 1 0 0,1 0-1 0 0,-5 2 0 0 0,0-1 41 0 0,0 0 0 0 0,0-1-1 0 0,0 1 1 0 0,0-1 0 0 0,0 0-1 0 0,-1-1 1 0 0,1 1 0 0 0,0-1-1 0 0,-12-2 1 0 0,6-1-2592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0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5529 0 0,'1'0'6925'0'0,"4"11"-3553"0"0,-4 3-2271 0 0,-1-1 0 0 0,0 0 1 0 0,-2 17-1 0 0,0-18-808 0 0,1 0 0 0 0,1 1 0 0 0,1 15 0 0 0,-1-26-275 0 0,0 0-1 0 0,1-1 1 0 0,-1 1-1 0 0,0-1 1 0 0,1 1-1 0 0,-1-1 1 0 0,1 1-1 0 0,-1-1 1 0 0,1 1-1 0 0,0-1 1 0 0,-1 1 0 0 0,1-1-1 0 0,0 0 1 0 0,0 1-1 0 0,0-1 1 0 0,0 0-1 0 0,0 0 1 0 0,0 0-1 0 0,1 0 1 0 0,-1 0-1 0 0,0 0 1 0 0,1 0-1 0 0,-1 0 1 0 0,0 0-1 0 0,1 0 1 0 0,-1-1-1 0 0,1 1 1 0 0,-1-1-1 0 0,1 1 1 0 0,-1-1-1 0 0,1 0 1 0 0,0 1-1 0 0,-1-1 1 0 0,1 0 0 0 0,-1 0-1 0 0,1 0 1 0 0,0 0-1 0 0,-1-1 1 0 0,1 1-1 0 0,2-1 1 0 0,7-2 148 0 0,0 0 0 0 0,-1 0 1 0 0,1-1-1 0 0,16-10 1 0 0,-17 9-132 0 0,-4 2-115 0 0,2 0-1080 0 0,-1-1-1 0 0,0 0 0 0 0,13-9 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0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11979 0 0,'0'0'90'0'0,"-1"0"0"0"0,1 0 0 0 0,0 0 0 0 0,0 0 0 0 0,0 0 0 0 0,-1 0 0 0 0,1 0 0 0 0,0 0 0 0 0,0 0 0 0 0,0 0 0 0 0,0 0 0 0 0,-1 0 0 0 0,1 0 0 0 0,0 0 0 0 0,0 0 1 0 0,0 0-1 0 0,-1 0 0 0 0,1 0 0 0 0,0 0 0 0 0,0 0 0 0 0,0 0 0 0 0,-1 0 0 0 0,1 0 0 0 0,0 0 0 0 0,0 1 0 0 0,0-1 0 0 0,0 0 0 0 0,-1 0 0 0 0,1 0 0 0 0,0 0 0 0 0,0 0 0 0 0,0 1 1 0 0,0-1-1 0 0,0 0 0 0 0,0 0 0 0 0,-1 1 0 0 0,0 9 2433 0 0,5 13 56 0 0,-3-21-2480 0 0,7 40 637 0 0,-1 1-1 0 0,-3 0 1 0 0,0 50-1 0 0,-2-85-3296 0 0,-1-7 931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1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11979 0 0,'-2'6'829'0'0,"1"-1"-1"0"0,-1 0 1 0 0,1 1 0 0 0,1-1 0 0 0,-1 0 0 0 0,1 1 0 0 0,0 9 0 0 0,0 7 933 0 0,-2-6-769 0 0,1-12-1282 0 0,0 0 0 0 0,1 0 0 0 0,-1 0 0 0 0,1 0 0 0 0,0 0 1 0 0,1 6-1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80 12443 0 0,'-1'-1'-66'0'0,"-3"-15"3530"0"0,0 16-721 0 0,0 9-859 0 0,1 1-1734 0 0,0 1 0 0 0,1 0 0 0 0,1 1 1 0 0,0-1-1 0 0,0 0 0 0 0,2 12 0 0 0,-1-18-110 0 0,0-1 0 0 0,1 1 1 0 0,-1 0-1 0 0,1-1 0 0 0,0 1 1 0 0,1 0-1 0 0,-1-1 0 0 0,1 1 1 0 0,0-1-1 0 0,0 0 1 0 0,0 0-1 0 0,1 0 0 0 0,-1 0 1 0 0,1 0-1 0 0,0 0 0 0 0,6 5 1 0 0,-6-7-40 0 0,-1-1 1 0 0,0 1 0 0 0,0-1-1 0 0,1 1 1 0 0,-1-1-1 0 0,1 0 1 0 0,0 0 0 0 0,-1-1-1 0 0,1 1 1 0 0,0 0 0 0 0,-1-1-1 0 0,1 1 1 0 0,4-1-1 0 0,-2 0 7 0 0,0-1 0 0 0,0 1-1 0 0,0-1 1 0 0,0 0 0 0 0,0-1-1 0 0,9-2 1 0 0,-3-1 11 0 0,1-1 0 0 0,-2 0 0 0 0,1-1 0 0 0,0 0 0 0 0,10-10 0 0 0,-19 15 6 0 0,1 0 0 0 0,-1 0 0 0 0,0 0 0 0 0,0-1-1 0 0,0 1 1 0 0,0-1 0 0 0,0 1 0 0 0,0-1 0 0 0,0 0-1 0 0,-1 0 1 0 0,0 0 0 0 0,1 0 0 0 0,-1 0 0 0 0,0 0-1 0 0,-1 0 1 0 0,1 0 0 0 0,0 0 0 0 0,-1-6 0 0 0,0 5 14 0 0,0 0 0 0 0,-1 0 0 0 0,0-1 0 0 0,0 1 0 0 0,0 0 0 0 0,-1 0 0 0 0,1 0 0 0 0,-1 0 0 0 0,0 1 0 0 0,0-1 0 0 0,-1 0 0 0 0,1 1 0 0 0,-5-6 0 0 0,0 0 53 0 0,-1 1 1 0 0,1 0-1 0 0,-2 1 1 0 0,1 0-1 0 0,-1 0 1 0 0,0 1-1 0 0,-14-8 0 0 0,19 12-124 0 0,0 0 0 0 0,0 0 0 0 0,-1 0 0 0 0,1 1-1 0 0,0 0 1 0 0,-1 0 0 0 0,1 0 0 0 0,0 0-1 0 0,-1 1 1 0 0,1 0 0 0 0,-1 0 0 0 0,1 0 0 0 0,-1 0-1 0 0,1 1 1 0 0,0 0 0 0 0,-1 0 0 0 0,1 0 0 0 0,0 0-1 0 0,0 1 1 0 0,-1-1 0 0 0,-4 4 0 0 0,4-2-1806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11979 0 0,'0'5'5939'0'0,"-1"10"-4270"0"0,1-12-1121 0 0,-4 53 1369 0 0,0 35-1575 0 0,4-89-334 0 0,0 0-1 0 0,0-1 0 0 0,0 1 1 0 0,1 0-1 0 0,-1-1 1 0 0,0 1-1 0 0,1 0 0 0 0,-1-1 1 0 0,1 1-1 0 0,-1 0 1 0 0,1-1-1 0 0,0 1 0 0 0,-1-1 1 0 0,1 1-1 0 0,0-1 1 0 0,0 0-1 0 0,0 1 0 0 0,0-1 1 0 0,1 0-1 0 0,1 2 1 0 0,-1-2 13 0 0,0 0 1 0 0,0 0-1 0 0,0 0 0 0 0,0-1 1 0 0,0 1-1 0 0,0-1 1 0 0,0 1-1 0 0,1-1 1 0 0,-1 0-1 0 0,0 0 1 0 0,0 0-1 0 0,1 0 1 0 0,-1 0-1 0 0,0-1 0 0 0,3 0 1 0 0,6-1 2 0 0,-1-1 0 0 0,1 0 0 0 0,-1 0 0 0 0,0-1 0 0 0,0-1 0 0 0,0 0 0 0 0,13-9 0 0 0,12-13-3421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4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 10594 0 0,'0'0'331'0'0,"-1"0"-1"0"0,0-1 1 0 0,1 1 0 0 0,-1 0-1 0 0,0-1 1 0 0,1 1 0 0 0,-1 0-1 0 0,0 0 1 0 0,0 0-1 0 0,1 0 1 0 0,-1-1 0 0 0,0 1-1 0 0,1 0 1 0 0,-1 0-1 0 0,0 0 1 0 0,0 1 0 0 0,1-1-1 0 0,-1 0 1 0 0,-1 0-1 0 0,2 1-165 0 0,-1-1 0 0 0,1 0 0 0 0,-1 1 0 0 0,1-1 0 0 0,0 1 0 0 0,-1-1 0 0 0,1 1 0 0 0,-1-1 0 0 0,1 1 0 0 0,0-1-1 0 0,0 1 1 0 0,-1-1 0 0 0,1 1 0 0 0,0-1 0 0 0,0 1 0 0 0,0-1 0 0 0,0 1 0 0 0,-1 0 0 0 0,1 0 0 0 0,0 4 131 0 0,0 1 0 0 0,0-1 1 0 0,1 0-1 0 0,1 8 1 0 0,-1-4 45 0 0,5 86 578 0 0,-5-57-682 0 0,1-1 0 0 0,9 41-1 0 0,-11-77-325 0 0,0-1 50 0 0,0 0-1 0 0,0 0 1 0 0,0 0 0 0 0,0 1-1 0 0,0-1 1 0 0,0 0 0 0 0,0 0-1 0 0,0 1 1 0 0,0-1 0 0 0,0 0-1 0 0,0 0 1 0 0,0 1 0 0 0,0-1-1 0 0,0 0 1 0 0,0 0 0 0 0,0 1-1 0 0,0-1 1 0 0,1 0 0 0 0,-1 0-1 0 0,0 0 1 0 0,0 1 0 0 0,0-1-1 0 0,0 0 1 0 0,1 0 0 0 0,-1 0-1 0 0,0 0 1 0 0,0 1 0 0 0,0-1-1 0 0,1 0 1 0 0,-1 0 0 0 0,0 0-1 0 0,0 0 1 0 0,0 0 0 0 0,1 0-1 0 0,-1 0 1 0 0,0 0 0 0 0,0 0-1 0 0,1 0 1 0 0,-1 0 0 0 0,0 0-1 0 0,0 0 1 0 0,1 0 0 0 0,-1 0-1 0 0,2-1-847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4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7834 0 0,'-1'2'798'0'0,"0"1"0"0"0,0-1 0 0 0,0 1 0 0 0,0 0-1 0 0,1-1 1 0 0,-1 1 0 0 0,1-1 0 0 0,-1 1 0 0 0,1 0 0 0 0,0 4 0 0 0,-1 6 950 0 0,-11 35 323 0 0,10-39-3145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34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11058 0 0,'0'0'49'0'0,"0"0"-1"0"0,0 0 0 0 0,0 0 0 0 0,0-1 1 0 0,0 1-1 0 0,-1 0 0 0 0,1 0 0 0 0,0 0 1 0 0,0-1-1 0 0,0 1 0 0 0,0 0 0 0 0,0 0 1 0 0,1 0-1 0 0,-1-1 0 0 0,0 1 0 0 0,0 0 1 0 0,0 0-1 0 0,0 0 0 0 0,0 0 0 0 0,0-1 1 0 0,0 1-1 0 0,0 0 0 0 0,0 0 0 0 0,0 0 0 0 0,1 0 1 0 0,-1-1-1 0 0,0 1 0 0 0,0 0 0 0 0,0 0 1 0 0,0 0-1 0 0,0 0 0 0 0,1 0 0 0 0,-1 0 1 0 0,0-1-1 0 0,0 1 0 0 0,0 0 0 0 0,0 0 1 0 0,1 0-1 0 0,-1 0 0 0 0,0 0 0 0 0,1 0 1 0 0,7 6 2001 0 0,6 13 1403 0 0,-9-8-2699 0 0,-1 0 0 0 0,-1 1-1 0 0,0-1 1 0 0,2 18 0 0 0,2 50 156 0 0,-3-20-155 0 0,-3-47-732 0 0,-1-9-86 0 0,0 1 0 0 0,0-1 0 0 0,1 0 1 0 0,-1 1-1 0 0,1-1 0 0 0,-1 0 0 0 0,1 0 0 0 0,0 0 0 0 0,0 0 0 0 0,0 0 0 0 0,1 0 0 0 0,1 4 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31 5985 0 0,'0'-3'167'0'0,"0"1"0"0"0,1-1 0 0 0,0 1 0 0 0,-1-1 0 0 0,1 1 0 0 0,0 0 1 0 0,0-1-1 0 0,0 1 0 0 0,1 0 0 0 0,-1 0 0 0 0,2-3 0 0 0,-2 5-8 0 0,-1 1 1 0 0,0-1-1 0 0,0 0 1 0 0,1 0-1 0 0,-1 0 1 0 0,0 1-1 0 0,1-1 1 0 0,-1 0-1 0 0,0 0 1 0 0,0 1-1 0 0,0-1 1 0 0,1 0-1 0 0,-1 1 1 0 0,0-1-1 0 0,0 0 1 0 0,0 0 0 0 0,0 1-1 0 0,0-1 1 0 0,1 0-1 0 0,-1 1 1 0 0,0-1-1 0 0,0 0 1 0 0,0 1-1 0 0,0-1 1 0 0,0 0-1 0 0,0 1 1 0 0,0-1-1 0 0,0 0 1 0 0,0 1-1 0 0,0-1 1 0 0,-1 1-1 0 0,1 13 1190 0 0,-1 0-397 0 0,-1 0-1 0 0,-1 0 1 0 0,-5 17 0 0 0,4-19-389 0 0,1 1 1 0 0,0-1 0 0 0,1 1 0 0 0,0 15 0 0 0,2-27-556 0 0,-1-1 1 0 0,1 1 0 0 0,0-1-1 0 0,0 1 1 0 0,0 0 0 0 0,0-1-1 0 0,1 1 1 0 0,-1-1 0 0 0,0 1 0 0 0,0-1-1 0 0,0 1 1 0 0,0-1 0 0 0,0 1-1 0 0,1-1 1 0 0,-1 1 0 0 0,0-1 0 0 0,0 1-1 0 0,1-1 1 0 0,-1 1 0 0 0,0-1-1 0 0,1 0 1 0 0,-1 1 0 0 0,1-1 0 0 0,-1 1-1 0 0,0-1 1 0 0,1 0 0 0 0,-1 0-1 0 0,1 1 1 0 0,-1-1 0 0 0,1 0 0 0 0,0 1-1 0 0,0-1 32 0 0,1 0-1 0 0,-1 0 1 0 0,1 0 0 0 0,-1 0-1 0 0,1 0 1 0 0,-1-1-1 0 0,0 1 1 0 0,1 0 0 0 0,-1-1-1 0 0,0 1 1 0 0,3-2-1 0 0,5-3 189 0 0,-1 1 1 0 0,13-11-1 0 0,-20 14-226 0 0,39-23-1280 0 0,-31 19 402 0 0,0 0 0 0 0,-1 0 0 0 0,1-1 0 0 0,10-10 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0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 1840 0 0,'0'0'113'0'0,"0"-1"0"0"0,0 1-1 0 0,0 0 1 0 0,0 0-1 0 0,0 0 1 0 0,-1-1-1 0 0,1 1 1 0 0,0 0-1 0 0,0 0 1 0 0,0 0 0 0 0,0-1-1 0 0,0 1 1 0 0,-1 0-1 0 0,1 0 1 0 0,0 0-1 0 0,0 0 1 0 0,0-1 0 0 0,0 1-1 0 0,-1 0 1 0 0,1 0-1 0 0,0 0 1 0 0,0 0-1 0 0,0 0 1 0 0,-1 0 0 0 0,1 0-1 0 0,0 0 1 0 0,0 0-1 0 0,-1 0 1 0 0,1 0-1 0 0,0-1 1 0 0,0 1-1 0 0,-1 0 1 0 0,1 1 0 0 0,-1 7 6071 0 0,0-2-6730 0 0,-12 162 8994 0 0,11-121-6760 0 0,1-44-1662 0 0,0 5 91 0 0,1-1 0 0 0,0 1-1 0 0,0 0 1 0 0,0-1 0 0 0,1 1 0 0 0,0 0 0 0 0,0-1 0 0 0,1 1 0 0 0,4 10 0 0 0,-6-17-199 0 0,0-1 0 0 0,0 0 0 0 0,0 1-1 0 0,0-1 1 0 0,0 0 0 0 0,1 0 0 0 0,-1 1 0 0 0,0-1 0 0 0,0 0 0 0 0,0 0 0 0 0,1 1 0 0 0,-1-1 0 0 0,0 0-1 0 0,0 0 1 0 0,0 1 0 0 0,1-1 0 0 0,-1 0 0 0 0,0 0 0 0 0,1 0 0 0 0,-1 0 0 0 0,0 0 0 0 0,0 1 0 0 0,1-1-1 0 0,-1 0 1 0 0,0 0 0 0 0,1 0 0 0 0,-1 0 0 0 0,0 0 0 0 0,1 0 0 0 0,-1 0 0 0 0,0 0 0 0 0,1 0-1 0 0,-1 0 1 0 0,0 0 0 0 0,1 0 0 0 0,-1 0 0 0 0,0 0 0 0 0,1-1 0 0 0,-1 1 0 0 0,0 0 0 0 0,0 0 0 0 0,1 0-1 0 0,-1 0 1 0 0,0-1 0 0 0,1 1 0 0 0,-1 0 0 0 0,0-1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0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5985 0 0,'-1'1'70'0'0,"0"1"0"0"0,0-1 0 0 0,0 1 0 0 0,0 0 0 0 0,1 0 0 0 0,-1-1 0 0 0,0 1-1 0 0,1 0 1 0 0,0 0 0 0 0,-1 0 0 0 0,1 0 0 0 0,0-1 0 0 0,0 1 0 0 0,0 2 0 0 0,0 6 1170 0 0,-16 65 5665 0 0,18-67-8662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1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50 6913 0 0,'0'0'82'0'0,"-1"0"-1"0"0,1 0 1 0 0,-1 0-1 0 0,1-1 1 0 0,0 1-1 0 0,-1 0 0 0 0,1 0 1 0 0,0 0-1 0 0,-1-1 1 0 0,1 1-1 0 0,0 0 1 0 0,0-1-1 0 0,-1 1 0 0 0,1 0 1 0 0,0-1-1 0 0,0 1 1 0 0,-1 0-1 0 0,1-1 1 0 0,0 1-1 0 0,0 0 0 0 0,0-1 1 0 0,0 1-1 0 0,-1 0 1 0 0,1-1-1 0 0,0 1 1 0 0,0-1-1 0 0,0 1 0 0 0,0 0 1 0 0,0-1-1 0 0,0 1 1 0 0,0-1-1 0 0,0 1 1 0 0,0 0-1 0 0,0-1 0 0 0,0 1 1 0 0,1-1-1 0 0,-1 1 1 0 0,0-1-1 0 0,15-10 1901 0 0,-7 7-1552 0 0,-1 0 0 0 0,1 1 0 0 0,0 0 0 0 0,0 0 0 0 0,0 1 0 0 0,0 0 1 0 0,0 0-1 0 0,1 1 0 0 0,-1 0 0 0 0,1 1 0 0 0,-1 0 0 0 0,0 0 0 0 0,1 1 0 0 0,8 1 1 0 0,-15-2-380 0 0,0 1 1 0 0,-1-1-1 0 0,1 1 1 0 0,-1-1-1 0 0,1 1 1 0 0,-1 0-1 0 0,1 0 1 0 0,-1-1 0 0 0,1 1-1 0 0,-1 0 1 0 0,1 0-1 0 0,-1 0 1 0 0,0 1-1 0 0,0-1 1 0 0,0 0-1 0 0,0 0 1 0 0,0 1-1 0 0,0-1 1 0 0,0 1-1 0 0,1 1 1 0 0,-1-1-18 0 0,-1 1 0 0 0,1-1 0 0 0,-1 0 0 0 0,1 1 0 0 0,-1 0 0 0 0,0-1 1 0 0,0 1-1 0 0,0-1 0 0 0,0 1 0 0 0,0-1 0 0 0,-2 6 0 0 0,-1 3 39 0 0,-1 0 1 0 0,0 0 0 0 0,-1 0-1 0 0,-9 15 1 0 0,-8 11 445 0 0,14-26-196 0 0,0 1 1 0 0,1 0-1 0 0,1 1 0 0 0,-7 18 0 0 0,12-30-305 0 0,1 0 0 0 0,0-1 0 0 0,0 1 0 0 0,0 0-1 0 0,0-1 1 0 0,0 1 0 0 0,0-1 0 0 0,0 1 0 0 0,0 0 0 0 0,0-1 0 0 0,0 1 0 0 0,0 0 0 0 0,0-1 0 0 0,0 1 0 0 0,0 0 0 0 0,0-1 0 0 0,1 1 0 0 0,-1-1 0 0 0,0 1-1 0 0,0 0 1 0 0,1-1 0 0 0,-1 1 0 0 0,1-1 0 0 0,-1 1 0 0 0,0-1 0 0 0,1 1 0 0 0,0-1 0 0 0,0 1 5 0 0,1 0 1 0 0,-1 0-1 0 0,1 0 1 0 0,-1-1-1 0 0,1 1 1 0 0,-1-1-1 0 0,1 1 1 0 0,-1-1-1 0 0,1 1 1 0 0,2-1-1 0 0,5 0 34 0 0,-1 1 0 0 0,1-2 0 0 0,9-1 0 0 0,-17 2-45 0 0,13-2-12 0 0,0-2 1 0 0,20-6-1 0 0,-1 0-2903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2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11522 0 0,'2'11'-578'0'0,"-6"15"4129"0"0,3-16-2988 0 0,-17 110 3684 0 0,18-119-4188 0 0,0 0 0 0 0,0 0 0 0 0,0 0 0 0 0,0 0 0 0 0,0 0 0 0 0,0 0-1 0 0,0 0 1 0 0,0 0 0 0 0,0 0 0 0 0,0 0 0 0 0,1 0 0 0 0,-1 0 0 0 0,0 0-1 0 0,1 0 1 0 0,-1-1 0 0 0,0 1 0 0 0,1 0 0 0 0,-1 0 0 0 0,1 0-1 0 0,0 0 1 0 0,-1-1 0 0 0,1 1 0 0 0,1 1 0 0 0,-1-2-13 0 0,0 1 0 0 0,0-1 0 0 0,0 1-1 0 0,0-1 1 0 0,1 0 0 0 0,-1 0 0 0 0,0 1 0 0 0,0-1 0 0 0,1 0 0 0 0,-1 0-1 0 0,0 0 1 0 0,0 0 0 0 0,1 0 0 0 0,-1-1 0 0 0,2 1 0 0 0,6-3-100 0 0,0 0 0 0 0,0 0 1 0 0,15-9-1 0 0,-17 8-199 0 0,-2 2-14 0 0,25-14-2185 0 0,-10 5-2466 0 0,-15 8-115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 1376 0 0,'-2'-2'3518'0'0,"2"2"-3199"0"0,0 0 1 0 0,-1 0 0 0 0,1 0 0 0 0,0 0-1 0 0,-1 0 1 0 0,1-1 0 0 0,0 1 0 0 0,0 0-1 0 0,-1 0 1 0 0,1 0 0 0 0,0 0 0 0 0,-4 2 3837 0 0,4-2-3838 0 0,-5 14 2463 0 0,2 24-4760 0 0,2-31 3809 0 0,1 5-1386 0 0,-2 78 3242 0 0,3-76-3326 0 0,0 0 0 0 0,1 0-1 0 0,1 0 1 0 0,5 19 0 0 0,1-18-1274 0 0,-4-9-5674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2304 0 0,'-3'5'815'0'0,"1"1"0"0"0,-1 0-1 0 0,1 1 1 0 0,0-1-1 0 0,1 0 1 0 0,0 1 0 0 0,-1-1-1 0 0,2 0 1 0 0,-1 9-1 0 0,1-15-809 0 0,0 2 6 0 0,0 0 0 0 0,0 0 0 0 0,0 0 0 0 0,0 0-1 0 0,1 0 1 0 0,-1 0 0 0 0,0 0 0 0 0,1 0 0 0 0,1 2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4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8754 0 0,'0'-1'55'0'0,"0"-1"1"0"0,0 1 0 0 0,1 0-1 0 0,-1 0 1 0 0,0 0-1 0 0,1 0 1 0 0,0-1-1 0 0,-1 1 1 0 0,1 0-1 0 0,-1 0 1 0 0,1 0 0 0 0,0 0-1 0 0,0 1 1 0 0,0-1-1 0 0,0 0 1 0 0,-1 0-1 0 0,1 0 1 0 0,0 1 0 0 0,0-1-1 0 0,2-1 1 0 0,26-12 320 0 0,-19 10 131 0 0,2-1 421 0 0,0 0 0 0 0,0 0 0 0 0,22-4 0 0 0,-30 8-685 0 0,1 0 0 0 0,0 0-1 0 0,0 1 1 0 0,0 0 0 0 0,0 0 0 0 0,0 0-1 0 0,0 0 1 0 0,0 1 0 0 0,0 0 0 0 0,-1 0-1 0 0,1 0 1 0 0,9 4 0 0 0,-14-5-225 0 0,1 1 0 0 0,0-1 1 0 0,0 0-1 0 0,-1 1 0 0 0,1-1 0 0 0,0 1 1 0 0,-1-1-1 0 0,1 1 0 0 0,-1-1 0 0 0,1 1 1 0 0,-1-1-1 0 0,1 1 0 0 0,-1 0 0 0 0,1-1 1 0 0,-1 1-1 0 0,1 0 0 0 0,-1-1 0 0 0,0 1 1 0 0,1 0-1 0 0,-1-1 0 0 0,0 1 0 0 0,1 0 1 0 0,-1 0-1 0 0,0-1 0 0 0,0 1 0 0 0,0 0 1 0 0,0 1-1 0 0,0 0-4 0 0,-1 0 1 0 0,1-1-1 0 0,-1 1 0 0 0,0 0 0 0 0,1-1 1 0 0,-1 1-1 0 0,0 0 0 0 0,0-1 0 0 0,0 1 1 0 0,0-1-1 0 0,-3 3 0 0 0,-3 3-3 0 0,0-1-1 0 0,0 0 0 0 0,-12 8 1 0 0,-5-1 376 0 0,18-11-203 0 0,0 1-1 0 0,1 0 1 0 0,0 0-1 0 0,0 1 1 0 0,-6 4-1 0 0,35-9-135 0 0,-14 1-105 0 0,-1 0 0 0 0,1 0 0 0 0,-1 1 0 0 0,0 0 0 0 0,1 1 0 0 0,-1 0 0 0 0,0 0 0 0 0,0 1 0 0 0,0 0-1 0 0,-1 1 1 0 0,1 0 0 0 0,-1 0 0 0 0,0 1 0 0 0,8 5 0 0 0,-15-9 74 0 0,0 0 1 0 0,0 0-1 0 0,0 0 0 0 0,0-1 0 0 0,0 2 1 0 0,0-1-1 0 0,0 0 0 0 0,0 0 1 0 0,-1 0-1 0 0,1 0 0 0 0,0 0 0 0 0,-1 1 1 0 0,1-1-1 0 0,-1 0 0 0 0,0 0 1 0 0,1 1-1 0 0,-1-1 0 0 0,0 0 0 0 0,0 1 1 0 0,1-1-1 0 0,-1 0 0 0 0,-1 3 0 0 0,1-2 55 0 0,-1-1-1 0 0,1 1 0 0 0,-1 0 0 0 0,0 0 0 0 0,0 0 0 0 0,0-1 0 0 0,0 1 0 0 0,0 0 0 0 0,0-1 0 0 0,-1 1 0 0 0,1-1 0 0 0,0 1 0 0 0,-3 1 1 0 0,-2 2 121 0 0,0-1 1 0 0,0 0 0 0 0,-1 0 0 0 0,1-1 0 0 0,-1 0 0 0 0,0 0 0 0 0,-8 2-1 0 0,4-2 4 0 0,1-1 1 0 0,-20 2-1 0 0,27-4-191 0 0,-1 0 1 0 0,1 0 0 0 0,0 0 0 0 0,-1 0 0 0 0,1-1 0 0 0,0 1-1 0 0,-1-1 1 0 0,1 0 0 0 0,0 0 0 0 0,0 0 0 0 0,0 0 0 0 0,0-1-1 0 0,-4-1 1 0 0,6 2-145 0 0,1 1-1 0 0,-1-1 0 0 0,1 1 1 0 0,-1-1-1 0 0,1 0 0 0 0,-1 1 1 0 0,1-1-1 0 0,-1 1 1 0 0,1-1-1 0 0,0 0 0 0 0,-1 0 1 0 0,1 1-1 0 0,0-1 0 0 0,-1 0 1 0 0,1 1-1 0 0,0-1 1 0 0,0-1-1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6:49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 1 16418,'-264'2956'0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50.7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25 4837 0 0,'-6'9'10385'0'0,"6"-8"-10119"0"0,3 13 5446 0 0,7 22-7252 0 0,0-1 1540 0 0,29 65 0 0 0,-37-95 0 0 0,1 0 0 0 0,-1 0 0 0 0,1 0 0 0 0,0 0 0 0 0,0 0 0 0 0,6 6 0 0 0,-8-10 0 0 0,0 0 0 0 0,0 0 0 0 0,0-1 0 0 0,0 1 0 0 0,0-1 0 0 0,0 1 0 0 0,0 0 0 0 0,0-1 0 0 0,0 0 0 0 0,0 1 0 0 0,0-1 0 0 0,0 0 0 0 0,0 1 0 0 0,0-1 0 0 0,1 0 0 0 0,-1 0 0 0 0,0 0 0 0 0,0 0 0 0 0,0 0 0 0 0,0 0 0 0 0,1 0 0 0 0,-1 0 0 0 0,0-1 0 0 0,0 1 0 0 0,0 0 0 0 0,0-1 0 0 0,0 1 0 0 0,0-1 0 0 0,0 1 0 0 0,0-1 0 0 0,0 0 0 0 0,0 1 0 0 0,0-1 0 0 0,0 0 0 0 0,0 0 0 0 0,0 1 0 0 0,1-3 0 0 0,14-15 0 0 0,0 0 0 0 0,-1-1 0 0 0,0-1 0 0 0,15-30 0 0 0,2-2 0 0 0,-20 33-27 0 0,-9 13-25 0 0,1 0 0 0 0,0 0-1 0 0,0 0 1 0 0,1 0-1 0 0,-1 0 1 0 0,1 1-1 0 0,0 0 1 0 0,11-8-1 0 0,-12 11-71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6:53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18346,'213'2660'0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55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3457 0 0,'3'10'16203'0'0,"7"-1"-16203"0"0,0 1 0 0 0,0-1 0 0 0,-1 2 0 0 0,-1-1 0 0 0,0 1 0 0 0,0 1 0 0 0,-1-1 0 0 0,8 18 0 0 0,34 72 0 0 0,-48-99 0 0 0,0-1 0 0 0,-1 1 0 0 0,1-1 0 0 0,0 1 0 0 0,0-1 0 0 0,1 1 0 0 0,-1-1 0 0 0,0 0 0 0 0,0 0 0 0 0,1 1 0 0 0,-1-1 0 0 0,1 0 0 0 0,-1 0 0 0 0,4 1 0 0 0,-4-2 0 0 0,-1 0 0 0 0,1 1 0 0 0,0-1 0 0 0,0 0 0 0 0,0 0 0 0 0,0-1 0 0 0,0 1 0 0 0,0 0 0 0 0,0 0 0 0 0,0 0 0 0 0,0-1 0 0 0,-1 1 0 0 0,1 0 0 0 0,0-1 0 0 0,0 1 0 0 0,0 0 0 0 0,-1-1 0 0 0,1 1 0 0 0,0-1 0 0 0,0 0 0 0 0,-1 1 0 0 0,1-1 0 0 0,0 0 0 0 0,-1 1 0 0 0,1-1 0 0 0,-1 0 0 0 0,1 0 0 0 0,-1 1 0 0 0,1-1 0 0 0,-1-1 0 0 0,13-21-1040 0 0,-1-1 0 0 0,-2 0 0 0 0,0-1 1 0 0,6-26-1 0 0,10-25-834 0 0,-19 56 1972 0 0,-6 15-166 0 0,0-1 0 0 0,1 1 0 0 0,0 0 0 0 0,1 0 1 0 0,-1-1-1 0 0,1 2 0 0 0,0-1 0 0 0,0 0 0 0 0,0 0 0 0 0,1 1 0 0 0,5-6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15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0 17135,'-267'3296'0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16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63 4145 0 0,'-1'-2'11547'0'0,"-4"-7"-9342"0"0,6 9-2044 0 0,0 1-1 0 0,0-1 0 0 0,0 0 0 0 0,1 0 1 0 0,-1 1-1 0 0,0-1 0 0 0,0 1 0 0 0,0-1 1 0 0,0 1-1 0 0,2 0 0 0 0,-2 1-160 0 0,0-1 0 0 0,1 0 0 0 0,-1 1 0 0 0,0-1 0 0 0,0 1 0 0 0,0-1 0 0 0,0 1 0 0 0,0 0 0 0 0,0-1 0 0 0,0 1 0 0 0,0 0 0 0 0,0 3 0 0 0,6 24 0 0 0,-6-23 0 0 0,6 46 0 0 0,-6-34 0 0 0,1-1 0 0 0,1 0 0 0 0,9 28 0 0 0,-12-44 0 0 0,0 0 0 0 0,1-1 0 0 0,-1 1 0 0 0,0 0 0 0 0,0-1 0 0 0,1 1 0 0 0,-1 0 0 0 0,0-1 0 0 0,1 1 0 0 0,-1-1 0 0 0,0 1 0 0 0,1-1 0 0 0,-1 1 0 0 0,1-1 0 0 0,-1 1 0 0 0,1-1 0 0 0,-1 1 0 0 0,1-1 0 0 0,-1 1 0 0 0,1-1 0 0 0,0 0 0 0 0,-1 1 0 0 0,1-1 0 0 0,-1 0 0 0 0,1 0 0 0 0,0 0 0 0 0,-1 1 0 0 0,1-1 0 0 0,0 0 0 0 0,-1 0 0 0 0,1 0 0 0 0,0 0 0 0 0,-1 0 0 0 0,1 0 0 0 0,0 0 0 0 0,0 0 0 0 0,-1 0 0 0 0,1-1 0 0 0,0 1 0 0 0,-1 0 0 0 0,1 0 0 0 0,-1-1 0 0 0,1 1 0 0 0,0 0 0 0 0,-1-1 0 0 0,1 1 0 0 0,-1 0 0 0 0,1-1 0 0 0,0 0 0 0 0,4-3 0 0 0,0 0 0 0 0,-1-1 0 0 0,1 1 0 0 0,4-8 0 0 0,-6 7 0 0 0,28-33-42 0 0,44-74 0 0 0,-38 42-3817 0 0,-29 54 1449 0 0,-7 13 2070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17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16026,'221'2673'0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19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5 145 5297 0 0,'-4'14'14363'0'0,"8"-1"-14363"0"0,-3-10 0 0 0,0 0 0 0 0,0 0 0 0 0,0 0 0 0 0,0 0 0 0 0,0 0 0 0 0,1-1 0 0 0,-1 1 0 0 0,1-1 0 0 0,0 1 0 0 0,0-1 0 0 0,0 1 0 0 0,0-1 0 0 0,4 4 0 0 0,-1-2 0 0 0,1 0 0 0 0,-1 0 0 0 0,0 1 0 0 0,0 0 0 0 0,-1 0 0 0 0,1 0 0 0 0,-1 1 0 0 0,3 6 0 0 0,-3-7 0 0 0,0 1 0 0 0,0 0 0 0 0,0-1 0 0 0,1 0 0 0 0,-1 0 0 0 0,1 0 0 0 0,0-1 0 0 0,10 7 0 0 0,-14-11-2 0 0,0 1 0 0 0,1-1 0 0 0,-1 1 0 0 0,0-1 0 0 0,1 1 0 0 0,-1-1 0 0 0,1 0 0 0 0,-1 0 0 0 0,0 1 1 0 0,1-1-1 0 0,-1 0 0 0 0,1 0 0 0 0,-1-1 0 0 0,1 1 0 0 0,-1 0 0 0 0,1 0 0 0 0,-1-1 0 0 0,0 1 0 0 0,1-1 0 0 0,-1 1 0 0 0,0-1 0 0 0,1 1 0 0 0,-1-1 0 0 0,0 0 0 0 0,0 0 0 0 0,0 0 0 0 0,1 0 0 0 0,-1 0 0 0 0,0 0 0 0 0,0 0 0 0 0,0 0 0 0 0,-1 0 0 0 0,2-2 0 0 0,4-5-349 0 0,0-1-1 0 0,-1 0 1 0 0,7-17-1 0 0,-5 12-598 0 0,-2 3 89 0 0,-2 5 255 0 0,0 0 0 0 0,0-1-1 0 0,1 1 1 0 0,7-9-1 0 0,-7 9 518 0 0,0 0 0 0 0,-1 0 0 0 0,1-1 0 0 0,-2 1 0 0 0,1-1 0 0 0,3-12 0 0 0,1-4 119 0 0,32-71-135 0 0,-38 88-117 0 0,1 1-63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21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278 1 18534,'-277'3256'0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22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12 4609 0 0,'-5'2'9535'0'0,"22"46"-4572"0"0,0 3-3875 0 0,25 70-1623 0 0,-41-120 535 0 0,-1 0 0 0 0,0-1 0 0 0,0 1 0 0 0,1 0 0 0 0,-1-1 0 0 0,0 1 0 0 0,1-1 0 0 0,-1 1 0 0 0,1 0 0 0 0,-1-1 0 0 0,1 1 0 0 0,-1-1 0 0 0,1 1 0 0 0,-1-1 0 0 0,1 0 0 0 0,-1 1 0 0 0,1-1 0 0 0,0 1 0 0 0,-1-1 0 0 0,1 0 0 0 0,0 0 0 0 0,-1 1 0 0 0,1-1 0 0 0,0 0 0 0 0,-1 0 0 0 0,2 0 0 0 0,-1 0 0 0 0,0 0 0 0 0,1 0 0 0 0,-1-1 0 0 0,0 1 0 0 0,0-1 0 0 0,1 1 0 0 0,-1-1 0 0 0,0 1 0 0 0,0-1 0 0 0,0 0 0 0 0,0 1 0 0 0,0-1 0 0 0,1-1 0 0 0,5-5 0 0 0,-1 0 0 0 0,-1 0 0 0 0,8-10 0 0 0,-11 13 0 0 0,27-38-834 0 0,23-35-4657 0 0,-16 26 5059 0 0,-18 29-150 0 0,-14 18 276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32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17142,'129'2649'0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33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11 133 1152 0 0,'-11'9'19435'0'0,"18"-3"-20362"0"0,0 3 927 0 0,0 0 0 0 0,0 0 0 0 0,-1 1 0 0 0,8 16 0 0 0,3 4 0 0 0,-15-26 0 0 0,2 2 0 0 0,0 1 0 0 0,0-1 0 0 0,1 0 0 0 0,-1 0 0 0 0,9 7 0 0 0,-12-12 0 0 0,0 0 0 0 0,0-1 0 0 0,0 1 0 0 0,0 0 0 0 0,0 0 0 0 0,0-1 0 0 0,1 1 0 0 0,-1-1 0 0 0,0 1 0 0 0,0-1 0 0 0,0 1 0 0 0,1-1 0 0 0,-1 0 0 0 0,0 0 0 0 0,1 0 0 0 0,-1 0 0 0 0,0 0 0 0 0,1 0 0 0 0,-1 0 0 0 0,0 0 0 0 0,0 0 0 0 0,1 0 0 0 0,-1-1 0 0 0,0 1 0 0 0,0 0 0 0 0,1-1 0 0 0,-1 1 0 0 0,0-1 0 0 0,0 0 0 0 0,0 1 0 0 0,0-1 0 0 0,0 0 0 0 0,0 0 0 0 0,0 0 0 0 0,0 1 0 0 0,0-1 0 0 0,0 0 0 0 0,1-2 0 0 0,20-26-31 0 0,-1 0 0 0 0,28-51-1 0 0,-24 36-676 0 0,3-6 188 0 0,-3-1-6436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36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217 0 17260,'-216'3323'0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37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4377 0 0,'-4'11'16615'0'0,"12"2"-19048"0"0,-4-7 3534 0 0,8 20-1101 0 0,-1 0 0 0 0,12 43 0 0 0,-13-36 0 0 0,17 39 0 0 0,-26-71 0 0 0,-1 0 0 0 0,1 1 0 0 0,0-1 0 0 0,-1 0 0 0 0,1 1 0 0 0,0-1 0 0 0,0 0 0 0 0,0 0 0 0 0,0 0 0 0 0,0 0 0 0 0,0 0 0 0 0,0 0 0 0 0,0 0 0 0 0,0 0 0 0 0,0 0 0 0 0,1 0 0 0 0,-1 0 0 0 0,0-1 0 0 0,0 1 0 0 0,1-1 0 0 0,1 1 0 0 0,-1-1 0 0 0,-1 0 0 0 0,1 0 0 0 0,-1 0 0 0 0,1-1 0 0 0,-1 1 0 0 0,1-1 0 0 0,-1 1 0 0 0,0-1 0 0 0,1 0 0 0 0,-1 1 0 0 0,0-1 0 0 0,0 0 0 0 0,1 0 0 0 0,-1 0 0 0 0,0 0 0 0 0,0 0 0 0 0,0 0 0 0 0,0 0 0 0 0,0 0 0 0 0,0 0 0 0 0,0-2 0 0 0,18-25-790 0 0,-2-1 0 0 0,-1 0 0 0 0,14-39 0 0 0,4-7-2861 0 0,-21 58 3574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39.8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18510,'136'2566'0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42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 2993 0 0,'-3'22'15693'0'0,"7"-10"-14719"0"0,4 5-974 0 0,1-1 0 0 0,0 0 0 0 0,19 23 0 0 0,-2-2 0 0 0,0 6 0 0 0,-19-29 0 0 0,1 0 0 0 0,0-1 0 0 0,1 0 0 0 0,13 13 0 0 0,-22-25 0 0 0,1 0 0 0 0,0 0 0 0 0,0 0 0 0 0,0-1 0 0 0,0 1 0 0 0,0 0 0 0 0,0-1 0 0 0,0 1 0 0 0,0-1 0 0 0,0 1 0 0 0,0-1 0 0 0,0 0 0 0 0,0 1 0 0 0,0-1 0 0 0,0 0 0 0 0,0 0 0 0 0,0 1 0 0 0,1-1 0 0 0,-1 0 0 0 0,0 0 0 0 0,0-1 0 0 0,0 1 0 0 0,0 0 0 0 0,0 0 0 0 0,1 0 0 0 0,-1-1 0 0 0,0 1 0 0 0,0 0 0 0 0,0-1 0 0 0,0 1 0 0 0,0-1 0 0 0,0 0 0 0 0,0 1 0 0 0,0-1 0 0 0,0 0 0 0 0,0 1 0 0 0,-1-1 0 0 0,1 0 0 0 0,0 0 0 0 0,0 0 0 0 0,0-2 0 0 0,5-4 0 0 0,0-1 0 0 0,-1 0 0 0 0,-1 0 0 0 0,5-10 0 0 0,-5 10 0 0 0,111-206-912 0 0,-109 198 1390 0 0,-2 5-4079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45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0 18603,'-242'3351'0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47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4837 0 0,'5'12'16242'0'0,"9"1"-18942"0"0,-11-9 3981 0 0,14 14-1281 0 0,-2 0 0 0 0,0 2 0 0 0,-2-1 0 0 0,0 2 0 0 0,-1 0 0 0 0,-1 0 0 0 0,15 40 0 0 0,-24-56 0 0 0,-1-2 0 0 0,0 1 0 0 0,0-1 0 0 0,1 0 0 0 0,-1 0 0 0 0,1 1 0 0 0,2 2 0 0 0,-3-6 0 0 0,-1 0 0 0 0,1 1 0 0 0,-1-1 0 0 0,1 0 0 0 0,-1 1 0 0 0,1-1 0 0 0,-1 0 0 0 0,1 1 0 0 0,-1-1 0 0 0,1 0 0 0 0,-1 0 0 0 0,1 1 0 0 0,-1-1 0 0 0,1 0 0 0 0,0 0 0 0 0,-1 0 0 0 0,1 0 0 0 0,-1 0 0 0 0,1 0 0 0 0,-1 0 0 0 0,1 0 0 0 0,0 0 0 0 0,-1 0 0 0 0,1 0 0 0 0,-1-1 0 0 0,1 1 0 0 0,-1 0 0 0 0,1 0 0 0 0,0 0 0 0 0,-1-1 0 0 0,1 1 0 0 0,-1 0 0 0 0,1-1 0 0 0,-1 1 0 0 0,0 0 0 0 0,1-1 0 0 0,-1 1 0 0 0,1-1 0 0 0,-1 1 0 0 0,0-1 0 0 0,1 1 0 0 0,-1-1 0 0 0,1 0 0 0 0,12-16-658 0 0,-1 0 0 0 0,0-1 0 0 0,-2 0 0 0 0,15-33 0 0 0,-9 17-2160 0 0,2-2 2284 0 0,40-74 413 0 0,-43 91 464 0 0,-10 13-848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49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16396,'158'2728'0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51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10 108 3457 0 0,'-9'-5'14847'0'0,"10"5"-14797"0"0,1 0 0 0 0,-1 0 0 0 0,1 0 1 0 0,-1 0-1 0 0,1 0 0 0 0,0 0 0 0 0,-1 0 1 0 0,1 0-1 0 0,-1 1 0 0 0,1-1 0 0 0,-1 1 1 0 0,1-1-1 0 0,-1 1 0 0 0,0 0 0 0 0,1-1 1 0 0,-1 1-1 0 0,0 0 0 0 0,1 0 0 0 0,-1 0 1 0 0,0 0-1 0 0,0 0 0 0 0,0 0 0 0 0,0 0 1 0 0,0 0-1 0 0,0 1 0 0 0,1 1 0 0 0,39 60-50 0 0,-32-46 0 0 0,1-1 0 0 0,1-1 0 0 0,21 25 0 0 0,-31-39 0 0 0,0 0 0 0 0,-1-1 0 0 0,1 1 0 0 0,0-1 0 0 0,0 1 0 0 0,0 0 0 0 0,0-1 0 0 0,0 0 0 0 0,0 1 0 0 0,0-1 0 0 0,0 0 0 0 0,0 1 0 0 0,0-1 0 0 0,0 0 0 0 0,0 0 0 0 0,0 0 0 0 0,0 0 0 0 0,0 0 0 0 0,0 0 0 0 0,0 0 0 0 0,0 0 0 0 0,0 0 0 0 0,0 0 0 0 0,0-1 0 0 0,0 1 0 0 0,0 0 0 0 0,0-1 0 0 0,0 1 0 0 0,0-1 0 0 0,-1 1 0 0 0,1-1 0 0 0,0 1 0 0 0,0-1 0 0 0,0 1 0 0 0,0-1 0 0 0,-1 0 0 0 0,2-1 0 0 0,3-3 0 0 0,0-1 0 0 0,-1 1 0 0 0,0-1 0 0 0,4-7 0 0 0,-6 10 0 0 0,24-43-383 0 0,-3-2 1 0 0,20-54-1 0 0,-32 66-1754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7:57.4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260 1 18531,'-259'3146'0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7:59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59 2533 0 0,'-17'-17'16092'0'0,"15"12"-14531"0"0,1-2-2087 0 0,3 1 526 0 0,1 12 0 0 0,2 13 0 0 0,40 205 0 0 0,-45-223 0 0 0,0 1 0 0 0,0-1 0 0 0,1 0 0 0 0,-1 0 0 0 0,0 1 0 0 0,1-1 0 0 0,-1 0 0 0 0,1 0 0 0 0,0 0 0 0 0,-1 0 0 0 0,1 1 0 0 0,0-1 0 0 0,0 0 0 0 0,-1 0 0 0 0,1 0 0 0 0,1 0 0 0 0,-1-1 0 0 0,0 0 0 0 0,0 0 0 0 0,-1 0 0 0 0,1 0 0 0 0,0 0 0 0 0,-1 0 0 0 0,1 0 0 0 0,0 0 0 0 0,-1-1 0 0 0,1 1 0 0 0,0 0 0 0 0,-1-1 0 0 0,1 1 0 0 0,0 0 0 0 0,-1-1 0 0 0,1 1 0 0 0,-1-1 0 0 0,1 1 0 0 0,-1-1 0 0 0,1 1 0 0 0,-1-1 0 0 0,1 0 0 0 0,-1 1 0 0 0,1-1 0 0 0,-1 1 0 0 0,0-1 0 0 0,1 0 0 0 0,-1-1 0 0 0,50-81-1245 0 0,-31 48-1181 0 0,36-47 0 0 0,-2 5 4022 0 0,-51 74-1946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8:01.9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310 0 16413,'-309'3272'0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8:03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6221 0 0,'9'1'11519'0'0,"-6"0"-11379"0"0,0 1 0 0 0,1 0 0 0 0,-1 1 0 0 0,0-1 0 0 0,0 1 0 0 0,0-1-1 0 0,0 1 1 0 0,-1 0 0 0 0,1 0 0 0 0,-1 0 0 0 0,0 0 0 0 0,0 0-1 0 0,0 1 1 0 0,3 6 0 0 0,2 8-306 0 0,9 34-1 0 0,-7-20 322 0 0,1 4-155 0 0,-7-25 0 0 0,-1 0 0 0 0,2 1 0 0 0,0-1 0 0 0,8 16 0 0 0,-12-26 0 0 0,1-1 0 0 0,-1 1 0 0 0,1-1 0 0 0,-1 0 0 0 0,1 1 0 0 0,-1-1 0 0 0,1 1 0 0 0,-1-1 0 0 0,1 0 0 0 0,-1 1 0 0 0,1-1 0 0 0,-1 0 0 0 0,1 0 0 0 0,0 1 0 0 0,-1-1 0 0 0,1 0 0 0 0,-1 0 0 0 0,1 0 0 0 0,0 0 0 0 0,-1 0 0 0 0,1 0 0 0 0,0 0 0 0 0,-1 0 0 0 0,1 0 0 0 0,-1 0 0 0 0,1 0 0 0 0,0 0 0 0 0,-1-1 0 0 0,1 1 0 0 0,-1 0 0 0 0,1 0 0 0 0,0-1 0 0 0,-1 1 0 0 0,1 0 0 0 0,-1-1 0 0 0,1 1 0 0 0,-1 0 0 0 0,1-1 0 0 0,0 0 0 0 0,1 0 0 0 0,1-1 0 0 0,-1 0 0 0 0,0-1 0 0 0,1 1 0 0 0,-1 0 0 0 0,3-5 0 0 0,14-27-16 0 0,18-47-1 0 0,4-6-4924 0 0,-38 80 3866 0 0,2 1-1 0 0,-1 0 1 0 0,10-10 0 0 0,-8 10 46 0 0,-3 1-233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8:05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350 0 17857,'-350'3230'0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8:07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19 2993 0 0,'-2'-3'10759'0'0,"7"6"-10189"0"0,-1 0 1 0 0,0 1 0 0 0,0 0-1 0 0,0-1 1 0 0,0 1 0 0 0,0 0 0 0 0,-1 1-1 0 0,0-1 1 0 0,0 1 0 0 0,2 4 0 0 0,5 11-825 0 0,9 25 1 0 0,5 12 390 0 0,-19-47-137 0 0,14 24 0 0 0,-17-32 0 0 0,-1 0 0 0 0,1 0 0 0 0,0 0 0 0 0,0 0 0 0 0,0 0 0 0 0,0 0 0 0 0,0-1 0 0 0,0 1 0 0 0,0-1 0 0 0,0 1 0 0 0,1-1 0 0 0,2 1 0 0 0,-4-2-17 0 0,1 0 0 0 0,-1 1 0 0 0,1-1-1 0 0,-1 0 1 0 0,1 0 0 0 0,-1 0 0 0 0,0-1 0 0 0,1 1 0 0 0,-1 0-1 0 0,1 0 1 0 0,-1-1 0 0 0,1 1 0 0 0,-1-1 0 0 0,0 1 0 0 0,1-1-1 0 0,-1 0 1 0 0,0 0 0 0 0,0 1 0 0 0,0-1 0 0 0,1 0-1 0 0,1-2 1 0 0,3-3-840 0 0,0 0-1 0 0,7-11 1 0 0,-8 10 46 0 0,23-27-1586 0 0,-7 10 2375 0 0,-2-1 1 0 0,28-45-1 0 0,-43 62-281 0 0,0-1 0 0 0,0 1 0 0 0,-1-1 0 0 0,3-9 0 0 0,-6 17 208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8:10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17816,'164'2671'0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8:11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0 101 5989 0 0,'3'8'9431'0'0,"-2"-7"-9094"0"0,11 11 4457 0 0,-4-5-5685 0 0,5 9 891 0 0,-1 1 0 0 0,0 0 0 0 0,-1 1 0 0 0,10 24 0 0 0,7 12 0 0 0,-26-51 0 0 0,1 3 0 0 0,0-1 0 0 0,1 0 0 0 0,-1 0 0 0 0,1-1 0 0 0,5 6 0 0 0,-8-9 0 0 0,-1 0 0 0 0,1-1 0 0 0,0 1 0 0 0,0 0 0 0 0,0-1 0 0 0,0 1 0 0 0,0-1 0 0 0,0 1 0 0 0,0-1 0 0 0,0 1 0 0 0,0-1 0 0 0,1 0 0 0 0,-1 1 0 0 0,0-1 0 0 0,0 0 0 0 0,0 0 0 0 0,0 0 0 0 0,0 0 0 0 0,1 0 0 0 0,-1 0 0 0 0,0 0 0 0 0,0 0 0 0 0,0-1 0 0 0,0 1 0 0 0,0 0 0 0 0,0-1 0 0 0,0 1 0 0 0,0-1 0 0 0,0 1 0 0 0,0-1 0 0 0,0 1 0 0 0,0-1 0 0 0,2-1 0 0 0,7-8 0 0 0,0 0 0 0 0,-1-1 0 0 0,0 0 0 0 0,-1 0 0 0 0,0-1 0 0 0,7-15 0 0 0,-6 11 0 0 0,7-12-1608 0 0,22-51 0 0 0,-31 60-102 0 0,-1 0-1 0 0,0-1 1 0 0,5-38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8:17.7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17658,'147'2413'0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8:19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2993 0 0,'2'-3'15939'0'0,"-1"5"-15211"0"0,46 83-728 0 0,-25-43 0 0 0,3-1 0 0 0,32 44 0 0 0,-56-83 0 0 0,1 0 0 0 0,0 0 0 0 0,0 0 0 0 0,0 0 0 0 0,0 0 0 0 0,0-1 0 0 0,0 1 0 0 0,0 0 0 0 0,0-1 0 0 0,1 0 0 0 0,-1 0 0 0 0,0 1 0 0 0,4 0 0 0 0,-5-2 0 0 0,1 0 0 0 0,0 0 0 0 0,-1 0 0 0 0,1 0 0 0 0,-1 0 0 0 0,1 0 0 0 0,-1-1 0 0 0,1 1 0 0 0,-1 0 0 0 0,1-1 0 0 0,-1 1 0 0 0,1-1 0 0 0,-1 0 0 0 0,1 1 0 0 0,-1-1 0 0 0,0 0 0 0 0,1 0 0 0 0,-1 0 0 0 0,0 0 0 0 0,0 0 0 0 0,0 0 0 0 0,0 0 0 0 0,0 0 0 0 0,1-2 0 0 0,9-10-323 0 0,-1-1-1 0 0,12-22 0 0 0,14-34-3954 0 0,-22 41 1803 0 0,-4 8 2269 0 0,8-32 1 0 0,-12 36-620 0 0,-3 8-2821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8:25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15008,'217'2659'0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8:27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61 2533 0 0,'7'-6'16853'0'0,"-2"9"-16813"0"0,0 0 1 0 0,-1 1-1 0 0,1 0 0 0 0,-1 0 0 0 0,0 0 0 0 0,6 9 0 0 0,21 35-39 0 0,-22-32-5 0 0,21 27 0 0 0,-27-40 4 0 0,-1-1 0 0 0,1 1 0 0 0,0 0 0 0 0,-1-1 0 0 0,1 0 0 0 0,0 1 0 0 0,1-1 0 0 0,-1 0 0 0 0,0-1 0 0 0,0 1 0 0 0,8 2 0 0 0,-9-4 0 0 0,0 1 0 0 0,0-1 0 0 0,0 0 0 0 0,0 0 0 0 0,0 0 0 0 0,0 0 0 0 0,1 0 0 0 0,-1-1 0 0 0,0 1 0 0 0,0-1 0 0 0,0 1 0 0 0,0-1 0 0 0,0 0 0 0 0,0 1 0 0 0,0-1 0 0 0,-1 0 0 0 0,1-1 0 0 0,0 1 0 0 0,0 0 0 0 0,-1 0 0 0 0,1-1 0 0 0,2-2 0 0 0,4-5 99 0 0,0 0 0 0 0,8-12 0 0 0,-2-1-2758 0 0,-1-1 0 0 0,13-34 1 0 0,-12 26 4329 0 0,4 1 2049 0 0,-12 22-4705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 8754 0 0,'0'-1'191'0'0,"-1"0"1"0"0,0 0-1 0 0,-1 0 0 0 0,1 0 1 0 0,0 0-1 0 0,0 0 1 0 0,0 0-1 0 0,0 1 0 0 0,-1-1 1 0 0,1 0-1 0 0,0 1 1 0 0,-1-1-1 0 0,1 1 0 0 0,-1-1 1 0 0,1 1-1 0 0,-1 0 1 0 0,1-1-1 0 0,0 1 0 0 0,-1 0 1 0 0,1 0-1 0 0,-1 0 1 0 0,1 0-1 0 0,-3 1 0 0 0,2 0 0 0 0,1-1 1 0 0,-1 1-1 0 0,1 0 0 0 0,-1 0 0 0 0,0 0 0 0 0,1 1 1 0 0,0-1-1 0 0,-1 0 0 0 0,1 1 0 0 0,0-1 0 0 0,-1 0 0 0 0,1 1 1 0 0,0 0-1 0 0,0-1 0 0 0,0 1 0 0 0,1 0 0 0 0,-1-1 0 0 0,-1 3 1 0 0,-2 10 138 0 0,0 0-1 0 0,0 1 1 0 0,1-1 0 0 0,1 1 0 0 0,1 0 0 0 0,0 0 0 0 0,1 0 0 0 0,0 0 0 0 0,1-1 0 0 0,1 1 0 0 0,0 0 0 0 0,6 17 0 0 0,-7-27-258 0 0,1 0 0 0 0,0-1 0 0 0,0 1 1 0 0,0-1-1 0 0,1 0 0 0 0,-1 0 0 0 0,1 0 1 0 0,0 0-1 0 0,0 0 0 0 0,0 0 0 0 0,1-1 1 0 0,-1 0-1 0 0,1 0 0 0 0,0 0 0 0 0,0 0 1 0 0,0 0-1 0 0,0-1 0 0 0,7 4 0 0 0,-7-5-62 0 0,-1 0 0 0 0,1 0 0 0 0,-1 0 0 0 0,1 0 0 0 0,-1 0 0 0 0,1-1 0 0 0,0 0 0 0 0,-1 0 0 0 0,1 0 0 0 0,0 0 0 0 0,-1 0 0 0 0,1-1 0 0 0,0 0 0 0 0,-1 1 0 0 0,1-1 0 0 0,-1-1 0 0 0,1 1 0 0 0,-1 0 0 0 0,0-1 0 0 0,0 0 0 0 0,1 0 0 0 0,-1 0 0 0 0,0 0 0 0 0,-1 0 0 0 0,4-3 0 0 0,-2 2-6 0 0,-1-1 0 0 0,0 0 0 0 0,1 0 0 0 0,-1 1-1 0 0,-1-2 1 0 0,1 1 0 0 0,-1 0 0 0 0,1-1 0 0 0,-1 1 0 0 0,0-1 0 0 0,-1 1 0 0 0,1-1 0 0 0,-1 0 0 0 0,0 0-1 0 0,0 0 1 0 0,-1 0 0 0 0,1 0 0 0 0,-1 0 0 0 0,0 0 0 0 0,0 0 0 0 0,-1 0 0 0 0,0 0 0 0 0,-1-5 0 0 0,0 2-8 0 0,-1 0 1 0 0,0 0 0 0 0,0 1-1 0 0,-1-1 1 0 0,0 1 0 0 0,0 0 0 0 0,-1 0-1 0 0,0 0 1 0 0,0 1 0 0 0,0-1 0 0 0,-1 1-1 0 0,0 0 1 0 0,-8-5 0 0 0,11 8-155 0 0,-7-4 186 0 0,-18-12-1 0 0,25 17-316 0 0,1 1 0 0 0,-1 0 0 0 0,1 0 0 0 0,-1 0 0 0 0,1 0-1 0 0,-1 0 1 0 0,0 0 0 0 0,0 1 0 0 0,1 0 0 0 0,-1-1 0 0 0,0 1 0 0 0,0 0 0 0 0,-5 1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3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6913 0 0,'-3'2'88'0'0,"1"1"-1"0"0,0 0 1 0 0,0 1-1 0 0,0-1 1 0 0,0 0-1 0 0,1 0 1 0 0,0 1-1 0 0,-1-1 0 0 0,1 1 1 0 0,-1 5-1 0 0,-2 4 112 0 0,-2 3-130 0 0,-8 26 3250 0 0,8-14-5698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11522 0 0,'-1'0'13'0'0,"1"0"0"0"0,-1 0 0 0 0,0 0 0 0 0,1 0 0 0 0,-1 0-1 0 0,1 0 1 0 0,-1 1 0 0 0,0-1 0 0 0,1 0 0 0 0,-1 0 0 0 0,1 1-1 0 0,-1-1 1 0 0,1 0 0 0 0,-1 1 0 0 0,0-1 0 0 0,1 0 0 0 0,0 1-1 0 0,-1-1 1 0 0,1 1 0 0 0,-1-1 0 0 0,1 1 0 0 0,0-1-1 0 0,-1 1 1 0 0,1-1 0 0 0,0 1 0 0 0,-1 0 0 0 0,-10 17 345 0 0,5-5 220 0 0,0 1 0 0 0,1 0 1 0 0,0 1-1 0 0,1-1 1 0 0,-2 17-1 0 0,4-24-240 0 0,2-1 0 0 0,-1 0 1 0 0,1 1-1 0 0,0-1 0 0 0,0 0 0 0 0,0 1 0 0 0,1-1 0 0 0,0 0 1 0 0,1 1-1 0 0,-1-1 0 0 0,1 0 0 0 0,0 0 0 0 0,1 0 1 0 0,5 9-1 0 0,-6-12-245 0 0,0 0-1 0 0,0 0 1 0 0,1-1 0 0 0,-1 1 0 0 0,1 0-1 0 0,0-1 1 0 0,0 0 0 0 0,0 0 0 0 0,0 0 0 0 0,0 0-1 0 0,1 0 1 0 0,-1-1 0 0 0,0 1 0 0 0,1-1-1 0 0,5 1 1 0 0,-4-1-51 0 0,1 0-1 0 0,-1 0 1 0 0,1-1-1 0 0,0 0 1 0 0,-1 0-1 0 0,1-1 1 0 0,0 1 0 0 0,-1-1-1 0 0,10-3 1 0 0,-8 2-63 0 0,-1 0 1 0 0,0-1 0 0 0,1 0-1 0 0,-1 0 1 0 0,0 0 0 0 0,-1-1-1 0 0,11-9 1 0 0,-12 10 1 0 0,-1 0 0 0 0,0 0 0 0 0,0 0 0 0 0,0-1-1 0 0,0 0 1 0 0,-1 1 0 0 0,0-1 0 0 0,1 0 0 0 0,-1 0 0 0 0,-1 0-1 0 0,1-1 1 0 0,1-3 0 0 0,-3 3-28 0 0,1 0 0 0 0,-1 0 0 0 0,0 0 0 0 0,0 0 0 0 0,-1 0 0 0 0,0 0 0 0 0,1 0 0 0 0,-2 0 0 0 0,1 0 0 0 0,0 0 0 0 0,-1 0 0 0 0,0 1 0 0 0,0-1 0 0 0,-1 1 0 0 0,-4-8 0 0 0,2 4-69 0 0,-1 0 0 0 0,0 0-1 0 0,-1 1 1 0 0,1 0 0 0 0,-1 0 0 0 0,-1 1 0 0 0,-8-7-1 0 0,13 11-123 0 0,-1-1-1 0 0,1 1 0 0 0,-1 0 0 0 0,0 0 0 0 0,0 1 1 0 0,0-1-1 0 0,0 1 0 0 0,0 0 0 0 0,0 0 0 0 0,0 0 1 0 0,-1 0-1 0 0,1 1 0 0 0,0 0 0 0 0,0 0 1 0 0,-1 0-1 0 0,1 0 0 0 0,-6 2 0 0 0,0 1-5719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55 5529 0 0,'-4'-9'1305'0'0,"-4"-11"1606"0"0,7 20-2663 0 0,1-1 0 0 0,0 0 0 0 0,-1 1-1 0 0,1-1 1 0 0,0 1 0 0 0,-1-1-1 0 0,1 1 1 0 0,-1-1 0 0 0,1 1-1 0 0,-1-1 1 0 0,1 1 0 0 0,-1 0 0 0 0,1-1-1 0 0,-1 1 1 0 0,0 0 0 0 0,1-1-1 0 0,-1 1 1 0 0,1 0 0 0 0,-1 0 0 0 0,0-1-1 0 0,1 1 1 0 0,-1 0 0 0 0,0 0-1 0 0,0 0 1 0 0,0 0-136 0 0,0 1 0 0 0,0-1 0 0 0,1 0 0 0 0,-1 1 0 0 0,0-1 0 0 0,1 1 0 0 0,-1-1 0 0 0,1 1 0 0 0,-1-1 0 0 0,1 1 0 0 0,-1 0 0 0 0,1-1 0 0 0,-1 1 0 0 0,1 0 0 0 0,-1-1 0 0 0,1 1 0 0 0,0 0 0 0 0,-1-1 0 0 0,1 1 0 0 0,-1 1 0 0 0,-4 19 320 0 0,4-17-213 0 0,-4 15 30 0 0,2-1-1 0 0,0 0 1 0 0,0 24-1 0 0,2-36-124 0 0,1 0 0 0 0,1 0 1 0 0,-1 0-1 0 0,1 0 0 0 0,0 0 0 0 0,0 0 0 0 0,1 0 0 0 0,-1 0 0 0 0,1 0 0 0 0,1-1 0 0 0,-1 1 0 0 0,1-1 1 0 0,6 10-1 0 0,-6-12-97 0 0,-1-1 1 0 0,0 1 0 0 0,1-1 0 0 0,-1 0-1 0 0,1 0 1 0 0,0 0 0 0 0,0-1 0 0 0,0 1-1 0 0,0 0 1 0 0,0-1 0 0 0,0 0-1 0 0,0 0 1 0 0,0 0 0 0 0,0 0 0 0 0,0 0-1 0 0,1-1 1 0 0,-1 0 0 0 0,0 1 0 0 0,1-1-1 0 0,-1 0 1 0 0,0 0 0 0 0,1-1 0 0 0,-1 1-1 0 0,0-1 1 0 0,0 0 0 0 0,0 0-1 0 0,1 0 1 0 0,-1 0 0 0 0,0 0 0 0 0,0-1-1 0 0,0 1 1 0 0,4-4 0 0 0,-3 3-40 0 0,-1 0 0 0 0,0-1 0 0 0,-1 1 0 0 0,1-1 0 0 0,0 1 0 0 0,-1-1 0 0 0,1 0 0 0 0,-1 0 0 0 0,0 0 0 0 0,0 0 0 0 0,0 0 0 0 0,0 0 0 0 0,0-1 0 0 0,-1 1 0 0 0,0 0 0 0 0,0-1 0 0 0,0 1 0 0 0,0-1 0 0 0,0 0 0 0 0,-1 1 0 0 0,1-1 0 0 0,-1 0 0 0 0,0 0 0 0 0,0 1 0 0 0,0-1-1 0 0,-1 0 1 0 0,1 1 0 0 0,-1-1 0 0 0,-2-4 0 0 0,-2-5 0 0 0,-1 0 0 0 0,-1 0 0 0 0,0 1 0 0 0,-1 0 0 0 0,-10-13 0 0 0,12 18 8 0 0,1 1 0 0 0,-1-1-1 0 0,0 2 1 0 0,0-1 0 0 0,-1 1 0 0 0,0 0 0 0 0,0 0 0 0 0,0 1 0 0 0,0-1 0 0 0,-10-2 0 0 0,15 6-113 0 0,-1 0 0 0 0,0 0 0 0 0,0 1 0 0 0,0-1 0 0 0,0 1 0 0 0,0 0 0 0 0,0-1 0 0 0,0 1 0 0 0,-4 1 0 0 0,5-1-179 0 0,1 1-1 0 0,-1-1 1 0 0,0 1-1 0 0,1-1 1 0 0,-1 1-1 0 0,1 0 1 0 0,0-1 0 0 0,-1 1-1 0 0,1 0 1 0 0,0 0-1 0 0,-1 0 1 0 0,0 1-1 0 0,-4 4-6003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6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7834 0 0,'-9'45'1519'0'0,"5"-25"1111"0"0,-7 27-1 0 0,10-47-2654 0 0,-3 15 2168 0 0,4-5-6724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6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 11979 0 0,'1'-11'1017'0'0,"-1"11"-1038"0"0,0 0-1 0 0,0 0 1 0 0,0 0 0 0 0,0 1 0 0 0,0-1 0 0 0,0 0 0 0 0,0 0 0 0 0,0 0 0 0 0,0 0 0 0 0,0 0 0 0 0,1 0 0 0 0,-1 0-1 0 0,0 0 1 0 0,0 0 0 0 0,0 0 0 0 0,0 0 0 0 0,0 0 0 0 0,0 0 0 0 0,0 0 0 0 0,1 0 0 0 0,-1 0 0 0 0,0 1 0 0 0,0-1-1 0 0,0 0 1 0 0,0 0 0 0 0,0-1 0 0 0,0 1 0 0 0,1 0 0 0 0,-1 0 0 0 0,0 0 0 0 0,0 0 0 0 0,0 0 0 0 0,0 0 0 0 0,0 0 0 0 0,0 0-1 0 0,0 0 1 0 0,1 0 0 0 0,-1 0 0 0 0,0 0 0 0 0,0 0 0 0 0,0 0 0 0 0,0 0 0 0 0,0 0 0 0 0,0-1 0 0 0,0 1 0 0 0,0 0-1 0 0,0 0 1 0 0,0 0 0 0 0,1 0 0 0 0,-1 0 0 0 0,0 0 0 0 0,0 0 0 0 0,0 0 0 0 0,0-1 0 0 0,0 1 0 0 0,0 0 0 0 0,0 0-1 0 0,0 0 1 0 0,0 0 0 0 0,0-1 0 0 0,0 4 345 0 0,1 1-1 0 0,-1-1 0 0 0,1 0 1 0 0,-1 0-1 0 0,0 0 0 0 0,-1 0 1 0 0,1 0-1 0 0,0 0 0 0 0,-1 0 1 0 0,0 0-1 0 0,-1 3 1 0 0,1 3 567 0 0,-1-4-663 0 0,1 1 241 0 0,0 1 0 0 0,0 0 0 0 0,0-1-1 0 0,1 1 1 0 0,0 10 0 0 0,0-16-394 0 0,0 0 0 0 0,1 1-1 0 0,-1-1 1 0 0,0 0 0 0 0,1 1 0 0 0,-1-1 0 0 0,1 0 0 0 0,-1 0-1 0 0,1 1 1 0 0,0-1 0 0 0,0 0 0 0 0,-1 0 0 0 0,1 0 0 0 0,0 0-1 0 0,0 0 1 0 0,0 0 0 0 0,0 0 0 0 0,0 0 0 0 0,0 0 0 0 0,0-1-1 0 0,1 1 1 0 0,-1 0 0 0 0,0-1 0 0 0,0 1 0 0 0,1-1 0 0 0,-1 1-1 0 0,0-1 1 0 0,0 1 0 0 0,1-1 0 0 0,-1 0 0 0 0,1 0 0 0 0,2 0-1 0 0,5 0-25 0 0,0 0-1 0 0,0-1 1 0 0,0 0-1 0 0,0-1 0 0 0,0 0 1 0 0,0 0-1 0 0,0-1 0 0 0,9-4 1 0 0,17-10-7325 0 0,-29 14 751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4:56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15203 0 0,'0'1'49'0'0,"-1"-1"-1"0"0,1 0 0 0 0,-1 0 1 0 0,1 0-1 0 0,0 0 1 0 0,-1 0-1 0 0,1 1 0 0 0,-1-1 1 0 0,1 0-1 0 0,0 0 0 0 0,-1 1 1 0 0,1-1-1 0 0,0 0 1 0 0,-1 0-1 0 0,1 1 0 0 0,0-1 1 0 0,0 0-1 0 0,-1 1 0 0 0,1-1 1 0 0,0 0-1 0 0,0 1 1 0 0,-1-1-1 0 0,1 1 0 0 0,0-1 1 0 0,0 0-1 0 0,0 1 0 0 0,0-1 1 0 0,0 1-1 0 0,0-1 1 0 0,0 1-1 0 0,0-1 0 0 0,0 0 1 0 0,0 1-1 0 0,0-1 0 0 0,0 1 1 0 0,0 0-1 0 0,-1 25-69 0 0,1-19 606 0 0,-4 38 1546 0 0,-1 41 651 0 0,5-76-2545 0 0,1-1 1 0 0,0 0 0 0 0,0 0-1 0 0,1 0 1 0 0,0 0-1 0 0,6 17 1 0 0,4-6-905 0 0,-7-13-2271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0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11522 0 0,'13'25'6290'0'0,"-10"-15"-5719"0"0,0 1 1 0 0,0 0-1 0 0,-1 0 1 0 0,1 17-1 0 0,-2 48 31 0 0,-1-28-623 0 0,0-42-397 0 0,0 21-368 0 0,-1-10-6217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0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13827 0 0,'-6'10'680'0'0,"2"11"-4646"0"0,2-10 3914 0 0,-8 24-143 0 0,6-24 1341 0 0,1 1 0 0 0,0-1 0 0 0,-3 20 0 0 0,7-26-2077 0 0,0-1-4038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24 11522 0 0,'0'0'40'0'0,"0"-1"0"0"0,-1 1 0 0 0,1-1 0 0 0,0 1 0 0 0,-1 0 0 0 0,1-1 0 0 0,0 1 0 0 0,-1 0 0 0 0,1-1 0 0 0,-1 1 0 0 0,1 0 0 0 0,0 0 0 0 0,-1-1 0 0 0,1 1 0 0 0,-1 0 0 0 0,1 0 0 0 0,-1 0 0 0 0,1 0 0 0 0,-1 0 0 0 0,1-1-1 0 0,-1 1 1 0 0,1 0 0 0 0,-1 0 0 0 0,1 0 0 0 0,-1 0 0 0 0,1 0 0 0 0,-1 1 0 0 0,1-1 0 0 0,0 0 0 0 0,-1 0 0 0 0,1 0 0 0 0,-1 0 0 0 0,1 0 0 0 0,-1 1 0 0 0,0-1 0 0 0,0 1 130 0 0,-1 1 1 0 0,1-1 0 0 0,0 1-1 0 0,-1-1 1 0 0,1 1 0 0 0,0-1-1 0 0,0 1 1 0 0,0 0-1 0 0,-1 2 1 0 0,-2 5 517 0 0,1 0 0 0 0,0 0 0 0 0,-2 10-1 0 0,2-9-291 0 0,2 1-1 0 0,0-1 0 0 0,0 1 0 0 0,1-1 0 0 0,0 1 0 0 0,0-1 1 0 0,4 16-1 0 0,-4-23-315 0 0,1 1 0 0 0,0-1 0 0 0,0 1 0 0 0,1-1 1 0 0,-1 0-1 0 0,0 1 0 0 0,1-1 0 0 0,0 0 0 0 0,0 0 0 0 0,0 0 0 0 0,0 0 1 0 0,0 0-1 0 0,1-1 0 0 0,0 1 0 0 0,-1 0 0 0 0,1-1 0 0 0,0 0 0 0 0,0 0 1 0 0,0 0-1 0 0,0 0 0 0 0,0 0 0 0 0,1-1 0 0 0,-1 0 0 0 0,7 3 0 0 0,-3-3-87 0 0,0 0-1 0 0,1 0 0 0 0,-1 0 0 0 0,1-1 1 0 0,-1 0-1 0 0,1-1 0 0 0,-1 0 0 0 0,1 0 0 0 0,-1 0 1 0 0,0-1-1 0 0,1 0 0 0 0,-1-1 0 0 0,0 1 0 0 0,-1-1 1 0 0,1-1-1 0 0,0 1 0 0 0,-1-1 0 0 0,0 0 0 0 0,0-1 1 0 0,0 1-1 0 0,0-1 0 0 0,-1-1 0 0 0,0 1 0 0 0,0-1 1 0 0,7-9-1 0 0,-11 12-20 0 0,1 1 0 0 0,-1 0 0 0 0,0 0 1 0 0,0 0-1 0 0,-1-1 0 0 0,1 1 0 0 0,0 0 0 0 0,-1-1 1 0 0,0 1-1 0 0,1-1 0 0 0,-1 1 0 0 0,0 0 0 0 0,0-1 1 0 0,-1 1-1 0 0,1-1 0 0 0,-1-2 0 0 0,0 1 24 0 0,0 0-1 0 0,-1 0 1 0 0,0 0 0 0 0,1 0-1 0 0,-2 0 1 0 0,1 0 0 0 0,0 1-1 0 0,-4-5 1 0 0,-3-2 97 0 0,-1 0 0 0 0,1 1-1 0 0,-2 1 1 0 0,-20-15 0 0 0,27 21-195 0 0,-2-3-105 0 0,-1 1 0 0 0,0-1 1 0 0,0 2-1 0 0,0-1 1 0 0,0 1-1 0 0,0 0 0 0 0,-1 0 1 0 0,-8-1-1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2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7370 0 0,'0'0'78'0'0,"0"0"0"0"0,1 0 0 0 0,-1 0 0 0 0,0 0 0 0 0,0 0 0 0 0,0 0 0 0 0,0 0 0 0 0,0 0 0 0 0,0-1 0 0 0,0 1 0 0 0,0 0 0 0 0,0 0 1 0 0,0 0-1 0 0,0 0 0 0 0,0 0 0 0 0,1 0 0 0 0,-1 0 0 0 0,0 0 0 0 0,0 0 0 0 0,0 0 0 0 0,0 0 0 0 0,0 0 0 0 0,0 0 0 0 0,0 0 0 0 0,0 0 1 0 0,0 0-1 0 0,1 0 0 0 0,-1 0 0 0 0,0 0 0 0 0,0 0 0 0 0,0 0 0 0 0,0 0 0 0 0,0 0 0 0 0,0 0 0 0 0,0 1 0 0 0,0-1 0 0 0,0 0 0 0 0,0 0 1 0 0,1 0-1 0 0,-1 0 0 0 0,0 0 0 0 0,0 0 0 0 0,0 0 0 0 0,0 0 0 0 0,0 0 0 0 0,0 0 0 0 0,0 0 0 0 0,0 0 0 0 0,0 1 0 0 0,0-1 0 0 0,0 0 1 0 0,0 0-1 0 0,0 0 0 0 0,0 0 0 0 0,0 0 0 0 0,0 0 0 0 0,0 0 0 0 0,0 0 0 0 0,0 0 0 0 0,0 1 0 0 0,6 6 2772 0 0,-6-7-3165 0 0,3 9 1028 0 0,-1 0-1 0 0,0 0 0 0 0,0 0 1 0 0,-1 1-1 0 0,0-1 1 0 0,-1 16-1 0 0,0-14-442 0 0,-2 36 368 0 0,1-32-296 0 0,0 0 0 0 0,3 29 1 0 0,-2-43-484 0 0,1 0 0 0 0,-1 0 1 0 0,0 0-1 0 0,1 0 1 0 0,-1 0-1 0 0,0 0 0 0 0,1 0 1 0 0,-1 0-1 0 0,1 0 0 0 0,-1 0 1 0 0,1 0-1 0 0,0 0 1 0 0,-1 0-1 0 0,1 0 0 0 0,0 0 1 0 0,0-1-1 0 0,1 2 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1840 0 0,'0'0'381'0'0,"-1"1"0"0"0,1-1-1 0 0,0 0 1 0 0,-1 1 0 0 0,1-1-1 0 0,0 0 1 0 0,0 1-1 0 0,-1-1 1 0 0,1 0 0 0 0,0 1-1 0 0,0-1 1 0 0,0 1 0 0 0,0-1-1 0 0,-1 0 1 0 0,1 1-1 0 0,0-1 1 0 0,0 1 0 0 0,0-1-1 0 0,0 0 1 0 0,0 1 0 0 0,0-1-1 0 0,0 1 1 0 0,0-1-1 0 0,0 1 1 0 0,0 10 2124 0 0,-1-8-3757 0 0,-8 43 1835 0 0,6-35 574 0 0,0 0 1 0 0,-1 16 0 0 0,5-21-2682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14283 0 0,'-4'39'2051'0'0,"3"-36"-1780"0"0,1 0-1 0 0,0 1 1 0 0,0-1 0 0 0,0 0 0 0 0,1 1 0 0 0,-1-1 0 0 0,1 0 0 0 0,0 1 0 0 0,0-1 0 0 0,0 0 0 0 0,0 0 0 0 0,0 0 0 0 0,1 0 0 0 0,-1 0-1 0 0,4 5 1 0 0,-2-6-225 0 0,-1-1-1 0 0,1 1 0 0 0,-1-1 1 0 0,1 1-1 0 0,0-1 0 0 0,0 0 0 0 0,0 0 1 0 0,0 0-1 0 0,0-1 0 0 0,0 1 1 0 0,0-1-1 0 0,0 1 0 0 0,0-1 0 0 0,0 0 1 0 0,0 0-1 0 0,0 0 0 0 0,0-1 1 0 0,4 0-1 0 0,7-2 244 0 0,-1 0 1 0 0,22-9-1 0 0,-24 8-249 0 0,-8 3-43 0 0,16-5-1105 0 0,37-19 1 0 0,-51 22-100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18892 0 0,'-1'7'-846'0'0,"0"1"0"0"0,1-1-1 0 0,2 15 1 0 0,0 24 4330 0 0,5 46 291 0 0,-6-82-3804 0 0,1-1 1 0 0,0 1-1 0 0,1-1 1 0 0,0 1-1 0 0,1-1 1 0 0,0 0 0 0 0,6 10-1 0 0,-9-13-3298 0 0,-3-5 2088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11058 0 0,'1'-2'414'0'0,"0"0"0"0"0,1 0 0 0 0,-1 0 0 0 0,1 0 0 0 0,-1 0 0 0 0,4-3 0 0 0,1 0 288 0 0,0 1-1 0 0,0 0 0 0 0,0 0 0 0 0,1 0 0 0 0,-1 1 1 0 0,12-4-1 0 0,-14 5-593 0 0,1 1 0 0 0,-1 0 0 0 0,1 0 1 0 0,0 0-1 0 0,0 0 0 0 0,-1 1 0 0 0,1 0 0 0 0,0 0 1 0 0,0 0-1 0 0,9 2 0 0 0,-13-2-102 0 0,0 0 1 0 0,-1 0-1 0 0,1 1 0 0 0,0-1 1 0 0,0 1-1 0 0,0-1 0 0 0,-1 0 1 0 0,1 1-1 0 0,0-1 0 0 0,0 1 1 0 0,-1 0-1 0 0,1-1 0 0 0,0 1 1 0 0,-1-1-1 0 0,1 1 0 0 0,-1 0 1 0 0,1 0-1 0 0,-1-1 1 0 0,1 1-1 0 0,-1 0 0 0 0,1 1 1 0 0,-1 0 16 0 0,1 0 1 0 0,-1 0-1 0 0,1 0 1 0 0,-1 0 0 0 0,0 0-1 0 0,0 0 1 0 0,0 0 0 0 0,-1 4-1 0 0,0 2 64 0 0,-1-1 0 0 0,0 0-1 0 0,0 0 1 0 0,-4 7-1 0 0,-4 7 290 0 0,-19 25 0 0 0,18-28 142 0 0,-19 36 1 0 0,30-53-501 0 0,-1 0 0 0 0,1 1-1 0 0,-1-1 1 0 0,1 0 0 0 0,-1 0 0 0 0,1 0 0 0 0,0 0 0 0 0,0 0-1 0 0,-1 0 1 0 0,1 0 0 0 0,0 0 0 0 0,0 1 0 0 0,0-1 0 0 0,0 0-1 0 0,0 0 1 0 0,1 0 0 0 0,-1 0 0 0 0,0 0 0 0 0,0 1 0 0 0,1-1 0 0 0,-1 0-1 0 0,1 0 1 0 0,0 1 0 0 0,0-1-12 0 0,0 0 1 0 0,1 0-1 0 0,-1 0 0 0 0,0 0 0 0 0,0-1 1 0 0,1 1-1 0 0,-1-1 0 0 0,1 1 1 0 0,-1-1-1 0 0,1 1 0 0 0,-1-1 1 0 0,0 0-1 0 0,1 1 0 0 0,-1-1 0 0 0,1 0 1 0 0,-1 0-1 0 0,3 0 0 0 0,85-5-65 0 0,-51-1-2856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7834 0 0,'-1'0'138'0'0,"1"0"0"0"0,-1 0 0 0 0,1 0 0 0 0,0 1 1 0 0,-1-1-1 0 0,1 0 0 0 0,-1 0 0 0 0,1 1 0 0 0,0-1 1 0 0,-1 0-1 0 0,1 1 0 0 0,0-1 0 0 0,-1 0 0 0 0,1 1 1 0 0,0-1-1 0 0,0 1 0 0 0,0-1 0 0 0,-1 0 0 0 0,1 1 0 0 0,0-1 1 0 0,0 1-1 0 0,0-1 0 0 0,0 1 0 0 0,0-1 0 0 0,-1 1 1 0 0,1 0-1 0 0,-4 17 3698 0 0,3-17-3482 0 0,-2 13 768 0 0,-4 20 1333 0 0,5-11-8808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7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42 12899 0 0,'-1'-3'274'0'0,"-6"-13"1491"0"0,7 16-1744 0 0,0 0 1 0 0,0 0-1 0 0,0-1 0 0 0,0 1 1 0 0,0 0-1 0 0,0 0 0 0 0,0 0 1 0 0,0 0-1 0 0,0 0 0 0 0,0 0 1 0 0,0 0-1 0 0,0 0 0 0 0,0 0 1 0 0,0 0-1 0 0,0 0 0 0 0,0 0 1 0 0,-1 0-1 0 0,1 0 0 0 0,0 0 1 0 0,0 0-1 0 0,0 0 0 0 0,0 0 1 0 0,0 0-1 0 0,0-1 0 0 0,0 1 1 0 0,0 0-1 0 0,0 0 1 0 0,0 0-1 0 0,0 0 0 0 0,0 0 1 0 0,0 0-1 0 0,0 0 0 0 0,-1 0 1 0 0,1 0-1 0 0,0 0 0 0 0,0 0 1 0 0,0 0-1 0 0,0 0 0 0 0,0 0 1 0 0,0 0-1 0 0,0 1 0 0 0,0-1 1 0 0,0 0-1 0 0,0 0 0 0 0,0 0 1 0 0,0 0-1 0 0,0 0 0 0 0,0 0 1 0 0,-1 0-1 0 0,1 0 0 0 0,0 0 1 0 0,0 0-1 0 0,0 0 1 0 0,0 0-1 0 0,0 0 0 0 0,-2 11 1506 0 0,2-2-1157 0 0,-1 0-1 0 0,1 0 1 0 0,1 0 0 0 0,0 1 0 0 0,0-1-1 0 0,1 0 1 0 0,0 0 0 0 0,1 0 0 0 0,0-1 0 0 0,8 17-1 0 0,-10-22-337 0 0,1 1 1 0 0,0-1-1 0 0,0 0 0 0 0,1 0 0 0 0,-1 0 0 0 0,1 0 1 0 0,-1 0-1 0 0,1-1 0 0 0,0 1 0 0 0,0-1 0 0 0,0 0 1 0 0,0 0-1 0 0,1 0 0 0 0,-1 0 0 0 0,0 0 0 0 0,1-1 1 0 0,0 1-1 0 0,-1-1 0 0 0,1 0 0 0 0,0 0 0 0 0,-1 0 0 0 0,1-1 1 0 0,0 0-1 0 0,0 1 0 0 0,0-1 0 0 0,-1 0 0 0 0,1-1 1 0 0,6 0-1 0 0,-4 0-33 0 0,-1-1 0 0 0,1 1 1 0 0,-1-1-1 0 0,0 0 0 0 0,0 0 1 0 0,0 0-1 0 0,0-1 0 0 0,0 0 1 0 0,-1 0-1 0 0,1 0 0 0 0,-1-1 1 0 0,1 1-1 0 0,4-6 0 0 0,-8 6-1 0 0,1 1 0 0 0,0 0 0 0 0,0-1 0 0 0,-1 1 0 0 0,1-1 0 0 0,-1 1 0 0 0,0-1 0 0 0,0 0 0 0 0,0 0 0 0 0,0 0 0 0 0,0 1 0 0 0,-1-1 0 0 0,1 0 0 0 0,-1 0 0 0 0,0 0 0 0 0,0 0 0 0 0,0 0 0 0 0,0 0 0 0 0,-1 0 0 0 0,1 0 0 0 0,-1 0 0 0 0,1 1 0 0 0,-1-1 0 0 0,0 0 0 0 0,0 0 0 0 0,-2-3 0 0 0,0 1 47 0 0,0 0 1 0 0,-1 0-1 0 0,0 0 1 0 0,0 0-1 0 0,0 1 1 0 0,0-1-1 0 0,-1 1 0 0 0,1 0 1 0 0,-1 0-1 0 0,0 1 1 0 0,0 0-1 0 0,0 0 1 0 0,-1 0-1 0 0,1 0 1 0 0,-1 1-1 0 0,-6-2 1 0 0,4 1 15 0 0,-1 1 0 0 0,1 0 0 0 0,-1 1 1 0 0,1 0-1 0 0,-1 0 0 0 0,0 1 1 0 0,1 0-1 0 0,-1 0 0 0 0,0 1 1 0 0,-15 3-1 0 0,12 2-685 0 0,10-4 169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65 14283 0 0,'0'0'7'0'0,"-1"0"0"0"0,1 0 0 0 0,-1 0-1 0 0,1-1 1 0 0,-1 1 0 0 0,1 0 0 0 0,0-1 0 0 0,-1 1 0 0 0,1 0 0 0 0,-1-1-1 0 0,1 1 1 0 0,0 0 0 0 0,0-1 0 0 0,-1 1 0 0 0,1-1 0 0 0,0 1 0 0 0,-1 0-1 0 0,1-1 1 0 0,0 1 0 0 0,0-1 0 0 0,0 1 0 0 0,0-1 0 0 0,-1 1 0 0 0,1-1-1 0 0,0 1 1 0 0,0-1 0 0 0,0 1 0 0 0,0-1 0 0 0,0 1 0 0 0,0-1-1 0 0,0 1 1 0 0,0-1 0 0 0,1 1 0 0 0,-1-1 0 0 0,0 1 0 0 0,0-1 0 0 0,0 1-1 0 0,0-1 1 0 0,1 1 0 0 0,-1-1 0 0 0,0 1 0 0 0,0 0 0 0 0,1-1 0 0 0,-1 1-1 0 0,0-1 1 0 0,1 1 0 0 0,-1 0 0 0 0,1-1 0 0 0,-1 1 0 0 0,0 0 0 0 0,1 0-1 0 0,-1-1 1 0 0,2 1 0 0 0,1-3 609 0 0,1 1 0 0 0,0-1-1 0 0,1 1 1 0 0,6-3 0 0 0,-10 5-586 0 0,0 0-1 0 0,0-1 1 0 0,-1 1 0 0 0,1-1-1 0 0,0 1 1 0 0,0-1 0 0 0,-1 1 0 0 0,1-1-1 0 0,0 0 1 0 0,-1 1 0 0 0,1-1 0 0 0,-1 0-1 0 0,1 1 1 0 0,-1-1 0 0 0,1 0 0 0 0,-1 0-1 0 0,1-1 1 0 0,0 1-3 0 0,-1 1 0 0 0,0-1 0 0 0,1 0 0 0 0,-1 0 0 0 0,1 0 1 0 0,-1 1-1 0 0,1-1 0 0 0,0 0 0 0 0,-1 1 0 0 0,1-1 0 0 0,0 0 0 0 0,-1 1 0 0 0,1-1 0 0 0,0 1 0 0 0,0-1 0 0 0,-1 1 0 0 0,1-1 0 0 0,0 1 0 0 0,0 0 1 0 0,0-1-1 0 0,1 1 0 0 0,1-1 48 0 0,1 0 1 0 0,-1 1-1 0 0,0-1 1 0 0,0 1-1 0 0,1 0 1 0 0,-1 0 0 0 0,0 0-1 0 0,6 1 1 0 0,-8-1-83 0 0,-1 0 0 0 0,1 1 0 0 0,0-1 0 0 0,0 0 0 0 0,0 1 0 0 0,0-1 0 0 0,0 1 1 0 0,-1-1-1 0 0,1 1 0 0 0,0 0 0 0 0,-1-1 0 0 0,1 1 0 0 0,0 0 0 0 0,-1-1 0 0 0,1 1 0 0 0,0 0 0 0 0,-1 0 1 0 0,1-1-1 0 0,-1 1 0 0 0,0 0 0 0 0,1 0 0 0 0,-1 0 0 0 0,0 0 0 0 0,1 0 0 0 0,-1 0 0 0 0,0 0 0 0 0,0 0 1 0 0,0 0-1 0 0,0 0 0 0 0,0-1 0 0 0,0 1 0 0 0,0 0 0 0 0,0 1 0 0 0,-1 6 22 0 0,-1 0 0 0 0,1 0-1 0 0,-1 0 1 0 0,0-1 0 0 0,-1 1 0 0 0,0-1 0 0 0,-5 9-1 0 0,0-1 174 0 0,0-1-1 0 0,-16 20 0 0 0,9-17 110 0 0,11-12-97 0 0,-1-1 1 0 0,1 1-1 0 0,0 1 0 0 0,0-1 1 0 0,1 1-1 0 0,-1-1 1 0 0,1 1-1 0 0,-4 10 1 0 0,7-15-189 0 0,0 0 0 0 0,0 0 1 0 0,0-1-1 0 0,0 1 0 0 0,0 0 1 0 0,0 0-1 0 0,1 0 0 0 0,-1-1 1 0 0,0 1-1 0 0,0 0 0 0 0,1 0 1 0 0,-1 0-1 0 0,0-1 0 0 0,1 1 1 0 0,-1 0-1 0 0,1-1 0 0 0,-1 1 1 0 0,1 0-1 0 0,-1-1 0 0 0,1 1 0 0 0,-1-1 1 0 0,1 1-1 0 0,0-1 0 0 0,-1 1 1 0 0,1-1-1 0 0,0 1 0 0 0,0-1 1 0 0,-1 0-1 0 0,1 1 0 0 0,0-1 1 0 0,0 0-1 0 0,-1 0 0 0 0,1 1 1 0 0,0-1-1 0 0,0 0 0 0 0,0 0 1 0 0,1 0-1 0 0,4 1-19 0 0,1 0 0 0 0,0 0 0 0 0,8-1 0 0 0,-13 0 19 0 0,22 0-323 0 0,-5 1 393 0 0,22-3 0 0 0,-35 1-1212 0 0,0 0 0 0 0,0 0 0 0 0,0 0 0 0 0,8-4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09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5529 0 0,'6'28'5596'0'0,"-7"-19"-4584"0"0,-1 1-1 0 0,1-1 1 0 0,-2 0 0 0 0,-3 12-1 0 0,-1 0-5361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0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9 9218 0 0,'-3'-9'1769'0'0,"4"29"1879"0"0,-6 6-1559 0 0,1-12-1343 0 0,1 1 1 0 0,1 0-1 0 0,0 23 1 0 0,2-37-718 0 0,0 1 1 0 0,0-1 0 0 0,0 0-1 0 0,0 0 1 0 0,0 0 0 0 0,1 0-1 0 0,-1 0 1 0 0,0 0 0 0 0,1 0-1 0 0,-1 0 1 0 0,1 0 0 0 0,-1 0-1 0 0,1 0 1 0 0,-1 0 0 0 0,1 0-1 0 0,0 0 1 0 0,-1-1 0 0 0,1 1-1 0 0,0 0 1 0 0,0 0 0 0 0,0-1-1 0 0,-1 1 1 0 0,1 0 0 0 0,0-1-1 0 0,0 1 1 0 0,0-1 0 0 0,0 1-1 0 0,0-1 1 0 0,0 0 0 0 0,0 1 0 0 0,0-1-1 0 0,0 0 1 0 0,0 0 0 0 0,1 0-1 0 0,-1 1 1 0 0,0-1 0 0 0,0 0-1 0 0,0-1 1 0 0,0 1 0 0 0,0 0-1 0 0,0 0 1 0 0,1-1 0 0 0,7 0 264 0 0,0-1 0 0 0,0-1 0 0 0,-1 0 1 0 0,10-4-1 0 0,-8 3-194 0 0,4-1-915 0 0,-1 0-1 0 0,0-1 1 0 0,17-11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 13363 0 0,'0'-1'26'0'0,"0"1"0"0"0,0 0-1 0 0,0 0 1 0 0,0 0 0 0 0,0 0 0 0 0,-1 0 0 0 0,1 0-1 0 0,0 0 1 0 0,0 0 0 0 0,0-1 0 0 0,0 1 0 0 0,-1 0 0 0 0,1 0-1 0 0,0 0 1 0 0,0 0 0 0 0,0 0 0 0 0,-1 0 0 0 0,1 0 0 0 0,0 0-1 0 0,0 0 1 0 0,0 0 0 0 0,0 0 0 0 0,-1 0 0 0 0,1 0 0 0 0,0 0-1 0 0,0 1 1 0 0,0-1 0 0 0,0 0 0 0 0,-1 0 0 0 0,1 0 0 0 0,0 0-1 0 0,0 0 1 0 0,0 0 0 0 0,0 0 0 0 0,0 0 0 0 0,-1 1-1 0 0,1-1 1 0 0,0 0 0 0 0,0 0 0 0 0,0 0 0 0 0,0 1 0 0 0,-4 11 1186 0 0,3 23 943 0 0,1-22-1542 0 0,-2 21 523 0 0,-1-6-232 0 0,2 1 0 0 0,1-1 0 0 0,7 53 0 0 0,-6-77-1290 0 0,0 2 353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44 9218 0 0,'-1'0'85'0'0,"0"0"1"0"0,1 0-1 0 0,-1-1 0 0 0,1 1 1 0 0,-1 0-1 0 0,1-1 0 0 0,-1 1 1 0 0,1-1-1 0 0,-1 1 0 0 0,1-1 0 0 0,0 1 1 0 0,-1-1-1 0 0,1 1 0 0 0,0-1 1 0 0,-1 1-1 0 0,1-1 0 0 0,0 1 1 0 0,-1-1-1 0 0,1 1 0 0 0,0-1 1 0 0,0 0-1 0 0,0 1 0 0 0,0-1 1 0 0,-1 0-1 0 0,1 1 0 0 0,0-1 1 0 0,0 1-1 0 0,0-2 0 0 0,1 1 143 0 0,0 0 0 0 0,-1 0 0 0 0,1 0 0 0 0,-1 0 0 0 0,1 0 0 0 0,0 0 0 0 0,0 1 0 0 0,-1-1 0 0 0,1 0 0 0 0,0 0 0 0 0,0 1 0 0 0,0-1 0 0 0,0 1 0 0 0,1-2 0 0 0,5-1 505 0 0,-1 0 0 0 0,1 1 0 0 0,11-3 0 0 0,-14 4-682 0 0,0 0-1 0 0,0 1 1 0 0,0-1 0 0 0,0 1 0 0 0,0 0 0 0 0,0 1-1 0 0,0-1 1 0 0,-1 1 0 0 0,1-1 0 0 0,8 4-1 0 0,-11-4-70 0 0,-1 0 0 0 0,1 1-1 0 0,0-1 1 0 0,0 1 0 0 0,0-1-1 0 0,0 1 1 0 0,0 0-1 0 0,-1-1 1 0 0,1 1 0 0 0,0 0-1 0 0,0-1 1 0 0,-1 1 0 0 0,1 0-1 0 0,-1 0 1 0 0,1 0-1 0 0,-1 0 1 0 0,1 0 0 0 0,0 1-1 0 0,-1-1-28 0 0,0 1-1 0 0,0-1 1 0 0,0 1-1 0 0,0-1 1 0 0,0 1-1 0 0,0-1 1 0 0,0 1-1 0 0,0-1 0 0 0,-1 0 1 0 0,1 1-1 0 0,-1-1 1 0 0,1 0-1 0 0,-1 1 1 0 0,1-1-1 0 0,-1 0 1 0 0,0 0-1 0 0,-1 2 1 0 0,-2 3 84 0 0,-1 0 0 0 0,0 0 0 0 0,-9 8 0 0 0,-11 12 1365 0 0,26-22-1296 0 0,5-3-350 0 0,12-1-698 0 0,-10-1 483 0 0,-4 1 371 0 0,0 1 1 0 0,0 0-1 0 0,0 0 1 0 0,0 0-1 0 0,0 0 0 0 0,0 1 1 0 0,0-1-1 0 0,-1 1 1 0 0,1 0-1 0 0,-1 0 0 0 0,1 0 1 0 0,-1 1-1 0 0,0-1 1 0 0,0 1-1 0 0,0 0 0 0 0,0-1 1 0 0,0 2-1 0 0,2 2 1 0 0,-4-4 182 0 0,1 0 1 0 0,-1 0-1 0 0,0 0 0 0 0,0 0 1 0 0,0 0-1 0 0,0 0 1 0 0,-1 0-1 0 0,1 0 0 0 0,-1 0 1 0 0,1 0-1 0 0,-1 0 1 0 0,0 1-1 0 0,1-1 0 0 0,-1 0 1 0 0,0 0-1 0 0,-1 0 1 0 0,1 1-1 0 0,0-1 0 0 0,-1 0 1 0 0,1 0-1 0 0,-1 0 1 0 0,1 0-1 0 0,-1 0 1 0 0,0 0-1 0 0,0 0 0 0 0,0 0 1 0 0,0 0-1 0 0,-1 0 1 0 0,1 0-1 0 0,0-1 0 0 0,-1 1 1 0 0,1 0-1 0 0,-1-1 1 0 0,-2 3-1 0 0,-3 1 249 0 0,1 0 0 0 0,-2 0 0 0 0,1-1 0 0 0,0 0 0 0 0,-1 0 0 0 0,-10 3 0 0 0,13-5-247 0 0,0 0-1 0 0,0-1 1 0 0,0 1-1 0 0,0-1 1 0 0,-1-1-1 0 0,1 1 1 0 0,0-1 0 0 0,-1 0-1 0 0,1 0 1 0 0,0 0-1 0 0,-6-2 1 0 0,9 2-123 0 0,1 0 0 0 0,0-1 1 0 0,0 1-1 0 0,0 0 0 0 0,0-1 1 0 0,0 1-1 0 0,0-1 0 0 0,0 0 0 0 0,0 1 1 0 0,0-1-1 0 0,0 0 0 0 0,0 1 1 0 0,0-1-1 0 0,0 0 0 0 0,0 0 1 0 0,1 0-1 0 0,-1 0 0 0 0,0 0 0 0 0,1 0 1 0 0,-1 0-1 0 0,1 0 0 0 0,-1 0 1 0 0,1 0-1 0 0,-1 0 0 0 0,1 0 0 0 0,0-1 1 0 0,-1 1-1 0 0,1 0 0 0 0,0 0 1 0 0,0-1-1 0 0,0-4-930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3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11058 0 0,'-35'60'-749'0'0,"17"-40"2678"0"0,14-16-1175 0 0,0 1 0 0 0,0-1 1 0 0,1 1-1 0 0,-1 0 0 0 0,-4 9 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 11058 0 0,'0'0'23'0'0,"0"0"0"0"0,0-1 0 0 0,0 1 0 0 0,-1 0-1 0 0,1 0 1 0 0,0 0 0 0 0,0 0 0 0 0,-1-1 0 0 0,1 1 0 0 0,0 0-1 0 0,-1 0 1 0 0,1 0 0 0 0,0 0 0 0 0,-1 0 0 0 0,1 0-1 0 0,0 0 1 0 0,-1 0 0 0 0,1 0 0 0 0,0 0 0 0 0,0 0-1 0 0,-1 0 1 0 0,1 0 0 0 0,0 0 0 0 0,-1 0 0 0 0,1 0 0 0 0,0 0-1 0 0,-1 0 1 0 0,1 0 0 0 0,-1 1 0 0 0,-8 8-359 0 0,-6 18 493 0 0,14-24 498 0 0,-3 5-56 0 0,1 0 0 0 0,-1-1 0 0 0,2 1 1 0 0,-1 1-1 0 0,1-1 0 0 0,1 0 0 0 0,-1 1 0 0 0,1 10 1 0 0,1-16-440 0 0,0 0-1 0 0,0 0 1 0 0,0-1 0 0 0,1 1 0 0 0,-1 0 0 0 0,1 0 0 0 0,0-1 0 0 0,0 1-1 0 0,0 0 1 0 0,0-1 0 0 0,1 1 0 0 0,-1-1 0 0 0,1 1 0 0 0,-1-1 0 0 0,1 0-1 0 0,0 0 1 0 0,0 0 0 0 0,0 0 0 0 0,0 0 0 0 0,0 0 0 0 0,0 0-1 0 0,0 0 1 0 0,1-1 0 0 0,-1 1 0 0 0,1-1 0 0 0,-1 0 0 0 0,1 0 0 0 0,3 1-1 0 0,0 0-133 0 0,0-1 0 0 0,-1 0-1 0 0,1 0 1 0 0,0-1 0 0 0,0 1-1 0 0,0-1 1 0 0,0-1 0 0 0,0 1-1 0 0,0-1 1 0 0,0 0 0 0 0,0 0-1 0 0,-1-1 1 0 0,1 0 0 0 0,8-3-1 0 0,-9 3-66 0 0,0 0 0 0 0,0-1 0 0 0,-1 0-1 0 0,1 0 1 0 0,0 0 0 0 0,-1 0 0 0 0,0-1 0 0 0,0 1-1 0 0,0-1 1 0 0,0 0 0 0 0,-1 0 0 0 0,1-1-1 0 0,-1 1 1 0 0,0-1 0 0 0,4-9 0 0 0,-6 11 11 0 0,0 1-1 0 0,0-1 1 0 0,-1 0 0 0 0,0 0 0 0 0,1 0 0 0 0,-1 1 0 0 0,0-1 0 0 0,-1 0 0 0 0,1 0 0 0 0,0 0-1 0 0,-1 0 1 0 0,0 1 0 0 0,1-1 0 0 0,-1 0 0 0 0,0 1 0 0 0,0-1 0 0 0,-1 0 0 0 0,1 1-1 0 0,0 0 1 0 0,-1-1 0 0 0,0 1 0 0 0,1 0 0 0 0,-1 0 0 0 0,0-1 0 0 0,0 1 0 0 0,-5-3-1 0 0,2 1 125 0 0,0 0 0 0 0,-1 0 0 0 0,1 0-1 0 0,-1 1 1 0 0,0 0 0 0 0,0 0-1 0 0,-1 0 1 0 0,1 1 0 0 0,-1 0-1 0 0,-7-2 1 0 0,3 3 139 0 0,0 0-1 0 0,-16 0 1 0 0,23 1-272 0 0,0 0 1 0 0,0 1-1 0 0,0-1 1 0 0,0 1-1 0 0,0 0 1 0 0,0 0 0 0 0,1 0-1 0 0,-1 1 1 0 0,0-1-1 0 0,-4 4 1 0 0,4-2-446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15667 0 0,'0'-1'-51'0'0,"0"1"1"0"0,0-1-1 0 0,0 1 0 0 0,0-1 0 0 0,0 1 0 0 0,0-1 0 0 0,0 1 0 0 0,1-1 0 0 0,-1 1 1 0 0,0-1-1 0 0,0 1 0 0 0,0-1 0 0 0,1 1 0 0 0,-1-1 0 0 0,0 1 0 0 0,1 0 0 0 0,-1-1 0 0 0,0 1 1 0 0,1-1-1 0 0,-1 1 0 0 0,0 0 0 0 0,1-1 0 0 0,-1 1 0 0 0,1 0 0 0 0,-1 0 0 0 0,1-1 0 0 0,-1 1 1 0 0,1 0-1 0 0,0 0 0 0 0,16-10 865 0 0,-5 4 219 0 0,-1 1 0 0 0,21-5 0 0 0,-30 9-1008 0 0,0 1 0 0 0,1-1 0 0 0,-1 1 0 0 0,0-1 0 0 0,1 1 0 0 0,-1 0 0 0 0,0 0 0 0 0,1 0 0 0 0,-1 0 0 0 0,0 0 0 0 0,1 1 0 0 0,-1-1 0 0 0,0 1 0 0 0,1-1 0 0 0,-1 1 0 0 0,0 0 0 0 0,0 0 0 0 0,1 0 0 0 0,-1 0 0 0 0,0 0 0 0 0,3 3 0 0 0,-4-3-5 0 0,0 0 0 0 0,-1 1 1 0 0,1-1-1 0 0,-1 0 0 0 0,1 0 0 0 0,-1 1 1 0 0,1-1-1 0 0,-1 0 0 0 0,0 1 0 0 0,0-1 0 0 0,0 0 1 0 0,1 1-1 0 0,-1-1 0 0 0,0 0 0 0 0,-1 1 0 0 0,1-1 1 0 0,0 0-1 0 0,0 1 0 0 0,-1-1 0 0 0,1 0 1 0 0,0 1-1 0 0,-1-1 0 0 0,1 0 0 0 0,-1 0 0 0 0,0 0 1 0 0,1 1-1 0 0,-1-1 0 0 0,-1 1 0 0 0,-3 5 212 0 0,0-1-1 0 0,0 1 1 0 0,-7 6-1 0 0,-2-3 242 0 0,12-9-315 0 0,0 0 0 0 0,0 1 0 0 0,0-1 0 0 0,0 1 0 0 0,0-1 0 0 0,0 1 0 0 0,-3 4 0 0 0,9-7-207 0 0,0 0-1 0 0,0 0 1 0 0,0 0 0 0 0,0 1 0 0 0,6-1 0 0 0,-5 2-69 0 0,0-1-1 0 0,0 0 1 0 0,0 1 0 0 0,0 0-1 0 0,0 0 1 0 0,-1 1 0 0 0,1-1-1 0 0,0 1 1 0 0,8 4 0 0 0,-11-4 95 0 0,1-1 0 0 0,-1 1 0 0 0,1-1 1 0 0,-1 1-1 0 0,0 0 0 0 0,0 0 0 0 0,1 0 0 0 0,-1 0 1 0 0,-1 0-1 0 0,1 0 0 0 0,0 0 0 0 0,0 1 0 0 0,-1-1 1 0 0,1 1-1 0 0,-1-1 0 0 0,0 1 0 0 0,0 0 0 0 0,1 3 1 0 0,-2-4 80 0 0,1 0 0 0 0,-1 0 0 0 0,0 0 1 0 0,0-1-1 0 0,-1 1 0 0 0,1 0 0 0 0,0 0 1 0 0,-1 0-1 0 0,1-1 0 0 0,0 1 0 0 0,-1 0 1 0 0,0-1-1 0 0,0 1 0 0 0,1 0 0 0 0,-1-1 1 0 0,-2 3-1 0 0,1-1 56 0 0,0-1 1 0 0,-1 1-1 0 0,0 0 0 0 0,1-1 1 0 0,-1 0-1 0 0,0 1 0 0 0,-6 2 1 0 0,2-2 13 0 0,0 1 1 0 0,0-1 0 0 0,-1-1 0 0 0,1 1 0 0 0,-1-1-1 0 0,1 0 1 0 0,-9 0 0 0 0,12-2-76 0 0,0 0 1 0 0,0 0 0 0 0,-1 0-1 0 0,1 0 1 0 0,0-1-1 0 0,0 0 1 0 0,-7-2-1 0 0,9 2-184 0 0,0 1-1 0 0,0-1 0 0 0,1 0 0 0 0,-1 0 1 0 0,1 0-1 0 0,-1 0 0 0 0,1 0 1 0 0,-1 0-1 0 0,1 0 0 0 0,-1-1 0 0 0,1 1 1 0 0,0 0-1 0 0,0-1 0 0 0,0 1 1 0 0,0-1-1 0 0,0 1 0 0 0,0-1 1 0 0,0 0-1 0 0,-1-3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6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9218 0 0,'-1'2'32'0'0,"0"1"0"0"0,0-1 0 0 0,1 0 0 0 0,-1 0 0 0 0,1 0 0 0 0,-1 0 1 0 0,1 1-1 0 0,0 2 0 0 0,-1 1 930 0 0,-8 22 3216 0 0,7-24-3719 0 0,0 1-1 0 0,0 0 1 0 0,1-1-1 0 0,-1 1 1 0 0,1 0-1 0 0,0 0 0 0 0,1 0 1 0 0,-1 9-1 0 0,2-13-2223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6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13827 0 0,'-3'-6'362'0'0,"6"20"907"0"0,-10 23 1675 0 0,5-32-2708 0 0,1-1-1 0 0,0 1 1 0 0,0 0-1 0 0,0 0 1 0 0,0 0-1 0 0,1 0 1 0 0,0 0-1 0 0,0 0 1 0 0,0 0 0 0 0,1 0-1 0 0,1 6 1 0 0,-2-10-214 0 0,1 0 1 0 0,-1 0-1 0 0,1 0 1 0 0,0 0-1 0 0,-1 0 1 0 0,1 0-1 0 0,0 0 1 0 0,0 0 0 0 0,0 0-1 0 0,0 0 1 0 0,0 0-1 0 0,0-1 1 0 0,0 1-1 0 0,0 0 1 0 0,0-1 0 0 0,0 1-1 0 0,1-1 1 0 0,-1 1-1 0 0,0-1 1 0 0,0 0-1 0 0,0 1 1 0 0,1-1 0 0 0,-1 0-1 0 0,0 0 1 0 0,0 0-1 0 0,1 0 1 0 0,-1 0-1 0 0,0 0 1 0 0,0 0-1 0 0,1 0 1 0 0,-1-1 0 0 0,2 1-1 0 0,6-2 24 0 0,-1-1 0 0 0,1 0 0 0 0,12-5-1 0 0,-11 3-88 0 0,61-20-3049 0 0,-65 23 1931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1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 3681 0 0,'-10'-3'1427'0'0,"10"3"-1150"0"0,-1 0 1 0 0,1 0 0 0 0,0 0-1 0 0,-1 0 1 0 0,1 0 0 0 0,-1 0-1 0 0,1 0 1 0 0,0 0 0 0 0,-1 1-1 0 0,1-1 1 0 0,0 0 0 0 0,-1 0-1 0 0,1 0 1 0 0,0 1 0 0 0,-1-1-1 0 0,1 0 1 0 0,0 0 0 0 0,-1 1-1 0 0,1-1 1 0 0,0 0 0 0 0,0 1-1 0 0,0-1 1 0 0,-1 0-1 0 0,1 1 1 0 0,0-1 0 0 0,0 1-1 0 0,-3 12 5990 0 0,3-2-7027 0 0,8 76 4696 0 0,-3-63-3565 0 0,0-1-1 0 0,1 0 1 0 0,15 34-1 0 0,-21-57-544 0 0,0 1 1 0 0,1 0-1 0 0,-1-1 1 0 0,0 1-1 0 0,0 0 1 0 0,0-1-1 0 0,0 1 1 0 0,1 0-1 0 0,-1-1 1 0 0,0 1-1 0 0,0 0 1 0 0,0-1-1 0 0,0 1 1 0 0,0 0-1 0 0,-1 0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01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236 1 17320,'-235'3236'0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0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1 166 3917 0 0,'9'-7'15380'0'0,"-9"7"-15255"0"0,7 6-91 0 0,-1 1 0 0 0,0 0 0 0 0,-1-1 0 0 0,1 2 0 0 0,-1-1 0 0 0,6 12 0 0 0,14 41-34 0 0,-2-5 0 0 0,-22-54 0 0 0,-1 0 0 0 0,1 0 0 0 0,-1 0 0 0 0,1 0 0 0 0,-1 0 0 0 0,1 0 0 0 0,0 0 0 0 0,-1 0 0 0 0,1 0 0 0 0,0 0 0 0 0,0-1 0 0 0,-1 1 0 0 0,1 0 0 0 0,0 0 0 0 0,0-1 0 0 0,0 1 0 0 0,0-1 0 0 0,0 1 0 0 0,0-1 0 0 0,0 1 0 0 0,0-1 0 0 0,0 0 0 0 0,1 0 0 0 0,-1 1 0 0 0,0-1 0 0 0,1 0 0 0 0,0 0 0 0 0,-1-1 0 0 0,1 1 0 0 0,-1-1 0 0 0,0 1 0 0 0,1-1 0 0 0,-1 0 0 0 0,0 1 0 0 0,1-1 0 0 0,-1 0 0 0 0,0 0 0 0 0,0 0 0 0 0,0 0 0 0 0,0 0 0 0 0,0 0 0 0 0,0 0 0 0 0,0 0 0 0 0,0-1 0 0 0,-1 1 0 0 0,1 0 0 0 0,1-2 0 0 0,23-52 81 0 0,8-29-4087 0 0,15-35 422 0 0,-39 98 3387 0 0,-6 13 71 0 0,0 1 0 0 0,1 0 0 0 0,0 0 0 0 0,0 0 0 0 0,7-9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04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18621,'270'2729'0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06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0 106 2993 0 0,'5'3'14243'0'0,"13"8"-11819"0"0,-10-2-2424 0 0,-1 0 0 0 0,1 0 0 0 0,-1 1 0 0 0,-1 0 0 0 0,6 11 0 0 0,-6-10 0 0 0,0-1 0 0 0,0 0 0 0 0,1-1 0 0 0,0 1 0 0 0,10 9 0 0 0,-16-18-1 0 0,1 0-1 0 0,-1 0 0 0 0,0 0 0 0 0,0 0 1 0 0,1 0-1 0 0,-1 0 0 0 0,0-1 1 0 0,1 1-1 0 0,-1-1 0 0 0,0 1 1 0 0,1-1-1 0 0,-1 1 0 0 0,1-1 1 0 0,-1 0-1 0 0,1 1 0 0 0,-1-1 1 0 0,1 0-1 0 0,0 0 0 0 0,2-1 1 0 0,-1 1 7 0 0,-1-1 0 0 0,0 0 0 0 0,1 0 0 0 0,-1 0 0 0 0,0 0 0 0 0,1 0 0 0 0,-1-1 0 0 0,0 1 0 0 0,0-1 0 0 0,0 1 0 0 0,2-3 0 0 0,4-5-83 0 0,0 0 1 0 0,-1-1-1 0 0,0 0 1 0 0,6-11-1 0 0,-10 15-88 0 0,57-100-6527 0 0,-24 32 7517 0 0,-33 69-990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25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18592,'956'3213'0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26.8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97 4145 0 0,'-3'-7'13444'0'0,"8"7"-11373"0"0,-1 2-2071 0 0,0 0 0 0 0,0 0 0 0 0,-1 0 0 0 0,1 1 0 0 0,0 0 0 0 0,-1 0 0 0 0,1 0 0 0 0,-1 0 0 0 0,5 6 0 0 0,28 40 0 0 0,-21-28 0 0 0,21 23 0 0 0,-31-39 0 0 0,-1 0 0 0 0,1-1 0 0 0,1 0 0 0 0,-1 0 0 0 0,0 0 0 0 0,10 5 0 0 0,-14-9 0 0 0,0 1 0 0 0,0-1 0 0 0,0 0 0 0 0,0 1 0 0 0,-1-1 0 0 0,1 0 0 0 0,0 0 0 0 0,0 0 0 0 0,0 0 0 0 0,0 0 0 0 0,0 0 0 0 0,0 0 0 0 0,0 0 0 0 0,0 0 0 0 0,0 0 0 0 0,0 0 0 0 0,0-1 0 0 0,0 1 0 0 0,0 0 0 0 0,0-1 0 0 0,1 0 0 0 0,-1 0 0 0 0,1 0 0 0 0,-1 0 0 0 0,0 0 0 0 0,1-1 0 0 0,-1 1 0 0 0,0-1 0 0 0,0 1 0 0 0,0-1 0 0 0,0 1 0 0 0,2-3 0 0 0,0-5 0 0 0,1 0 0 0 0,-1-1 0 0 0,3-13 0 0 0,-4 15 0 0 0,13-57-634 0 0,5-33-5333 0 0,-20 96 5857 0 0,0 0-1 0 0,1 0 1 0 0,-1 0-1 0 0,1 1 0 0 0,0-1 1 0 0,0 0-1 0 0,-1 0 0 0 0,1 0 1 0 0,0 1-1 0 0,1-1 0 0 0,-1 1 1 0 0,0-1-1 0 0,0 1 0 0 0,1-1 1 0 0,-1 1-1 0 0,1 0 0 0 0,1-2 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29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971 1 16685,'-971'2827'0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30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4609 0 0,'-6'2'8783'0'0,"13"54"-3002"0"0,-2 4-4627 0 0,7 62-3033 0 0,-6-100-873 0 0,5-2 3293 0 0,-11-19-451 0 0,1-1 0 0 0,0 1 0 0 0,0 0 0 0 0,-1 0 0 0 0,1-1 0 0 0,0 1 1 0 0,0 0-1 0 0,0-1 0 0 0,0 1 0 0 0,0-1 0 0 0,0 1 0 0 0,0-1 0 0 0,0 0 0 0 0,0 1 0 0 0,0-1 0 0 0,0 0 0 0 0,0 0 0 0 0,0 1 1 0 0,0-1-1 0 0,0 0 0 0 0,1 0 0 0 0,-1 0 0 0 0,0 0 0 0 0,0-1 0 0 0,0 1 0 0 0,0 0 0 0 0,0 0 0 0 0,0-1 0 0 0,0 1 1 0 0,0-1-1 0 0,0 1 0 0 0,0-1 0 0 0,0 1 0 0 0,0-1 0 0 0,0 1 0 0 0,0-1 0 0 0,1-1 0 0 0,14-12-96 0 0,0 0 1 0 0,19-24-1 0 0,19-17-855 0 0,-46 49 841 0 0,0 0 1 0 0,0 0-1 0 0,1 0 1 0 0,0 1-1 0 0,0 0 1 0 0,1 1-1 0 0,10-4 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42.9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17227,'2497'3314'0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44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0 212 2072 0 0,'0'-6'16652'0'0,"6"6"-16048"0"0,2 2-553 0 0,0 0 0 0 0,-1 1 0 0 0,1 0 0 0 0,-1 0 0 0 0,0 1 0 0 0,8 4 0 0 0,45 34-90 0 0,-17-12 53 0 0,-33-23-14 0 0,-5-3 0 0 0,0 0 0 0 0,0-1 0 0 0,1 0 0 0 0,-1 0 0 0 0,1-1 0 0 0,10 4 0 0 0,-15-6 0 0 0,0 0 0 0 0,0 0 0 0 0,0 0 0 0 0,-1 0 0 0 0,1 0 0 0 0,0 0 0 0 0,0 0 0 0 0,0-1 0 0 0,0 1 0 0 0,-1 0 0 0 0,1 0 0 0 0,0-1 0 0 0,0 1 0 0 0,0-1 0 0 0,-1 1 0 0 0,1-1 0 0 0,0 1 0 0 0,-1-1 0 0 0,1 1 0 0 0,0-1 0 0 0,-1 1 0 0 0,1-1 0 0 0,-1 0 0 0 0,1 1 0 0 0,-1-1 0 0 0,1 0 0 0 0,-1 0 0 0 0,0 1 0 0 0,1-1 0 0 0,-1 0 0 0 0,0 0 0 0 0,1 0 0 0 0,-1 0 0 0 0,0 1 0 0 0,0-3 0 0 0,2-3 0 0 0,-1-1 0 0 0,0 1 0 0 0,-1-10 0 0 0,0 12 0 0 0,1-105-104 0 0,1-14-1924 0 0,-2 115 2549 0 0,-1 6-478 0 0,1 0 0 0 0,0 0 1 0 0,0 0-1 0 0,0 1 0 0 0,0-1 0 0 0,0 0 1 0 0,1 0-1 0 0,-1 0 0 0 0,0 1 0 0 0,1-1 1 0 0,-1 0-1 0 0,1 1 0 0 0,0-1 0 0 0,0 0 1 0 0,-1 1-1 0 0,1-1 0 0 0,0 1 0 0 0,0-1 1 0 0,2-1-1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8:59:50.2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2458 1 17374,'-2457'2853'0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9:51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3917 0 0,'-7'0'15743'0'0,"11"243"-15743"0"0,-4-241 0 0 0,0 1 0 0 0,0-1 0 0 0,0 1 0 0 0,1-1 0 0 0,-1 1 0 0 0,1-1 0 0 0,-1 0 0 0 0,2 5 0 0 0,-1-7 0 0 0,-1 1 0 0 0,1 0 0 0 0,-1-1 0 0 0,1 1 0 0 0,-1-1 0 0 0,1 0 0 0 0,-1 1 0 0 0,1-1 0 0 0,-1 1 0 0 0,1-1 0 0 0,0 0 0 0 0,-1 1 0 0 0,1-1 0 0 0,-1 0 0 0 0,1 0 0 0 0,0 1 0 0 0,-1-1 0 0 0,1 0 0 0 0,0 0 0 0 0,0 0 0 0 0,-1 0 0 0 0,1 0 0 0 0,0 0 0 0 0,-1 0 0 0 0,1 0 0 0 0,0 0 0 0 0,-1 0 0 0 0,1-1 0 0 0,0 1 0 0 0,-1 0 0 0 0,1 0 0 0 0,0-1 0 0 0,-1 1 0 0 0,2-1 0 0 0,19-5-96 0 0,0 0 0 0 0,29-3 0 0 0,-12 2-2713 0 0,-36 7 2527 0 0,-1 0 0 0 0,0 0 0 0 0,1 0 1 0 0,-1 0-1 0 0,0 0 0 0 0,1 0 0 0 0,-1 1 0 0 0,0-1 0 0 0,1 0 0 0 0,0 1 0 0 0,-1-1 237 0 0,-1 1 0 0 0,1-1 0 0 0,0 0 0 0 0,-1 1 0 0 0,1-1 0 0 0,-1 0 0 0 0,1 0 0 0 0,-1 0 0 0 0,1 0 0 0 0,0 0 0 0 0,-1 0 0 0 0,1 0 0 0 0,-1 0 0 0 0,1 0-1 0 0,0 0 1 0 0,-1 0 0 0 0,1 0 0 0 0,-1 0 0 0 0,1 0 0 0 0,0-1 0 0 0,-1 1 0 0 0,1 0 0 0 0,-1 0 0 0 0,1-1 0 0 0,-1 1 0 0 0,1 0 0 0 0,-1-1 0 0 0,1 1 0 0 0,0-1 0 0 0,1-1 165 0 0,0 0 0 0 0,0 0 1 0 0,1 0-1 0 0,-1 1 1 0 0,1-1-1 0 0,-1 1 1 0 0,1 0-1 0 0,-1-1 1 0 0,1 1-1 0 0,0 0 1 0 0,0 1-1 0 0,-1-1 0 0 0,1 0 1 0 0,4 1-1 0 0,13-6 765 0 0,-11 2-1108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0:42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17712,'3875'3398'0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0:44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36 197 1612 0 0,'-13'7'13312'0'0,"12"-6"-12974"0"0,-1-1 0 0 0,1 1 1 0 0,0-1-1 0 0,-1 1 0 0 0,1-1 1 0 0,-1 0-1 0 0,1 0 0 0 0,-1 0 1 0 0,1 1-1 0 0,-1-1 0 0 0,0-1 1 0 0,1 1-1 0 0,-3 0 0 0 0,47 24-338 0 0,15 3 0 0 0,49 22 0 0 0,-106-49 0 0 0,0 1 0 0 0,0-1 0 0 0,1 1 0 0 0,-1-1 0 0 0,0 0 0 0 0,0 1 0 0 0,1-1 0 0 0,-1 0 0 0 0,0 0 0 0 0,1 0 0 0 0,-1 0 0 0 0,0 0 0 0 0,1 0 0 0 0,-1 0 0 0 0,0 0 0 0 0,1-1 0 0 0,-1 1 0 0 0,0 0 0 0 0,0-1 0 0 0,1 1 0 0 0,-1-1 0 0 0,0 1 0 0 0,0-1 0 0 0,2-1 0 0 0,-2 1 0 0 0,0-1 0 0 0,0 1 0 0 0,0-1 0 0 0,0 0 0 0 0,-1 1 0 0 0,1-1 0 0 0,0 0 0 0 0,-1 0 0 0 0,1 1 0 0 0,-1-1 0 0 0,0 0 0 0 0,0 0 0 0 0,1 0 0 0 0,-1 0 0 0 0,0 1 0 0 0,0-1 0 0 0,-1-2 0 0 0,-6-68-3 0 0,3 44-25 0 0,2-1 0 0 0,1 0 1 0 0,4-51-1 0 0,2 55-813 0 0,-2 17-1972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0:49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3727 1 15766,'-3726'2965'0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0:50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36 1380 0 0,'3'-27'16117'0'0,"0"19"-13954"0"0,-5 14-2163 0 0,0 1 0 0 0,0-1 0 0 0,1 1 0 0 0,-1 7 0 0 0,0 2 0 0 0,-6 28-106 0 0,-24 102-1305 0 0,30-141 654 0 0,1-1 160 0 0,0 0-1 0 0,0 0 1 0 0,0 0-1 0 0,0 0 1 0 0,1 0 0 0 0,-1 7-1 0 0,1-10 645 0 0,1 1 1 0 0,-1-1-1 0 0,0 0 0 0 0,1 0 1 0 0,-1 0-1 0 0,1 1 1 0 0,-1-1-1 0 0,1 0 0 0 0,0 0 1 0 0,-1 0-1 0 0,1 0 0 0 0,0 0 1 0 0,0 0-1 0 0,0 0 0 0 0,0 0 1 0 0,-1-1-1 0 0,1 1 0 0 0,0 0 1 0 0,1-1-1 0 0,-1 1 0 0 0,0 0 1 0 0,0-1-1 0 0,0 1 0 0 0,0-1 1 0 0,0 1-1 0 0,2-1 0 0 0,5 2 447 0 0,-1 0-1 0 0,0 0 0 0 0,1-1 1 0 0,-1 0-1 0 0,1-1 0 0 0,0 1 0 0 0,-1-2 1 0 0,1 1-1 0 0,8-2 0 0 0,7-3-363 0 0,36-12-1 0 0,-42 11-1498 0 0,1 0 1 0 0,0 2-1 0 0,31-5 0 0 0,-43 9 37 0 0,1 0 0 0 0,-1 1-1 0 0,1 0 1 0 0,6 1 0 0 0,-5 0-1559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0:59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1 15753,'-259'3212'0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1:01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55 688 0 0,'-21'-28'15805'0'0,"16"17"-11168"0"0,0 2-6107 0 0,4 9 1470 0 0,1 0 0 0 0,0 0 0 0 0,0 1 0 0 0,0-1 0 0 0,0 0 0 0 0,-1 0 0 0 0,1 0 0 0 0,0 1 0 0 0,0-1 0 0 0,0 0 0 0 0,0 0 0 0 0,0 0 0 0 0,0 1 0 0 0,0-1 0 0 0,0 0 0 0 0,-1 0 0 0 0,1 0 0 0 0,0 1 0 0 0,0-1 0 0 0,0 0 0 0 0,0 0 0 0 0,0 1 0 0 0,0-1 0 0 0,0 0 0 0 0,0 0 0 0 0,1 1 0 0 0,-1-1 0 0 0,0 0 0 0 0,0 0 0 0 0,0 0 0 0 0,0 1 0 0 0,0-1 0 0 0,0 0 0 0 0,0 0 0 0 0,2 15 0 0 0,-2-14 0 0 0,4 13-325 0 0,0 0 0 0 0,8 17 0 0 0,-3-13-2721 0 0,1 0-1 0 0,17 25 1 0 0,-23-37 3102 0 0,0 0 0 0 0,0-1 0 0 0,1 0 0 0 0,0 0 1 0 0,6 5-1 0 0,-10-9 5 0 0,0 0-1 0 0,0-1 1 0 0,0 1 0 0 0,0 0 0 0 0,0-1-1 0 0,0 1 1 0 0,1-1 0 0 0,-1 1 0 0 0,0-1-1 0 0,0 1 1 0 0,1-1 0 0 0,-1 0 0 0 0,0 0 0 0 0,0 0-1 0 0,1 0 1 0 0,-1 0 0 0 0,0 0 0 0 0,1 0-1 0 0,-1 0 1 0 0,0 0 0 0 0,1 0 0 0 0,-1-1-1 0 0,0 1 1 0 0,0 0 0 0 0,0-1 0 0 0,1 1 0 0 0,-1-1-1 0 0,0 0 1 0 0,0 1 0 0 0,0-1 0 0 0,0 0-1 0 0,0 0 1 0 0,0 0 0 0 0,1-1 0 0 0,11-13 172 0 0,-1 0 1 0 0,-1-1-1 0 0,0-1 1 0 0,-2 0 0 0 0,1 0-1 0 0,6-21 1 0 0,-15 37-199 0 0,16-34-1077 0 0,-14 30 221 0 0,0 1 0 0 0,1-1 0 0 0,-1 1 1 0 0,1 0-1 0 0,4-4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1:04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16145,'153'2732'0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1:05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44 920 0 0,'-16'3'18740'0'0,"46"50"-18740"0"0,9 16 0 0 0,-33-60 0 0 0,0-1 0 0 0,0 0 0 0 0,1 0 0 0 0,0-1 0 0 0,12 10 0 0 0,-18-16 0 0 0,0 0 0 0 0,0-1 0 0 0,1 1 0 0 0,-1 0 0 0 0,0 0 0 0 0,0-1 0 0 0,1 1 0 0 0,-1-1 0 0 0,1 1 0 0 0,-1-1 0 0 0,1 0 0 0 0,-1 1 0 0 0,1-1 0 0 0,-1 0 0 0 0,0 0 0 0 0,1 0 0 0 0,-1 0 0 0 0,1 0 0 0 0,-1 0 0 0 0,3-1 0 0 0,-1 0 0 0 0,-1 0 0 0 0,1 0 0 0 0,0-1 0 0 0,-1 1 0 0 0,0-1 0 0 0,1 1 0 0 0,-1-1 0 0 0,0 0 0 0 0,4-4 0 0 0,1-2 0 0 0,-1 0 0 0 0,0 0 0 0 0,0 0 0 0 0,-1-1 0 0 0,4-10 0 0 0,11-34 10 0 0,-18 43-225 0 0,1 0 1 0 0,1 1-1 0 0,-1 0 0 0 0,2 0 0 0 0,-1 0 0 0 0,1 0 0 0 0,1 0 0 0 0,9-11 0 0 0,-9 13-2363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1:17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4583 0 12685,'-4583'3450'0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1:18.9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1380 0 0,'5'7'16487'0'0,"-4"-5"-16307"0"0,0-1-1 0 0,0 1 0 0 0,0-1 0 0 0,-1 1 1 0 0,1 0-1 0 0,-1 0 0 0 0,1 0 1 0 0,-1-1-1 0 0,1 3 0 0 0,-1 10-179 0 0,0-1 0 0 0,-1 1 0 0 0,-2 13 0 0 0,-2 25 0 0 0,4-32 0 0 0,1 17 0 0 0,0-35 0 0 0,0 1 0 0 0,1-1 0 0 0,-1 1 0 0 0,1-1 0 0 0,-1 1 0 0 0,1-1 0 0 0,0 0 0 0 0,0 1 0 0 0,0-1 0 0 0,0 0 0 0 0,3 3 0 0 0,-4-4 0 0 0,1 0 0 0 0,0 0 0 0 0,0-1 0 0 0,0 1 0 0 0,1 0 0 0 0,-1-1 0 0 0,0 1 0 0 0,0-1 0 0 0,0 1 0 0 0,0-1 0 0 0,0 0 0 0 0,1 1 0 0 0,-1-1 0 0 0,0 0 0 0 0,0 0 0 0 0,0 0 0 0 0,1 0 0 0 0,-1 0 0 0 0,2 0 0 0 0,27-5 0 0 0,-17 2 0 0 0,22 0 0 0 0,-21 1-18 0 0,1 1 1 0 0,24-7-1 0 0,-15 3-447 0 0,-17 3-252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1:25.1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15110,'4360'2969'0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1:27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0 1380 0 0,'-10'11'20038'0'0,"11"1"-21786"0"0,1-3 1758 0 0,0-1 0 0 0,3 9 0 0 0,-3-10-134 0 0,1 1 1 0 0,-2-1-1 0 0,2 12 0 0 0,-2-7-1028 0 0,1 0-1 0 0,0 0 0 0 0,1 0 1 0 0,5 16-1 0 0,7 1 4406 0 0,-22-31-220 0 0,-12-1-3317 0 0,15 3 500 0 0,-11-1-327 0 0,1 1 0 0 0,-1 0 0 0 0,0 1 0 0 0,-25 5 1 0 0,0 5-4778 0 0,38-9 4637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1:46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2941 0 17387,'-2940'3349'0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1:50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2993 0 0,'-3'9'17779'0'0,"11"0"-18891"0"0,-3-4 1112 0 0,0 1 0 0 0,0 0 0 0 0,-1 0 0 0 0,0 0 0 0 0,0 1 0 0 0,-1 0 0 0 0,0-1 0 0 0,0 1 0 0 0,0 1 0 0 0,1 7 0 0 0,0 4 0 0 0,-1 0 0 0 0,0 29 0 0 0,0 6 0 0 0,-3-54-1 0 0,0 1 0 0 0,0-1 0 0 0,0 1 0 0 0,1 0 0 0 0,-1-1 1 0 0,0 1-1 0 0,0-1 0 0 0,0 1 0 0 0,0-1 0 0 0,0 1 0 0 0,1 0 0 0 0,-1-1 0 0 0,0 1 0 0 0,1-1 0 0 0,-1 1 0 0 0,0-1 0 0 0,1 1 0 0 0,-1-1 0 0 0,0 0 0 0 0,1 1 0 0 0,-1-1 0 0 0,1 1 0 0 0,-1-1 1 0 0,1 0-1 0 0,-1 1 0 0 0,1-1 0 0 0,-1 0 0 0 0,1 0 0 0 0,-1 1 0 0 0,1-1 0 0 0,0 0 0 0 0,-1 0 0 0 0,1 0 0 0 0,-1 0 0 0 0,1 0 0 0 0,0 0 0 0 0,-1 1 0 0 0,1-2 0 0 0,-1 1 0 0 0,1 0 0 0 0,0 0 0 0 0,-1 0 1 0 0,1 0-1 0 0,-1 0 0 0 0,1 0 0 0 0,-1-1 0 0 0,1 1 0 0 0,-1 0 0 0 0,2-1 0 0 0,4-2-125 0 0,0 0 0 0 0,0 0-1 0 0,10-8 1 0 0,-4 3 375 0 0,6-1-2058 0 0,0 1 0 0 0,0 2 0 0 0,28-8-1 0 0,-22 7 334 0 0,32-12-1 0 0,-46 14-1889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1:57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17110,'2907'2907'0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2:04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295 0 1152 0 0,'-4'6'14948'0'0,"-1"14"-10899"0"0,-2 20-4538 0 0,-5 29 489 0 0,-4 40 0 0 0,15-87 0 0 0,0 0 0 0 0,1 0 0 0 0,3 23 0 0 0,-3-44 0 0 0,0 0 0 0 0,0 0 0 0 0,0 0 0 0 0,0 0 0 0 0,-1 1 0 0 0,1-1 0 0 0,0 0 0 0 0,-1 0 0 0 0,1 0 0 0 0,-1 0 0 0 0,1 0 0 0 0,-1 0 0 0 0,1 0 0 0 0,-1 0 0 0 0,0 0 0 0 0,1 0 0 0 0,-1-1 0 0 0,0 1 0 0 0,0 0 0 0 0,0 0 0 0 0,0-1 0 0 0,0 1 0 0 0,0 0 0 0 0,0-1 0 0 0,0 1 0 0 0,0-1 0 0 0,0 1 0 0 0,0-1 0 0 0,-2 1 0 0 0,-12 9 0 0 0,15-10 0 0 0,-1 1 0 0 0,0-1 0 0 0,1 0 0 0 0,-1 1 0 0 0,0-1 0 0 0,1 1 0 0 0,-1-1 0 0 0,0 0 0 0 0,1 0 0 0 0,-1 1 0 0 0,0-1 0 0 0,0 0 0 0 0,1 0 0 0 0,-1 0 0 0 0,0 0 0 0 0,0 0 0 0 0,1 0 0 0 0,-1 0 0 0 0,0 0 0 0 0,0 0 0 0 0,1 0 0 0 0,-1 0 0 0 0,0 0 0 0 0,0-1 0 0 0,1 1 0 0 0,-1 0 0 0 0,0 0 0 0 0,1-1 0 0 0,-2 0 0 0 0,-8-2 0 0 0,-57-12-452 0 0,49 10-1267 0 0,0 1 1 0 0,0 1-1 0 0,-31-2 0 0 0,48 5 1772 0 0,1 0 0 0 0,-1 0 0 0 0,1 0 0 0 0,-1 0 0 0 0,1 0 0 0 0,-1 0 0 0 0,1 0 0 0 0,0 0 0 0 0,-1 0 0 0 0,1 0 0 0 0,-1 0 0 0 0,1 0 0 0 0,-1 0 0 0 0,1 0 0 0 0,0 1 0 0 0,-1-1 0 0 0,1 0 0 0 0,-1 0 0 0 0,1 0 0 0 0,0 1 0 0 0,-1-1 0 0 0,1 0 0 0 0,0 1 0 0 0,-1-1 0 0 0,1 0 0 0 0,0 1 0 0 0,-1-1 0 0 0,1 0 0 0 0,0 1 0 0 0,0-1 0 0 0,0 1 0 0 0,-1-1 0 0 0,1 0 0 0 0,0 1 0 0 0,0 1-400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2:11.9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1455 0 17831,'-1455'3324'0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2:13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23 2993 0 0,'-9'-22'19138'0'0,"8"28"-21609"0"0,1 25 2691 0 0,-1-19-1339 0 0,1 0 1 0 0,0 0 0 0 0,1-1-1 0 0,1 1 1 0 0,4 22-1 0 0,-1-16-278 0 0,5 35 0 0 0,-4 56 3012 0 0,-6-109-1502 0 0,0 1 0 0 0,-1-1 0 0 0,1 0-1 0 0,0 1 1 0 0,0-1 0 0 0,0 1 0 0 0,0-1 0 0 0,0 0 0 0 0,0 1 0 0 0,0-1-1 0 0,0 1 1 0 0,1-1 0 0 0,-1 0 0 0 0,0 1 0 0 0,0-1 0 0 0,0 0-1 0 0,0 1 1 0 0,0-1 0 0 0,1 1 0 0 0,-1-1 0 0 0,0 0 0 0 0,0 1 0 0 0,1-1-1 0 0,-1 0 1 0 0,0 0 0 0 0,0 1 0 0 0,1-1 0 0 0,-1 0 0 0 0,0 0-1 0 0,1 1 1 0 0,-1-1 0 0 0,0 0 0 0 0,1 0 0 0 0,-1 0 0 0 0,0 0-1 0 0,1 1 1 0 0,-1-1 0 0 0,1 0 0 0 0,-1 0 0 0 0,0 0 0 0 0,1 0 0 0 0,-1 0-1 0 0,1 0 1 0 0,-1 0 0 0 0,0 0 0 0 0,1 0 0 0 0,-1 0 0 0 0,0 0-1 0 0,1 0 1 0 0,-1-1 0 0 0,1 1 0 0 0,-1 0 0 0 0,0 0 0 0 0,1 0-1 0 0,-1 0 1 0 0,0-1 0 0 0,1 1 0 0 0,-1 0 0 0 0,0 0 0 0 0,1-1 0 0 0,26-19 791 0 0,-19 13-1022 0 0,14-8-260 0 0,1 1-1 0 0,0 0 1 0 0,1 2-1 0 0,30-11 1 0 0,-5 4-8844 0 0,-40 15 5969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2:15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 1360 0 0,'-1'-2'890'0'0,"1"0"-890"0"0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2:16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17515,'1376'3024'0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2:18.8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70 230 1612 0 0,'-21'-14'12796'0'0,"18"11"-12139"0"0,-1 0-1 0 0,0 1 1 0 0,1-1-1 0 0,-1 1 1 0 0,0 0-1 0 0,0 0 1 0 0,-6-1-1 0 0,10 3-656 0 0,-1 0 0 0 0,1 0 0 0 0,-1-1 0 0 0,1 1 0 0 0,-1 0 0 0 0,0 0 0 0 0,1 0 0 0 0,-1 0 0 0 0,1 0 0 0 0,-1 0 0 0 0,1 0 0 0 0,-1 0 0 0 0,1 1 0 0 0,-1-1 0 0 0,1 0 0 0 0,-1 0 0 0 0,1 0 0 0 0,-1 0 0 0 0,1 1 0 0 0,-1-1 0 0 0,0 1 0 0 0,1-1 0 0 0,0 0 0 0 0,0 1 0 0 0,0-1 0 0 0,0 0 0 0 0,-1 1 0 0 0,1-1 0 0 0,0 0 0 0 0,0 1 0 0 0,0-1 0 0 0,0 0 0 0 0,0 1 0 0 0,0-1 0 0 0,0 0 0 0 0,0 1 0 0 0,0-1 0 0 0,0 1 0 0 0,0-1 0 0 0,0 0 0 0 0,1 1 0 0 0,-1-1 0 0 0,0 1 0 0 0,1 1 0 0 0,0 0 0 0 0,0 0 0 0 0,0 1 0 0 0,1-1 0 0 0,-1 0 0 0 0,1 0 0 0 0,1 2 0 0 0,42 48-586 0 0,1 1-5245 0 0,28 17 4171 0 0,-61-59 1724 0 0,1-1 0 0 0,0-1 0 0 0,0 0 0 0 0,16 7 0 0 0,-28-15-60 0 0,-1 0 1 0 0,0 0 0 0 0,1-1 0 0 0,-1 1 0 0 0,1-1 0 0 0,-1 1 0 0 0,0-1 0 0 0,1 0 0 0 0,-1 1 0 0 0,1-1 0 0 0,-1 0 0 0 0,1 0 0 0 0,-1 0-1 0 0,1 0 1 0 0,-1 0 0 0 0,1 0 0 0 0,-1-1 0 0 0,1 1 0 0 0,-1 0 0 0 0,1-1 0 0 0,-1 1 0 0 0,1-1 0 0 0,-1 0 0 0 0,0 1 0 0 0,1-1 0 0 0,-1 0 0 0 0,0 0-1 0 0,0 0 1 0 0,0 0 0 0 0,1 0 0 0 0,-1 0 0 0 0,0 0 0 0 0,0 0 0 0 0,0 0 0 0 0,-1 0 0 0 0,1-1 0 0 0,0 1 0 0 0,0 0 0 0 0,-1-1 0 0 0,2-2-1 0 0,1-6 7 0 0,0 1 0 0 0,-1-1 0 0 0,0 0 0 0 0,2-20-1 0 0,-3 18-1 0 0,4-33-334 0 0,20-136 854 0 0,3 63-4738 0 0,-25 108 700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2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39 7834 0 0,'-7'-11'1308'0'0,"-4"-8"-1151"0"0,10 19-38 0 0,1-1 1 0 0,-1 0 0 0 0,1 1-1 0 0,-1-1 1 0 0,1 1 0 0 0,-1-1-1 0 0,1 0 1 0 0,-1 1-1 0 0,1-1 1 0 0,-1 1 0 0 0,0 0-1 0 0,0-1 1 0 0,1 1 0 0 0,-1 0-1 0 0,0-1 1 0 0,1 1 0 0 0,-1 0-1 0 0,-1-1 1 0 0,1 2-1 0 0,0-1 0 0 0,1 0 0 0 0,-1 0 0 0 0,0 1 0 0 0,0-1 0 0 0,1 1 0 0 0,-1-1 0 0 0,0 0 0 0 0,1 1 0 0 0,-1-1 0 0 0,0 1 0 0 0,1 0 0 0 0,-1-1 0 0 0,1 1 0 0 0,-1 0 0 0 0,1-1 0 0 0,-1 1-1 0 0,1 0 1 0 0,0-1 0 0 0,-1 1 0 0 0,1 0 0 0 0,-1 1 0 0 0,-6 20 565 0 0,6-19-554 0 0,-3 14 286 0 0,1 0 0 0 0,0 0 1 0 0,1 0-1 0 0,1 20 0 0 0,1-27-103 0 0,0 1 0 0 0,1-1 0 0 0,1 0 0 0 0,0 1 0 0 0,0-1 0 0 0,1 0 0 0 0,0 0 0 0 0,5 11 0 0 0,-6-18-257 0 0,0 1 0 0 0,1-1-1 0 0,-1 1 1 0 0,1-1-1 0 0,-1 0 1 0 0,1 0 0 0 0,0 0-1 0 0,0 0 1 0 0,0-1-1 0 0,1 1 1 0 0,-1-1 0 0 0,1 0-1 0 0,-1 0 1 0 0,1 0-1 0 0,0 0 1 0 0,0-1 0 0 0,-1 1-1 0 0,1-1 1 0 0,0 0 0 0 0,0 0-1 0 0,1-1 1 0 0,-1 1-1 0 0,0-1 1 0 0,4 0 0 0 0,-3 0 1 0 0,0 0 1 0 0,0-1 0 0 0,0 1-1 0 0,0-1 1 0 0,0 0 0 0 0,0-1 0 0 0,-1 1-1 0 0,1-1 1 0 0,-1 0 0 0 0,1 0-1 0 0,-1-1 1 0 0,1 1 0 0 0,-1-1 0 0 0,0 0-1 0 0,0 0 1 0 0,-1 0 0 0 0,1-1-1 0 0,-1 1 1 0 0,6-8 0 0 0,-6 7-58 0 0,0-1 0 0 0,0 0 0 0 0,-1 0 0 0 0,1 0 0 0 0,-1-1 0 0 0,-1 1 0 0 0,1-1 0 0 0,-1 1 0 0 0,0-1 0 0 0,0 1 0 0 0,0-1 0 0 0,-1 0 0 0 0,0 1 0 0 0,0-1 0 0 0,0 0 0 0 0,-1 1 0 0 0,0-1 0 0 0,0 1 0 0 0,0-1 0 0 0,-1 1 0 0 0,-2-8 0 0 0,0 6 0 0 0,1 0 0 0 0,-1 0 0 0 0,0 1 0 0 0,0-1 0 0 0,-1 1 0 0 0,0 0 0 0 0,0 0 0 0 0,0 1 0 0 0,-1 0 0 0 0,0 0 0 0 0,0 0 0 0 0,0 0 0 0 0,0 1 0 0 0,-1 0 0 0 0,-10-4 0 0 0,-24-8-1883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29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6913 0 0,'-2'7'214'0'0,"-1"0"-1"0"0,1 0 1 0 0,0 0-1 0 0,1 1 1 0 0,-1 11-1 0 0,-2 6 908 0 0,-1-2 257 0 0,3-16-576 0 0,0 0-1 0 0,0 1 0 0 0,1-1 0 0 0,0 0 0 0 0,0 1 0 0 0,1 14 0 0 0,2-17-2532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2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32 11058 0 0,'0'0'56'0'0,"-1"0"0"0"0,1-1 0 0 0,0 1 0 0 0,0 0-1 0 0,0 0 1 0 0,0-1 0 0 0,0 1 0 0 0,-1 0 0 0 0,1 0 0 0 0,0 0-1 0 0,0 0 1 0 0,0-1 0 0 0,0 1 0 0 0,-1 0 0 0 0,1 0 0 0 0,0 0-1 0 0,0 0 1 0 0,-1 0 0 0 0,1 0 0 0 0,0 0 0 0 0,0-1 0 0 0,-1 1-1 0 0,1 0 1 0 0,0 0 0 0 0,0 0 0 0 0,-1 0 0 0 0,1 0-1 0 0,0 0 1 0 0,0 0 0 0 0,-1 0 0 0 0,1 0 0 0 0,0 0 0 0 0,0 0-1 0 0,-1 1 1 0 0,1-1 0 0 0,0 0 0 0 0,-1 0 0 0 0,-6 9 57 0 0,-3 17-1087 0 0,7-18 1413 0 0,1-1 0 0 0,1 1 1 0 0,-1 0-1 0 0,1-1 0 0 0,1 1 1 0 0,-1 0-1 0 0,2 0 0 0 0,-1 0 1 0 0,1 0-1 0 0,0-1 0 0 0,3 13 1 0 0,-3-16-267 0 0,1 1 0 0 0,0-1 0 0 0,0 0 0 0 0,0 0 0 0 0,0 0 0 0 0,0 0 0 0 0,1-1 0 0 0,-1 1 0 0 0,1-1 0 0 0,0 1 0 0 0,0-1 0 0 0,1 0 0 0 0,-1 0 0 0 0,1-1 0 0 0,-1 1 0 0 0,1-1 0 0 0,0 1 0 0 0,0-1 0 0 0,0 0 0 0 0,0 0 0 0 0,7 1 0 0 0,-5-2-168 0 0,0 0 1 0 0,-1 0 0 0 0,1-1-1 0 0,0 0 1 0 0,0 0 0 0 0,0 0-1 0 0,0-1 1 0 0,-1 0 0 0 0,1 0-1 0 0,0 0 1 0 0,-1-1 0 0 0,1 0-1 0 0,-1 0 1 0 0,1 0 0 0 0,-1-1-1 0 0,0 0 1 0 0,0 0 0 0 0,0 0-1 0 0,0 0 1 0 0,-1-1 0 0 0,1 0 0 0 0,-1 0-1 0 0,0 0 1 0 0,0-1 0 0 0,0 1-1 0 0,-1-1 1 0 0,0 0 0 0 0,0 0-1 0 0,0 0 1 0 0,4-10 0 0 0,-6 10-34 0 0,-1 1 0 0 0,1-1 1 0 0,-1 1-1 0 0,0-1 0 0 0,0 1 0 0 0,0-1 1 0 0,0 1-1 0 0,-1-1 0 0 0,0 1 1 0 0,0-1-1 0 0,0 1 0 0 0,-1 0 1 0 0,1-1-1 0 0,-1 1 0 0 0,0 0 0 0 0,0 0 1 0 0,-1 0-1 0 0,1 1 0 0 0,-1-1 1 0 0,-4-4-1 0 0,3 3 74 0 0,-1-1 0 0 0,0 1 1 0 0,0 0-1 0 0,-1 1 0 0 0,1-1 0 0 0,-1 1 0 0 0,0 0 0 0 0,0 1 1 0 0,-1-1-1 0 0,1 1 0 0 0,-1 0 0 0 0,-7-2 0 0 0,5 3 146 0 0,0 1 0 0 0,-14-1-1 0 0,20 1-368 0 0,1 1-1 0 0,-1 0 0 0 0,0 1 1 0 0,0-1-1 0 0,0 0 0 0 0,0 1 0 0 0,1 0 1 0 0,-1-1-1 0 0,0 1 0 0 0,0 0 1 0 0,1 1-1 0 0,-3 0 0 0 0,2 1-1870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0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15 11522 0 0,'-2'-1'-81'0'0,"0"0"-1"0"0,-1 0 1 0 0,1 0-1 0 0,0 0 1 0 0,0 1-1 0 0,-1-1 0 0 0,1 1 1 0 0,0 0-1 0 0,-1-1 1 0 0,1 1-1 0 0,0 0 1 0 0,-1 1-1 0 0,1-1 0 0 0,0 0 1 0 0,-1 0-1 0 0,1 1 1 0 0,0 0-1 0 0,0-1 1 0 0,-1 1-1 0 0,1 0 0 0 0,0 0 1 0 0,0 0-1 0 0,0 0 1 0 0,-3 3-1 0 0,2-2 301 0 0,0 0 0 0 0,1 1 0 0 0,-1-1 0 0 0,1 1 0 0 0,-1-1 0 0 0,1 1 0 0 0,0 0 0 0 0,0 0 0 0 0,0 0 0 0 0,1 0 0 0 0,-1 1 0 0 0,1-1 0 0 0,0 0 0 0 0,0 1 0 0 0,-2 5 0 0 0,2-1 126 0 0,1 0 1 0 0,-1 0 0 0 0,1 0 0 0 0,1 0-1 0 0,-1 0 1 0 0,1-1 0 0 0,1 1-1 0 0,0 0 1 0 0,0-1 0 0 0,0 1-1 0 0,1-1 1 0 0,4 10 0 0 0,-4-12-177 0 0,-1-1 0 0 0,1 0-1 0 0,0 0 1 0 0,0 0 0 0 0,0-1 0 0 0,0 1 0 0 0,0-1 0 0 0,1 1 0 0 0,0-1 0 0 0,0 0 0 0 0,0-1 0 0 0,0 1-1 0 0,0-1 1 0 0,0 0 0 0 0,1 0 0 0 0,-1 0 0 0 0,1 0 0 0 0,-1-1 0 0 0,1 0 0 0 0,0 0 0 0 0,5 1 0 0 0,-3-2-98 0 0,0 0 1 0 0,0 0 0 0 0,0-1 0 0 0,0 0 0 0 0,0 0 0 0 0,0-1 0 0 0,0 1 0 0 0,-1-2 0 0 0,1 1 0 0 0,0-1 0 0 0,10-6 0 0 0,-12 6-77 0 0,0 0 1 0 0,-1 0-1 0 0,1 0 0 0 0,-1 0 0 0 0,1-1 1 0 0,-1 0-1 0 0,-1 0 0 0 0,1 0 1 0 0,0-1-1 0 0,-1 1 0 0 0,0-1 1 0 0,0 0-1 0 0,0 1 0 0 0,-1-1 0 0 0,3-8 1 0 0,-4 9-7 0 0,-1 1 1 0 0,1 0-1 0 0,-1-1 0 0 0,0 1 1 0 0,0 0-1 0 0,-1-1 1 0 0,1 1-1 0 0,-1 0 1 0 0,1-1-1 0 0,-1 1 0 0 0,0 0 1 0 0,0 0-1 0 0,-1 0 1 0 0,1 0-1 0 0,0 0 1 0 0,-1 0-1 0 0,0 0 0 0 0,0 0 1 0 0,0 0-1 0 0,0 1 1 0 0,0-1-1 0 0,-6-4 1 0 0,0 0-28 0 0,-2-1 1 0 0,1 1-1 0 0,-1 0 1 0 0,0 1-1 0 0,-13-6 1 0 0,15 7-342 0 0,-1 2-1 0 0,0-1 1 0 0,0 1 0 0 0,0 1 0 0 0,0-1 0 0 0,0 1 0 0 0,-15 0 0 0 0,15 1-6350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1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9674 0 0,'-1'2'-62'0'0,"0"1"-1"0"0,-1-1 1 0 0,1 1-1 0 0,0-1 1 0 0,0 1-1 0 0,1-1 1 0 0,-1 1-1 0 0,1 0 1 0 0,-1 4-1 0 0,-2 8-814 0 0,-21 39 6413 0 0,24-51-5721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1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18892 0 0,'1'-3'113'0'0,"5"4"-1533"0"0,-5-1 1391 0 0,0 1 0 0 0,0-1 0 0 0,0 1 0 0 0,0-1 1 0 0,0 1-1 0 0,0-1 0 0 0,0 1 0 0 0,0 0 0 0 0,0 0 0 0 0,0-1 0 0 0,1 3 0 0 0,1 2 514 0 0,-1 1-1 0 0,0 0 1 0 0,0 0 0 0 0,0 0-1 0 0,0 0 1 0 0,1 11-1 0 0,0 41 391 0 0,-2-33-330 0 0,3 16-165 0 0,1-24-3511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6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14283 0 0,'-2'0'-70'0'0,"1"0"1"0"0,-1 0-1 0 0,1 0 0 0 0,-1 0 1 0 0,0 0-1 0 0,1 0 0 0 0,-1 1 1 0 0,1-1-1 0 0,-1 0 0 0 0,1 1 1 0 0,-1-1-1 0 0,1 1 0 0 0,-1 0 0 0 0,1-1 1 0 0,-1 1-1 0 0,1 0 0 0 0,-2 1 1 0 0,0 0 159 0 0,0 0 0 0 0,1 0 0 0 0,-1 0 0 0 0,1 1-1 0 0,0-1 1 0 0,0 1 0 0 0,-4 4 0 0 0,3-1 293 0 0,1 0 0 0 0,0 0-1 0 0,0 0 1 0 0,0 1 0 0 0,0-1 0 0 0,1 1-1 0 0,0-1 1 0 0,1 9 0 0 0,-1-1 168 0 0,2-1 0 0 0,-1 1-1 0 0,4 13 1 0 0,-3-24-427 0 0,-1 1 0 0 0,1-1 1 0 0,0 0-1 0 0,0 0 0 0 0,0 0 0 0 0,1 1 0 0 0,-1-1 0 0 0,1 0 0 0 0,0-1 0 0 0,-1 1 1 0 0,1 0-1 0 0,1-1 0 0 0,-1 1 0 0 0,0-1 0 0 0,1 1 0 0 0,-1-1 0 0 0,1 0 1 0 0,5 3-1 0 0,-4-3-67 0 0,0 0 1 0 0,0 0-1 0 0,1-1 0 0 0,-1 1 1 0 0,1-1-1 0 0,-1 0 1 0 0,1-1-1 0 0,-1 1 0 0 0,1-1 1 0 0,0 0-1 0 0,-1 0 1 0 0,8-1-1 0 0,-5 0-54 0 0,0 0-1 0 0,-1-1 1 0 0,1 0-1 0 0,-1 0 1 0 0,1-1-1 0 0,-1 1 1 0 0,0-1-1 0 0,10-7 1 0 0,-12 8 12 0 0,-1-1-1 0 0,1 0 1 0 0,-1 0-1 0 0,1 0 1 0 0,-1-1-1 0 0,0 1 1 0 0,0-1-1 0 0,0 0 1 0 0,-1 0-1 0 0,1 0 1 0 0,-1 0-1 0 0,3-8 1 0 0,-4 10-12 0 0,0-1 1 0 0,-1 1-1 0 0,1-1 1 0 0,-1 0-1 0 0,0 1 1 0 0,0-1-1 0 0,0 0 1 0 0,0 1-1 0 0,0-1 0 0 0,0 0 1 0 0,-1 1-1 0 0,1-1 1 0 0,-1 0-1 0 0,0 1 1 0 0,-1-5-1 0 0,-1 3-2 0 0,1 0 1 0 0,-1 0-1 0 0,0 0 0 0 0,1 0 1 0 0,-2 0-1 0 0,1 1 0 0 0,0-1 1 0 0,-6-3-1 0 0,-1 0 37 0 0,0-1 0 0 0,-1 2 0 0 0,-1 0 1 0 0,1 0-1 0 0,-21-7 0 0 0,24 10-56 0 0,1 1-217 0 0,0-1-1 0 0,0 1 0 0 0,0 0 0 0 0,-1 1 0 0 0,-9-1 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15667 0 0,'-1'23'-1769'0'0,"1"-17"1619"0"0,-1 6 923 0 0,-1 0 0 0 0,0 0 0 0 0,0 0 0 0 0,-6 13 0 0 0,1-2-1560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36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11522 0 0,'0'-1'-192'0'0,"1"0"0"0"0,-1-1 0 0 0,1 1-1 0 0,-1 0 1 0 0,1 0 0 0 0,-1 0 0 0 0,1 0-1 0 0,0-1 1 0 0,0 1 0 0 0,-1 0-1 0 0,3-1 1 0 0,-1 0 472 0 0,0 0-1 0 0,1 0 1 0 0,0 0 0 0 0,-1 1-1 0 0,1-1 1 0 0,0 1 0 0 0,4-2-1 0 0,3-1 1597 0 0,0 1-1 0 0,18-2 0 0 0,-25 4-1771 0 0,0 1-1 0 0,0 0 1 0 0,0-1-1 0 0,0 1 1 0 0,0 1-1 0 0,0-1 1 0 0,0 0-1 0 0,0 1 1 0 0,0-1-1 0 0,0 1 1 0 0,0 0-1 0 0,-1 0 1 0 0,1 0-1 0 0,4 2 1 0 0,-6-2-73 0 0,0 0 0 0 0,0 0 1 0 0,0 0-1 0 0,0 0 0 0 0,0 1 0 0 0,0-1 1 0 0,0 0-1 0 0,0 0 0 0 0,0 1 1 0 0,-1-1-1 0 0,1 1 0 0 0,0-1 1 0 0,-1 0-1 0 0,1 1 0 0 0,-1-1 0 0 0,0 1 1 0 0,1-1-1 0 0,-1 1 0 0 0,0 0 1 0 0,0-1-1 0 0,0 1 0 0 0,0-1 0 0 0,0 1 1 0 0,-1-1-1 0 0,1 1 0 0 0,0-1 1 0 0,-1 1-1 0 0,1-1 0 0 0,-1 2 1 0 0,-15 35 143 0 0,13-33 32 0 0,0 1 1 0 0,0 0-1 0 0,1 0 0 0 0,0 1 0 0 0,0-1 0 0 0,0 0 1 0 0,1 1-1 0 0,-1 7 0 0 0,2-13-158 0 0,1 1 0 0 0,-1-1 0 0 0,0 0 1 0 0,1 1-1 0 0,-1-1 0 0 0,1 0 0 0 0,0 1 0 0 0,-1-1 1 0 0,1 0-1 0 0,0 0 0 0 0,0 0 0 0 0,0 1 0 0 0,0-1 0 0 0,0 0 1 0 0,0 0-1 0 0,0 0 0 0 0,0 0 0 0 0,0-1 0 0 0,0 1 0 0 0,0 0 1 0 0,1 0-1 0 0,-1-1 0 0 0,0 1 0 0 0,1-1 0 0 0,-1 1 1 0 0,0-1-1 0 0,1 1 0 0 0,2-1 0 0 0,6 2 7 0 0,0 0 0 0 0,19 1 0 0 0,-22-3-15 0 0,9 1-19 0 0,1-2 0 0 0,31-3 0 0 0,-14-3-7043 0 0,-27 6 13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20 9674 0 0,'0'0'187'0'0,"0"-1"-1"0"0,0 1 1 0 0,-1-1 0 0 0,1 1-1 0 0,0-1 1 0 0,0 1-1 0 0,-1-1 1 0 0,1 1 0 0 0,-1-1-1 0 0,1 1 1 0 0,0 0 0 0 0,-1-1-1 0 0,1 1 1 0 0,-1 0-1 0 0,1-1 1 0 0,-1 1 0 0 0,1 0-1 0 0,-1 0 1 0 0,1-1 0 0 0,-1 1-1 0 0,0 0 1 0 0,1 0-1 0 0,-1 0 1 0 0,1 0 0 0 0,-1 0-1 0 0,1-1 1 0 0,-1 1 0 0 0,0 0-1 0 0,1 0 1 0 0,-1 1-1 0 0,0-1 7 0 0,0 1-1 0 0,0 0 0 0 0,0-1 1 0 0,0 1-1 0 0,0 0 1 0 0,0 0-1 0 0,0-1 0 0 0,1 1 1 0 0,-1 0-1 0 0,0 0 0 0 0,1 0 1 0 0,-1 0-1 0 0,1 0 0 0 0,-1 1 1 0 0,-2 6 68 0 0,0-1-1 0 0,1 1 1 0 0,-2 8 0 0 0,2-9-98 0 0,1 0 0 0 0,0 0 0 0 0,1 0-1 0 0,-1 0 1 0 0,2 0 0 0 0,-1 0 0 0 0,1 0 0 0 0,0 0-1 0 0,0 0 1 0 0,1 0 0 0 0,4 12 0 0 0,-5-16-103 0 0,1 0 0 0 0,0 1 0 0 0,0-1 0 0 0,0 0 0 0 0,0-1 1 0 0,0 1-1 0 0,0 0 0 0 0,1 0 0 0 0,-1-1 0 0 0,1 0 0 0 0,0 1 0 0 0,0-1 0 0 0,0 0 1 0 0,0-1-1 0 0,0 1 0 0 0,0 0 0 0 0,1-1 0 0 0,-1 0 0 0 0,0 1 0 0 0,1-1 0 0 0,-1-1 1 0 0,1 1-1 0 0,-1 0 0 0 0,8-1 0 0 0,-4 0-42 0 0,0 0 0 0 0,0-1-1 0 0,0 0 1 0 0,0 0 0 0 0,0 0 0 0 0,0-1 0 0 0,0 0-1 0 0,-1-1 1 0 0,1 0 0 0 0,-1 0 0 0 0,1 0 0 0 0,7-6-1 0 0,-11 8-18 0 0,-1-1-1 0 0,0 0 0 0 0,0 1 0 0 0,0-1 0 0 0,0 0 0 0 0,0 0 0 0 0,0 0 0 0 0,0 0 0 0 0,-1-1 0 0 0,1 1 0 0 0,-1 0 0 0 0,0-1 0 0 0,0 1 0 0 0,1-1 1 0 0,-2 1-1 0 0,1-1 0 0 0,0 0 0 0 0,0 1 0 0 0,-1-1 0 0 0,0 0 0 0 0,1 1 0 0 0,-1-1 0 0 0,0 0 0 0 0,0 1 0 0 0,0-1 0 0 0,-1 0 0 0 0,1 0 0 0 0,-1 1 1 0 0,0-1-1 0 0,1 0 0 0 0,-1 1 0 0 0,0-1 0 0 0,0 1 0 0 0,-2-4 0 0 0,-2-1-24 0 0,0 0 0 0 0,0 0 0 0 0,0 1 0 0 0,-1 0 0 0 0,0 0 0 0 0,0 0 0 0 0,-1 1 0 0 0,0-1 0 0 0,0 1 0 0 0,0 1 0 0 0,0 0 0 0 0,-1 0 0 0 0,1 0 0 0 0,-1 1 0 0 0,0 0 0 0 0,0 0 0 0 0,0 1 0 0 0,-1 0 0 0 0,1 1 0 0 0,0 0 0 0 0,-13 0 0 0 0,16 1-2189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13363 0 0,'-3'5'-106'0'0,"0"0"-1"0"0,0 1 1 0 0,0-1 0 0 0,1 1 0 0 0,-1-1 0 0 0,1 1 0 0 0,1 0-1 0 0,-1 0 1 0 0,0 10 0 0 0,-2 2 1707 0 0,-1-2-518 0 0,3-13-760 0 0,1 1 0 0 0,0 0 0 0 0,0 0 0 0 0,0-1 0 0 0,0 1 0 0 0,1 0 0 0 0,-1 0 0 0 0,1 0 0 0 0,0 0 1 0 0,1 6-1 0 0,2-4-858 0 0,-1-5-217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54 16588 0 0,'0'0'90'0'0,"-1"0"0"0"0,1 0 0 0 0,0 0 0 0 0,0-1 0 0 0,0 1 0 0 0,-1 0 0 0 0,1 0 0 0 0,0 0 0 0 0,0-1 0 0 0,0 1 0 0 0,0 0 0 0 0,-1 0 0 0 0,1-1 0 0 0,0 1 0 0 0,0 0 0 0 0,0-1 0 0 0,0 1 0 0 0,0 0 0 0 0,0 0 0 0 0,0-1 0 0 0,0 1 0 0 0,0 0 0 0 0,0-1 1 0 0,0 1-1 0 0,0 0 0 0 0,0 0 0 0 0,0-1 0 0 0,0 1 0 0 0,0 0 0 0 0,0-1 0 0 0,0 1 0 0 0,1 0 0 0 0,-1 0 0 0 0,0-1 0 0 0,0 1 0 0 0,12-11-683 0 0,17-3 280 0 0,-20 10 502 0 0,0 1-1 0 0,1 0 1 0 0,0 0 0 0 0,-1 1 0 0 0,1 0 0 0 0,0 1-1 0 0,0 0 1 0 0,0 1 0 0 0,0 0 0 0 0,0 0 0 0 0,13 3 0 0 0,-22-3-200 0 0,0 0 1 0 0,0 0 0 0 0,-1 0 0 0 0,1 1 0 0 0,0-1 0 0 0,-1 0 0 0 0,1 0 0 0 0,0 1 0 0 0,-1-1 0 0 0,1 0 0 0 0,-1 1 0 0 0,1-1 0 0 0,0 1-1 0 0,-1-1 1 0 0,1 0 0 0 0,-1 1 0 0 0,1-1 0 0 0,-1 1 0 0 0,1 0 0 0 0,-1-1 0 0 0,0 1 0 0 0,1-1 0 0 0,-1 1 0 0 0,0 0 0 0 0,1-1 0 0 0,-1 1-1 0 0,0 0 1 0 0,0-1 0 0 0,1 2 0 0 0,-2-1-19 0 0,1 1 0 0 0,0-1 0 0 0,0 1 1 0 0,-1-1-1 0 0,1 1 0 0 0,-1-1 0 0 0,0 0 0 0 0,1 1 0 0 0,-1-1 0 0 0,0 0 0 0 0,0 0 0 0 0,1 1 0 0 0,-3 0 1 0 0,-2 4-14 0 0,0 0 0 0 0,-1-1 0 0 0,0 1 0 0 0,-8 4 0 0 0,4-4 160 0 0,-4 2-49 0 0,11-6-41 0 0,6-1 9 0 0,4-2-180 0 0,-1 0 0 0 0,0 0 0 0 0,1 1 0 0 0,-1 1 0 0 0,0-1 0 0 0,1 1 0 0 0,-1 0 0 0 0,12 3 0 0 0,-14-3 175 0 0,-1 0 0 0 0,0 0 1 0 0,1 1-1 0 0,-1-1 1 0 0,0 1-1 0 0,0 0 1 0 0,0-1-1 0 0,0 1 0 0 0,0 1 1 0 0,-1-1-1 0 0,1 0 1 0 0,-1 1-1 0 0,1-1 1 0 0,-1 1-1 0 0,0 0 0 0 0,0 0 1 0 0,3 6-1 0 0,-4-8-6 0 0,-1 0 1 0 0,1 1-1 0 0,-1-1 0 0 0,1 1 0 0 0,-1-1 0 0 0,0 1 0 0 0,0-1 0 0 0,0 1 1 0 0,0-1-1 0 0,0 1 0 0 0,0-1 0 0 0,0 1 0 0 0,0-1 0 0 0,-1 0 0 0 0,1 1 1 0 0,-1-1-1 0 0,1 1 0 0 0,-1-1 0 0 0,1 0 0 0 0,-2 3 0 0 0,0-2 83 0 0,0 1-1 0 0,0-1 0 0 0,0 0 1 0 0,0 1-1 0 0,-1-1 0 0 0,1 0 1 0 0,0-1-1 0 0,-1 1 0 0 0,-4 2 1 0 0,1-1 30 0 0,1-1 1 0 0,0 0 0 0 0,0 0-1 0 0,-1 0 1 0 0,1-1 0 0 0,-1 1-1 0 0,1-1 1 0 0,-1-1 0 0 0,0 1-1 0 0,-9-1 1 0 0,13 0-209 0 0,0-1 0 0 0,0 1 0 0 0,1 0 0 0 0,-1-1 0 0 0,0 1 0 0 0,1-1 0 0 0,-1 1 0 0 0,1-1 0 0 0,-1 0-1 0 0,1 0 1 0 0,-1 0 0 0 0,1 0 0 0 0,-1 0 0 0 0,1 0 0 0 0,0 0 0 0 0,0 0 0 0 0,-1 0 0 0 0,1-1 0 0 0,0 1 0 0 0,0-1 0 0 0,-1-1 0 0 0,0-2-1117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12443 0 0,'-1'0'-176'0'0,"0"0"0"0"0,0 0 0 0 0,0 0 1 0 0,0 1-1 0 0,0-1 0 0 0,0 0 0 0 0,0 1 1 0 0,0-1-1 0 0,1 1 0 0 0,-1-1 0 0 0,0 1 1 0 0,0-1-1 0 0,0 1 0 0 0,1 0 0 0 0,-1-1 1 0 0,0 1-1 0 0,0 0 0 0 0,1 0 0 0 0,-1-1 1 0 0,1 1-1 0 0,-1 0 0 0 0,1 0 0 0 0,-2 2 1 0 0,-13 25 1778 0 0,14-27-1420 0 0,-5 12 1675 0 0,-8 24 0 0 0,13-33-1537 0 0,0-1 1 0 0,0 1-1 0 0,0-1 1 0 0,1 1 0 0 0,-1 0-1 0 0,1-1 1 0 0,0 1 0 0 0,0-1-1 0 0,0 1 1 0 0,1 0 0 0 0,-1-1-1 0 0,2 7 1 0 0,-1-9-252 0 0,0 1 0 0 0,0-1 0 0 0,0 0 0 0 0,0 0 0 0 0,1 0-1 0 0,-1 0 1 0 0,0 0 0 0 0,0 0 0 0 0,1 0 0 0 0,-1 0 0 0 0,0 0 0 0 0,1 0 0 0 0,-1-1 0 0 0,1 1 0 0 0,-1-1 0 0 0,1 1 0 0 0,-1-1 0 0 0,1 1 0 0 0,-1-1 0 0 0,1 0 0 0 0,0 0-1 0 0,-1 0 1 0 0,1 0 0 0 0,-1 0 0 0 0,3 0 0 0 0,5-1 455 0 0,0 0 0 0 0,17-3 0 0 0,-17 2-1365 0 0,-1 0 1 0 0,0-1 0 0 0,1 1 0 0 0,-1-2-1 0 0,0 1 1 0 0,-1-1 0 0 0,1 0 0 0 0,-1-1-1 0 0,11-8 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5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13363 0 0,'-6'60'1955'0'0,"-7"29"1319"0"0,-1 21-228 0 0,15-90-2470 0 0,-1-20-682 0 0,0 0-1 0 0,0 1 1 0 0,0-1 0 0 0,0 1-1 0 0,1-1 1 0 0,-1 0 0 0 0,0 1-1 0 0,0-1 1 0 0,0 1-1 0 0,1-1 1 0 0,-1 0 0 0 0,0 1-1 0 0,0-1 1 0 0,1 0 0 0 0,-1 1-1 0 0,0-1 1 0 0,0 0 0 0 0,1 0-1 0 0,-1 1 1 0 0,0-1 0 0 0,1 0-1 0 0,-1 0 1 0 0,1 1 0 0 0,-1-1-1 0 0,0 0 1 0 0,1 0-1 0 0,-1 0 1 0 0,1 0 0 0 0,-1 0-1 0 0,0 0 1 0 0,1 0 0 0 0,-1 0-1 0 0,1 1 1 0 0,-1-2 0 0 0,0 1-1 0 0,1 0 1 0 0,-1 0 0 0 0,1 0-1 0 0,-1 0 1 0 0,1 0-1 0 0,-1 0 1 0 0,0 0 0 0 0,1-1-1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5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11522 0 0,'-1'1'72'0'0,"0"1"-1"0"0,0-1 0 0 0,0 0 0 0 0,1 1 0 0 0,-1-1 0 0 0,0 1 1 0 0,0-1-1 0 0,1 1 0 0 0,-1-1 0 0 0,1 1 0 0 0,-1-1 0 0 0,1 1 0 0 0,0 2 1 0 0,-1 0-492 0 0,-13 26 2105 0 0,11-23-1328 0 0,0 0 0 0 0,-5 14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5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26 12899 0 0,'-1'0'59'0'0,"0"0"0"0"0,0 0-1 0 0,0 0 1 0 0,1 0 0 0 0,-1 0 0 0 0,0 0 0 0 0,0 0 0 0 0,0 0 0 0 0,0 0 0 0 0,0 0-1 0 0,0 0 1 0 0,0 1 0 0 0,1-1 0 0 0,-1 0 0 0 0,0 1 0 0 0,0-1 0 0 0,0 0 0 0 0,0 1-1 0 0,1-1 1 0 0,-2 2 0 0 0,-1 0 1 0 0,1 0 0 0 0,0 0-1 0 0,0 1 1 0 0,0-1 0 0 0,1 0-1 0 0,-3 5 1 0 0,-1 1 252 0 0,1 1 0 0 0,1 0 0 0 0,-4 11 0 0 0,5-14-23 0 0,1-1-1 0 0,0 1 1 0 0,0 0 0 0 0,0-1 0 0 0,1 1 0 0 0,0 0-1 0 0,0 0 1 0 0,0 0 0 0 0,1-1 0 0 0,1 8 0 0 0,-1-10-182 0 0,0 0 0 0 0,0-1 0 0 0,0 1 0 0 0,0 0 0 0 0,1-1 0 0 0,-1 1 0 0 0,1-1 0 0 0,-1 1 0 0 0,1-1 0 0 0,0 0 0 0 0,0 0 0 0 0,0 0 0 0 0,0 0 0 0 0,1 0 0 0 0,-1 0 0 0 0,0 0 0 0 0,1-1 0 0 0,0 1 0 0 0,-1-1 0 0 0,1 0 1 0 0,5 2-1 0 0,1 0-28 0 0,0-1 1 0 0,0-1 0 0 0,1 0 0 0 0,-1 0 0 0 0,1 0 0 0 0,-1-1 0 0 0,1-1 0 0 0,-1 0 0 0 0,1 0-1 0 0,9-3 1 0 0,-12 3-161 0 0,-1-1-1 0 0,1 0 0 0 0,0 0 1 0 0,0-1-1 0 0,-1 0 1 0 0,0 0-1 0 0,1-1 0 0 0,-1 0 1 0 0,-1 0-1 0 0,1 0 0 0 0,0-1 1 0 0,-1 1-1 0 0,9-12 0 0 0,-12 14 73 0 0,-1 0-1 0 0,1-1 0 0 0,-1 1 0 0 0,1-1 0 0 0,-1 1 0 0 0,0-1 1 0 0,0 1-1 0 0,-1-1 0 0 0,1 0 0 0 0,0 1 0 0 0,-1-1 0 0 0,0 0 0 0 0,1 0 1 0 0,-1 1-1 0 0,0-1 0 0 0,-1 0 0 0 0,1 0 0 0 0,0 0 0 0 0,-1 1 0 0 0,1-1 1 0 0,-1 0-1 0 0,0 1 0 0 0,0-1 0 0 0,0 1 0 0 0,0-1 0 0 0,-1 1 0 0 0,1-1 1 0 0,-1 1-1 0 0,1 0 0 0 0,-1-1 0 0 0,-3-2 0 0 0,-1-1 122 0 0,0 0 1 0 0,0 1-1 0 0,-1 0 1 0 0,0 0-1 0 0,0 0 0 0 0,0 1 1 0 0,0 0-1 0 0,-1 0 0 0 0,-10-3 1 0 0,16 6-121 0 0,-61-17 706 0 0,57 16-961 0 0,0 1 0 0 0,0 1 0 0 0,0-1 1 0 0,0 1-1 0 0,0 0 0 0 0,0 0 0 0 0,0 1 0 0 0,-9 1 1 0 0,14-2 19 0 0,0 1 0 0 0,0-1 0 0 0,0 0 1 0 0,0 1-1 0 0,0-1 0 0 0,0 1 1 0 0,0-1-1 0 0,0 1 0 0 0,0 0 0 0 0,1-1 1 0 0,-1 1-1 0 0,0 0 0 0 0,0 0 1 0 0,0 1-1 0 0,-3 3-187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11979 0 0,'-2'2'-122'0'0,"0"0"0"0"0,0 0 0 0 0,0 0 0 0 0,0 0 0 0 0,1 1 1 0 0,-1-1-1 0 0,1 0 0 0 0,0 1 0 0 0,-1-1 0 0 0,1 1 1 0 0,-1 2-1 0 0,0 0 99 0 0,-4 9 1168 0 0,1 0 0 0 0,0 0 0 0 0,0 1-1 0 0,-2 17 1 0 0,7-32-1124 0 0,0 1 0 0 0,0-1-1 0 0,0 1 1 0 0,0-1 0 0 0,0 1 0 0 0,0 0-1 0 0,0-1 1 0 0,1 1 0 0 0,-1-1-1 0 0,0 1 1 0 0,0-1 0 0 0,0 1 0 0 0,1-1-1 0 0,-1 1 1 0 0,0-1 0 0 0,1 0 0 0 0,-1 1-1 0 0,0-1 1 0 0,1 1 0 0 0,-1-1-1 0 0,1 0 1 0 0,-1 1 0 0 0,0-1 0 0 0,1 0-1 0 0,-1 1 1 0 0,1-1 0 0 0,-1 0 0 0 0,1 0-1 0 0,-1 1 1 0 0,1-1 0 0 0,-1 0-1 0 0,1 0 1 0 0,0 0 0 0 0,-1 0 0 0 0,1 0-1 0 0,-1 0 1 0 0,1 0 0 0 0,-1 0 0 0 0,1 0-1 0 0,-1 0 1 0 0,1 0 0 0 0,-1 0 0 0 0,1 0-1 0 0,0-1 1 0 0,31-5 1044 0 0,-25 5-973 0 0,2-1-834 0 0,0 0 0 0 0,0-1 0 0 0,0 0 0 0 0,-1 0-1 0 0,1 0 1 0 0,-1-1 0 0 0,0-1 0 0 0,13-8 0 0 0,-17 9-4270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12899 0 0,'-3'2'242'0'0,"1"6"282"0"0,2 19 947 0 0,-1-11-388 0 0,-7 37 571 0 0,5-37-1049 0 0,0-1 0 0 0,2 1-1 0 0,-1 21 1 0 0,4-26-1016 0 0,2-5-4990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8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10594 0 0,'-7'12'787'0'0,"0"0"-1"0"0,0 1 1 0 0,1 0 0 0 0,-5 16-1 0 0,9-21-2043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49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13363 0 0,'0'0'7'0'0,"0"0"1"0"0,0 0-1 0 0,0 0 0 0 0,-1 0 1 0 0,1 0-1 0 0,0 0 0 0 0,0 0 1 0 0,0 0-1 0 0,0 0 0 0 0,0 0 1 0 0,0 0-1 0 0,0 0 1 0 0,0 0-1 0 0,0 0 0 0 0,-1 0 1 0 0,1 0-1 0 0,0 0 0 0 0,0 0 1 0 0,0 0-1 0 0,0 0 1 0 0,0 0-1 0 0,0 0 0 0 0,0 0 1 0 0,0 0-1 0 0,0 0 0 0 0,0 0 1 0 0,-1 0-1 0 0,1 0 0 0 0,0 0 1 0 0,0 0-1 0 0,0 0 1 0 0,0 0-1 0 0,0 0 0 0 0,0 1 1 0 0,0-1-1 0 0,0 0 0 0 0,0 0 1 0 0,0 0-1 0 0,0 0 0 0 0,0 0 1 0 0,0 0-1 0 0,0 0 1 0 0,0 0-1 0 0,0 0 0 0 0,0 0 1 0 0,0 1-1 0 0,0-1 0 0 0,0 0 1 0 0,0 0-1 0 0,0 0 0 0 0,0 0 1 0 0,0 0-1 0 0,0 0 1 0 0,-2 11 478 0 0,1 12 1210 0 0,2-1 168 0 0,0 3-605 0 0,1 0-1 0 0,9 45 0 0 0,-5-57-4928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2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8290 0 0,'1'8'957'0'0,"0"0"1"0"0,0 0-1 0 0,3 8 1 0 0,2 18 1354 0 0,-7-13-1422 0 0,1-17-766 0 0,-1-1 0 0 0,1 1 0 0 0,0-1 1 0 0,0 1-1 0 0,0-1 0 0 0,1 1 0 0 0,-1-1 1 0 0,1 1-1 0 0,0-1 0 0 0,-1 1 0 0 0,2-1 1 0 0,-1 0-1 0 0,2 5 0 0 0,-2-7-66 0 0,1 0 0 0 0,-1 0 0 0 0,0-1 0 0 0,0 1 0 0 0,0 0 0 0 0,1-1 0 0 0,-1 1 0 0 0,0-1-1 0 0,1 1 1 0 0,-1-1 0 0 0,0 1 0 0 0,1-1 0 0 0,-1 0 0 0 0,1 0 0 0 0,-1 0 0 0 0,0 0 0 0 0,1 0 0 0 0,-1 0 0 0 0,1 0 0 0 0,1-1 0 0 0,31-8 401 0 0,-27 7-512 0 0,13-4-25 0 0,0-1 1 0 0,24-12-1 0 0,-13-2-4293 0 0,-26 18-867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2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16131 0 0,'-7'1'1262'0'0,"2"2"-3886"0"0,4 4-73 0 0,1 1 3828 0 0,6 170 5596 0 0,-2-147-5942 0 0,-4-29-1069 0 0,0 0 1 0 0,1 0 0 0 0,0 0-1 0 0,-1 0 1 0 0,1 0-1 0 0,0 0 1 0 0,0 0-1 0 0,0 0 1 0 0,0 0 0 0 0,0 0-1 0 0,1-1 1 0 0,1 3-1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7834 0 0,'-2'2'35'0'0,"1"0"0"0"0,0 0 1 0 0,-1 0-1 0 0,1 0 0 0 0,0 0 0 0 0,0 1 1 0 0,0-1-1 0 0,1 0 0 0 0,-1 1 1 0 0,0 3-1 0 0,-3 29 2611 0 0,4-28-1783 0 0,-1-2-374 0 0,1-3-426 0 0,-1-1 0 0 0,1 1 0 0 0,0-1 0 0 0,0 1 0 0 0,0-1 0 0 0,0 0-1 0 0,0 1 1 0 0,0-1 0 0 0,1 1 0 0 0,-1-1 0 0 0,0 1 0 0 0,1 1-1 0 0,1-2-520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8754 0 0,'0'-1'-18'0'0,"0"0"0"0"0,0 1-1 0 0,1-1 1 0 0,-1 0 0 0 0,0 1 0 0 0,1-1 0 0 0,-1 0-1 0 0,0 1 1 0 0,1-1 0 0 0,-1 1 0 0 0,0-1 0 0 0,1 1 0 0 0,-1-1-1 0 0,1 1 1 0 0,-1-1 0 0 0,1 1 0 0 0,-1-1 0 0 0,1 1 0 0 0,0 0-1 0 0,-1-1 1 0 0,1 1 0 0 0,-1 0 0 0 0,1-1 0 0 0,0 1 0 0 0,-1 0-1 0 0,1 0 1 0 0,0 0 0 0 0,0-1 0 0 0,24-6 560 0 0,-25 7-465 0 0,5-1 352 0 0,1 0 0 0 0,-1 1-1 0 0,0-1 1 0 0,1 1 0 0 0,-1 0 0 0 0,0 0 0 0 0,1 1-1 0 0,-1 0 1 0 0,0 0 0 0 0,0 0 0 0 0,8 3 0 0 0,-11-3-382 0 0,-1-1 1 0 0,1 1 0 0 0,-1 0-1 0 0,1 0 1 0 0,-1-1-1 0 0,1 1 1 0 0,-1 1 0 0 0,0-1-1 0 0,1 0 1 0 0,-1 0 0 0 0,0 0-1 0 0,0 1 1 0 0,0-1 0 0 0,0 0-1 0 0,0 1 1 0 0,0-1 0 0 0,0 1-1 0 0,-1-1 1 0 0,1 1 0 0 0,0 0-1 0 0,-1-1 1 0 0,1 1 0 0 0,-1 0-1 0 0,0-1 1 0 0,0 1 0 0 0,1 0-1 0 0,-1 0 1 0 0,0-1 0 0 0,0 1-1 0 0,-1 0 1 0 0,1-1-1 0 0,0 1 1 0 0,0 0 0 0 0,-1 0-1 0 0,1-1 1 0 0,-1 1 0 0 0,0-1-1 0 0,0 3 1 0 0,-4 7 87 0 0,-1-1-1 0 0,-9 15 1 0 0,9-16 361 0 0,0 0-1 0 0,1 1 1 0 0,-5 13 0 0 0,9-22-459 0 0,1 0-1 0 0,0 0 0 0 0,0 0 1 0 0,-1 0-1 0 0,1 0 1 0 0,0 0-1 0 0,0 0 1 0 0,0 1-1 0 0,0-1 0 0 0,0 0 1 0 0,0 0-1 0 0,1 0 1 0 0,-1 0-1 0 0,0 0 0 0 0,1 0 1 0 0,-1 0-1 0 0,0 0 1 0 0,1 0-1 0 0,-1 0 1 0 0,1 0-1 0 0,0 0 0 0 0,-1 0 1 0 0,1 0-1 0 0,0 0 1 0 0,-1 0-1 0 0,1-1 0 0 0,0 1 1 0 0,0 0-1 0 0,0 0 1 0 0,0-1-1 0 0,0 1 1 0 0,0-1-1 0 0,0 1 0 0 0,0-1 1 0 0,0 1-1 0 0,0-1 1 0 0,2 1-1 0 0,5 2 359 0 0,1-1 0 0 0,-1 0 1 0 0,17 1-1 0 0,-15-2-304 0 0,5 0-1220 0 0,24 0 1 0 0,-24-2-1367 0 0,22 3 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6449 0 0,'-3'5'537'0'0,"0"0"0"0"0,0 0-1 0 0,1 0 1 0 0,-1 0-1 0 0,1 1 1 0 0,1-1 0 0 0,-1 0-1 0 0,1 1 1 0 0,-1 10-1 0 0,0-8-112 0 0,0 3 9 0 0,0-6 103 0 0,1 0 0 0 0,1 0 0 0 0,-1-1 1 0 0,0 1-1 0 0,1 0 0 0 0,0 7 1 0 0,1-11-463 0 0,-1 0 1 0 0,0 0 0 0 0,0 0 0 0 0,1 0 0 0 0,-1 0 0 0 0,1 0 0 0 0,-1-1 0 0 0,1 1 0 0 0,-1 0 0 0 0,1 0 0 0 0,-1 0-1 0 0,1 0 1 0 0,0-1 0 0 0,-1 1 0 0 0,1 0 0 0 0,0-1 0 0 0,0 1 0 0 0,0-1 0 0 0,-1 1 0 0 0,1-1 0 0 0,0 1 0 0 0,0-1-1 0 0,0 1 1 0 0,0-1 0 0 0,0 0 0 0 0,0 0 0 0 0,0 1 0 0 0,0-1 0 0 0,0 0 0 0 0,0 0 0 0 0,0 0 0 0 0,0 0 0 0 0,0 0-1 0 0,0 0 1 0 0,0 0 0 0 0,0 0 0 0 0,1-1 0 0 0,8 0-120 0 0,-1-1 0 0 0,0 0 1 0 0,16-5-1 0 0,8-8-3969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11522 0 0,'0'0'-13'0'0,"0"0"-1"0"0,-1 0 0 0 0,1 0 0 0 0,0 0 0 0 0,0 0 0 0 0,-1 0 0 0 0,1 0 0 0 0,0 0 0 0 0,-1 0 0 0 0,1 0 0 0 0,0-1 0 0 0,0 2 0 0 0,-1-1 0 0 0,1 0 1 0 0,0 0-1 0 0,-1 0 0 0 0,1 0 0 0 0,0 0 0 0 0,0 0 0 0 0,-1 0 0 0 0,1 0 0 0 0,0 0 0 0 0,-1 0 0 0 0,1 1 0 0 0,0-1 0 0 0,0 0 0 0 0,0 0 0 0 0,-1 0 0 0 0,1 1 1 0 0,-6 10 409 0 0,-1 19 1348 0 0,6-23-1313 0 0,-2 8 368 0 0,-2 6 81 0 0,2 1-1 0 0,0 0 1 0 0,1 0 0 0 0,1 32-1 0 0,1-53-960 0 0,0 1-1 0 0,0 0 0 0 0,0 0 1 0 0,1-1-1 0 0,-1 1 0 0 0,0 0 1 0 0,1-1-1 0 0,-1 1 1 0 0,1-1-1 0 0,0 1 0 0 0,0-1 1 0 0,-1 1-1 0 0,1-1 0 0 0,0 1 1 0 0,0-1-1 0 0,0 0 0 0 0,2 2 1 0 0,-1-2-1000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12443 0 0,'-1'2'-313'0'0,"0"1"1"0"0,0-1 0 0 0,1 0 0 0 0,-1 1-1 0 0,0-1 1 0 0,1 1 0 0 0,-1 3 0 0 0,0-2 937 0 0,-3 15 297 0 0,2-14-707 0 0,0 0 0 0 0,1 1 1 0 0,0-1-1 0 0,0 8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5:56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15667 0 0,'1'-2'-69'0'0,"-1"0"-1"0"0,0 1 1 0 0,1-1 0 0 0,-1 0-1 0 0,1 1 1 0 0,0-1-1 0 0,-1 0 1 0 0,1 1-1 0 0,0-1 1 0 0,0 1-1 0 0,0-1 1 0 0,0 1-1 0 0,0 0 1 0 0,1-1 0 0 0,-1 1-1 0 0,0 0 1 0 0,1 0-1 0 0,-1 0 1 0 0,0 0-1 0 0,1 0 1 0 0,-1 0-1 0 0,1 0 1 0 0,0 1-1 0 0,-1-1 1 0 0,3 0 0 0 0,-1-1 270 0 0,-1 1 0 0 0,1 0 0 0 0,-1 0 0 0 0,1 0 0 0 0,0 1 0 0 0,-1-1 0 0 0,1 1 0 0 0,0-1 0 0 0,0 1 0 0 0,-1 0 0 0 0,1 0 0 0 0,0 0 0 0 0,-1 1 0 0 0,1-1 1 0 0,0 1-1 0 0,4 1 0 0 0,-6-2-190 0 0,0 1 0 0 0,0-1-1 0 0,0 1 1 0 0,0 0 0 0 0,0-1 0 0 0,0 1 0 0 0,0 0 0 0 0,0 0 0 0 0,0 0 0 0 0,0 0 0 0 0,0 0 0 0 0,-1 0 0 0 0,1 0 0 0 0,0 0-1 0 0,-1 0 1 0 0,1 0 0 0 0,-1 1 0 0 0,1-1 0 0 0,-1 0 0 0 0,0 0 0 0 0,1 1 0 0 0,-1-1 0 0 0,0 0 0 0 0,0 0 0 0 0,0 1 0 0 0,0-1-1 0 0,0 0 1 0 0,0 0 0 0 0,0 3 0 0 0,-2 1 47 0 0,0 0 0 0 0,1 0 0 0 0,-2 0 0 0 0,1 0 0 0 0,-5 7-1 0 0,0 0-15 0 0,8-12-62 0 0,-1 1 0 0 0,0-1 0 0 0,1 0 0 0 0,-1 0 1 0 0,0 0-1 0 0,1 0 0 0 0,-1 1 0 0 0,1-1 0 0 0,-1 0 0 0 0,0 0 0 0 0,1 0 0 0 0,-1 0 1 0 0,1 0-1 0 0,-1 0 0 0 0,0 0 0 0 0,1 0 0 0 0,-1 0 0 0 0,1 0 0 0 0,-1 0 1 0 0,0 0-1 0 0,1 0 0 0 0,-1-1 0 0 0,0 1 0 0 0,1 0 0 0 0,14-3-570 0 0,-15 3 583 0 0,6-1-13 0 0,0 1 0 0 0,0 0 0 0 0,0 0 0 0 0,0 0 0 0 0,0 1 0 0 0,0-1 0 0 0,-1 2 0 0 0,1-1 0 0 0,0 0 0 0 0,0 1 0 0 0,8 4 0 0 0,-12-5 81 0 0,1 0 0 0 0,-1 1 0 0 0,0-1 0 0 0,0 1-1 0 0,0-1 1 0 0,0 1 0 0 0,0-1 0 0 0,0 1-1 0 0,0 0 1 0 0,-1 0 0 0 0,1 0 0 0 0,2 4 0 0 0,-4-4 16 0 0,1 0 1 0 0,0-1-1 0 0,-1 1 1 0 0,1 0 0 0 0,-1 0-1 0 0,0-1 1 0 0,0 1 0 0 0,0 0-1 0 0,0 0 1 0 0,0 0-1 0 0,0-1 1 0 0,0 1 0 0 0,0 0-1 0 0,-1 0 1 0 0,1 0 0 0 0,-1-1-1 0 0,1 1 1 0 0,-1 0-1 0 0,0-1 1 0 0,0 3 0 0 0,-2 0 109 0 0,0 0 0 0 0,0 0 1 0 0,-1 0-1 0 0,1 0 1 0 0,-1 0-1 0 0,1-1 0 0 0,-1 0 1 0 0,-1 0-1 0 0,1 0 0 0 0,0 0 1 0 0,-1 0-1 0 0,-7 3 0 0 0,4-3-56 0 0,1 0 0 0 0,-1 0-1 0 0,0-1 1 0 0,1 0 0 0 0,-1 0-1 0 0,0-1 1 0 0,-12 1-1 0 0,19-2-131 0 0,0 0 0 0 0,-1 0 0 0 0,1 0 0 0 0,-1 0 0 0 0,1-1 0 0 0,0 1 0 0 0,-1 0 0 0 0,1-1 0 0 0,0 1 0 0 0,-1 0 0 0 0,1-1 0 0 0,0 0 0 0 0,0 1 0 0 0,-1-1 0 0 0,1 0 0 0 0,0 0-1 0 0,0 0 1 0 0,0 1 0 0 0,0-1 0 0 0,0 0 0 0 0,0 0 0 0 0,0-1 0 0 0,0 1 0 0 0,-1-2 0 0 0,2 2-250 0 0,-1-1 0 0 0,1 1-1 0 0,0 0 1 0 0,0-1 0 0 0,-1 1 0 0 0,1-1 0 0 0,0 1-1 0 0,0 0 1 0 0,0-1 0 0 0,0 1 0 0 0,1 0 0 0 0,-1-1-1 0 0,0 1 1 0 0,0-1 0 0 0,1 1 0 0 0,0-2 0 0 0,2-3-1180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01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246 1 16360,'-245'3354'0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02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0 5297 0 0,'-6'9'10606'0'0,"6"-7"-10017"0"0,2 13 3022 0 0,12 16-4749 0 0,-11-25 1833 0 0,28 64-695 0 0,16 28 0 0 0,-46-95 0 0 0,0-1 0 0 0,1 0 0 0 0,-1 0 0 0 0,1 0 0 0 0,-1 0 0 0 0,1 0 0 0 0,0 0 0 0 0,0-1 0 0 0,-1 1 0 0 0,1-1 0 0 0,4 3 0 0 0,-5-4 0 0 0,0 0 0 0 0,0 1 0 0 0,-1-1 0 0 0,1 0 0 0 0,0 0 0 0 0,0 0 0 0 0,0 0 0 0 0,0 0 0 0 0,0 0 0 0 0,0 0 0 0 0,0 0 0 0 0,0 0 0 0 0,0 0 0 0 0,0-1 0 0 0,0 1 0 0 0,0 0 0 0 0,0-1 0 0 0,-1 1 0 0 0,1-1 0 0 0,0 1 0 0 0,0-1 0 0 0,0 1 0 0 0,0-1 0 0 0,-1 1 0 0 0,1-1 0 0 0,0 0 0 0 0,-1 0 0 0 0,1 1 0 0 0,-1-1 0 0 0,1 0 0 0 0,0-1 0 0 0,29-42-96 0 0,10-24-4864 0 0,3-6 3192 0 0,-40 68 1743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0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18285,'205'2657'0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06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5069 0 0,'9'6'13006'0'0,"-6"-5"-12808"0"0,-1 1 0 0 0,0 0 0 0 0,1 0 0 0 0,-1 0 1 0 0,0 0-1 0 0,0 0 0 0 0,2 3 0 0 0,26 47-198 0 0,-16-27 0 0 0,34 47 0 0 0,-47-71 0 0 0,0 1 0 0 0,0-1 0 0 0,0 0 0 0 0,0 0 0 0 0,0 0 0 0 0,0 0 0 0 0,0 0 0 0 0,0 0 0 0 0,1 0 0 0 0,-1 0 0 0 0,0 0 0 0 0,1-1 0 0 0,-1 1 0 0 0,1 0 0 0 0,-1-1 0 0 0,1 1 0 0 0,-1-1 0 0 0,1 0 0 0 0,-1 0 0 0 0,1 1 0 0 0,0-1 0 0 0,-1 0 0 0 0,1 0 0 0 0,2-1 0 0 0,-2 0 0 0 0,1 1 0 0 0,-1-1 0 0 0,0-1 0 0 0,0 1 0 0 0,0 0 0 0 0,0 0 0 0 0,0-1 0 0 0,0 1 0 0 0,0-1 0 0 0,-1 0 0 0 0,1 1 0 0 0,-1-1 0 0 0,1 0 0 0 0,-1 0 0 0 0,3-4 0 0 0,47-88-1856 0 0,-18 30-3057 0 0,-2 9 3534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08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1 18039,'-225'3186'0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09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10 5297 0 0,'-3'-10'13188'0'0,"7"14"-13046"0"0,-1-1 1 0 0,0 1-1 0 0,0 0 0 0 0,0 1 1 0 0,-1-1-1 0 0,1 0 1 0 0,-1 1-1 0 0,3 7 1 0 0,13 45-340 0 0,-10-28 287 0 0,-4-15-90 0 0,13 34 0 0 0,-16-43 0 0 0,2-1 0 0 0,-1 0 0 0 0,0 1 0 0 0,1-1 0 0 0,0 0 0 0 0,0 0 0 0 0,7 6 0 0 0,-10-9 1 0 0,1 0-1 0 0,0-1 1 0 0,0 1-1 0 0,0 0 0 0 0,0-1 1 0 0,0 1-1 0 0,0-1 1 0 0,0 1-1 0 0,0-1 1 0 0,0 0-1 0 0,0 1 0 0 0,0-1 1 0 0,0 0-1 0 0,0 0 1 0 0,0 0-1 0 0,0 0 1 0 0,1 0-1 0 0,-1 0 1 0 0,0 0-1 0 0,2 0 0 0 0,-1-1-1 0 0,0 0-1 0 0,1 0 0 0 0,-1 0 0 0 0,0 0 0 0 0,0 0 0 0 0,0 0 1 0 0,0-1-1 0 0,0 1 0 0 0,2-2 0 0 0,4-5-213 0 0,-1 0 0 0 0,0 1 0 0 0,7-14 1 0 0,-12 19 91 0 0,22-36-2867 0 0,23-49 1 0 0,-21 38-269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1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17719,'147'2801'0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13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68 3685 0 0,'-20'-11'15975'0'0,"20"11"-15975"0"0,0 0 0 0 0,0 0 0 0 0,0 0 0 0 0,0 0 0 0 0,0 0 0 0 0,1 1 0 0 0,-1-1 0 0 0,0 0 0 0 0,0 0 0 0 0,0 0 0 0 0,0 0 0 0 0,0 0 0 0 0,0 0 0 0 0,0 0 0 0 0,0 0 0 0 0,0 1 0 0 0,0-1 0 0 0,0 0 0 0 0,0 0 0 0 0,0 0 0 0 0,1 0 0 0 0,-1 0 0 0 0,0 0 0 0 0,0 0 0 0 0,0 0 0 0 0,0 0 0 0 0,0 0 0 0 0,0 0 0 0 0,0 0 0 0 0,1 0 0 0 0,-1 0 0 0 0,0 0 0 0 0,0 0 0 0 0,0 0 0 0 0,0 0 0 0 0,0 0 0 0 0,0 0 0 0 0,0 0 0 0 0,1 0 0 0 0,-1 0 0 0 0,0 0 0 0 0,0 0 0 0 0,0 0 0 0 0,0 0 0 0 0,0 0 0 0 0,0 0 0 0 0,0 0 0 0 0,0 0 0 0 0,1 0 0 0 0,-1 0 0 0 0,0 0 0 0 0,0-1 0 0 0,5 1 0 0 0,-4 1 0 0 0,0 0 0 0 0,0-1 0 0 0,0 1 0 0 0,0 0 0 0 0,0 0 0 0 0,0 0 0 0 0,0 0 0 0 0,-1 0 0 0 0,1 0 0 0 0,0 0 0 0 0,-1 0 0 0 0,1 1 0 0 0,-1-1 0 0 0,1 0 0 0 0,-1 2 0 0 0,2 1 0 0 0,19 45 0 0 0,-17-37 0 0 0,1 1 0 0 0,1-1 0 0 0,0-1 0 0 0,12 18 0 0 0,-18-28-2 0 0,1 0 1 0 0,0 1-1 0 0,0-1 0 0 0,0 0 0 0 0,0 0 1 0 0,0 0-1 0 0,0 0 0 0 0,0 0 0 0 0,0 0 0 0 0,0-1 1 0 0,0 1-1 0 0,1 0 0 0 0,-1 0 0 0 0,0-1 1 0 0,1 1-1 0 0,-1-1 0 0 0,0 1 0 0 0,1-1 1 0 0,-1 0-1 0 0,1 1 0 0 0,-1-1 0 0 0,0 0 0 0 0,1 0 1 0 0,-1 0-1 0 0,1 0 0 0 0,-1 0 0 0 0,1 0 1 0 0,-1-1-1 0 0,1 1 0 0 0,-1 0 0 0 0,0-1 0 0 0,1 1 1 0 0,-1-1-1 0 0,0 1 0 0 0,1-1 0 0 0,-1 0 1 0 0,0 0-1 0 0,0 1 0 0 0,0-1 0 0 0,0 0 0 0 0,0 0 1 0 0,1 0-1 0 0,0-2 0 0 0,5-4-13 0 0,0-2 0 0 0,-1 1 0 0 0,0 0 0 0 0,8-17-1 0 0,-11 20 77 0 0,17-31 164 0 0,19-52-7295 0 0,-32 72 7489 0 0,-4 9-901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15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243 1 16029,'-242'3256'0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16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5529 0 0,'0'-10'14131'0'0,"3"12"-14131"0"0,1 1 0 0 0,-1 0 0 0 0,0 0 0 0 0,0 0 0 0 0,0 0 0 0 0,0 0 0 0 0,0 1 0 0 0,-1 0 0 0 0,0-1 0 0 0,4 8 0 0 0,18 47 0 0 0,-15-35 0 0 0,-6-15 0 0 0,0 0 0 0 0,1-1 0 0 0,0 1 0 0 0,0-1 0 0 0,1 0 0 0 0,5 7 0 0 0,-9-13 0 0 0,0 1 0 0 0,1-1 0 0 0,-1 0 0 0 0,0 0 0 0 0,1 0 0 0 0,-1 0 0 0 0,1 0 0 0 0,-1 0 0 0 0,1 0 0 0 0,-1-1 0 0 0,1 1 0 0 0,0 0 0 0 0,-1-1 0 0 0,1 0 0 0 0,0 1 0 0 0,-1-1 0 0 0,1 0 0 0 0,0 0 0 0 0,0 0 0 0 0,-1 0 0 0 0,1 0 0 0 0,0 0 0 0 0,-1 0 0 0 0,1 0 0 0 0,0-1 0 0 0,0 1 0 0 0,-1-1 0 0 0,1 0 0 0 0,-1 1 0 0 0,1-1 0 0 0,0 0 0 0 0,-1 0 0 0 0,0 0 0 0 0,1 0 0 0 0,1-1 0 0 0,11-9-163 0 0,0-1-1 0 0,-1 0 1 0 0,18-22-1 0 0,31-45-5334 0 0,-55 70 5245 0 0,-1-1 0 0 0,10-20 0 0 0,-12 19 43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18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18850,'169'2856'0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19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1152 0 0,'12'-1'15577'0'0,"-9"2"-14942"0"0,9 11 2100 0 0,9 21-3713 0 0,-12-19 1517 0 0,-6-9-539 0 0,0 0 0 0 0,0-1 0 0 0,1 0 0 0 0,0 1 0 0 0,0-1 0 0 0,0-1 0 0 0,0 1 0 0 0,1-1 0 0 0,-1 0 0 0 0,7 4 0 0 0,-9-6 0 0 0,1 0 0 0 0,-1 0 0 0 0,1-1 0 0 0,0 1 0 0 0,-1 0 0 0 0,1-1 0 0 0,0 1 0 0 0,-1-1 0 0 0,1 0 0 0 0,0 0 0 0 0,0 0 0 0 0,-1-1 0 0 0,1 1 0 0 0,0 0 0 0 0,-1-1 0 0 0,1 0 0 0 0,0 0 0 0 0,-1 0 0 0 0,1 0 0 0 0,-1 0 0 0 0,1 0 0 0 0,3-3 0 0 0,1-1-245 0 0,0-1 1 0 0,0 0-1 0 0,-1 0 0 0 0,0 0 1 0 0,0-1-1 0 0,0 0 0 0 0,-1 0 0 0 0,0-1 1 0 0,5-11-1 0 0,5-11-3417 0 0,12-36 1 0 0,-21 48 2414 0 0,-1 7-2471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21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 1 16563,'-263'3198'0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22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4377 0 0,'0'7'16726'0'0,"4"-6"-15457"0"0,5 5-3981 0 0,-2-1 2712 0 0,-1 0 0 0 0,-1 0 0 0 0,1 1 0 0 0,-1-1 0 0 0,9 13 0 0 0,22 43 0 0 0,-27-44 0 0 0,0 0 0 0 0,19 22 0 0 0,-27-38-1 0 0,-1 0 1 0 0,1 0-1 0 0,0 0 0 0 0,0 0 0 0 0,0 0 1 0 0,0 0-1 0 0,0 0 0 0 0,0-1 0 0 0,0 1 0 0 0,0 0 1 0 0,1-1-1 0 0,-1 1 0 0 0,0-1 0 0 0,0 1 1 0 0,0-1-1 0 0,1 0 0 0 0,-1 1 0 0 0,0-1 0 0 0,1 0 1 0 0,-1 0-1 0 0,0 0 0 0 0,0 0 0 0 0,1 0 0 0 0,-1 0 1 0 0,0 0-1 0 0,1-1 0 0 0,-1 1 0 0 0,0 0 1 0 0,0-1-1 0 0,1 1 0 0 0,-1-1 0 0 0,0 1 0 0 0,0-1 1 0 0,0 0-1 0 0,0 1 0 0 0,0-1 0 0 0,0 0 1 0 0,0 0-1 0 0,0 0 0 0 0,2-1 0 0 0,4-6-228 0 0,0 1 0 0 0,-1-1 1 0 0,0 0-1 0 0,6-12 0 0 0,-5 10-357 0 0,6-9-195 0 0,0 0 0 0 0,-2-1 0 0 0,0 0 0 0 0,-1-1 0 0 0,-1 0 0 0 0,6-23 0 0 0,-12 33-2245 0 0,0 1-1018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24.2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17930,'74'2781'0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24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28 3685 0 0,'-4'-11'15975'0'0,"9"12"-15975"0"0,-2 1 0 0 0,0 0 0 0 0,0 1 0 0 0,0-1 0 0 0,0 1 0 0 0,0 0 0 0 0,-1 0 0 0 0,0 0 0 0 0,1 0 0 0 0,-1 1 0 0 0,2 3 0 0 0,16 41 0 0 0,0-1 0 0 0,-18-43 0 0 0,0 1 0 0 0,1-1 0 0 0,0 0 0 0 0,0 0 0 0 0,0-1 0 0 0,0 1 0 0 0,8 6 0 0 0,-9-9-2 0 0,-1 1 0 0 0,1-1 1 0 0,0 0-1 0 0,0 0 0 0 0,0 0 0 0 0,0 0 0 0 0,0 0 0 0 0,0 0 0 0 0,1-1 0 0 0,-1 1 1 0 0,0-1-1 0 0,0 1 0 0 0,1-1 0 0 0,-1 0 0 0 0,0 0 0 0 0,0 0 0 0 0,5 0 0 0 0,-4-1 10 0 0,0 0-1 0 0,0 0 1 0 0,0 0-1 0 0,0-1 1 0 0,0 1-1 0 0,0-1 0 0 0,0 1 1 0 0,0-1-1 0 0,-1 0 1 0 0,6-5-1 0 0,0-1-573 0 0,-1-1-1 0 0,0 1 1 0 0,-1-1-1 0 0,1-1 1 0 0,-2 0 0 0 0,6-10-1 0 0,-5 7-195 0 0,0-1 0 0 0,-1 1 1 0 0,0-1-1 0 0,5-27 0 0 0,-9 34-2145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27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225 1 17372,'-225'3409'0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28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4609 0 0,'-7'9'12416'0'0,"8"4"-8611"0"0,12 17-6127 0 0,-8-20 3474 0 0,65 134-1152 0 0,-69-142 0 0 0,0 0 0 0 0,0-1 0 0 0,0 1 0 0 0,0 0 0 0 0,0-1 0 0 0,0 0 0 0 0,0 1 0 0 0,1-1 0 0 0,-1 0 0 0 0,0 1 0 0 0,1-1 0 0 0,-1 0 0 0 0,1 0 0 0 0,0 0 0 0 0,-1 0 0 0 0,1-1 0 0 0,0 1 0 0 0,3 1 0 0 0,-4-2 0 0 0,1 0 0 0 0,0-1 0 0 0,0 1 0 0 0,-1 0 0 0 0,1 0 0 0 0,0-1 0 0 0,-1 0 0 0 0,1 1 0 0 0,0-1 0 0 0,-1 0 0 0 0,1 1 0 0 0,-1-1 0 0 0,1 0 0 0 0,-1 0 0 0 0,1 0 0 0 0,-1-1 0 0 0,0 1 0 0 0,0 0 0 0 0,1 0 0 0 0,0-2 0 0 0,91-102-1127 0 0,-37 29-5912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34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17762,'176'2748'0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35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75 5297 0 0,'-7'15'10197'0'0,"10"-1"-4097"0"0,2-5-8034 0 0,10 17 1934 0 0,13 37 0 0 0,-2-7 0 0 0,-22-47 40 0 0,-2-5-57 0 0,-1 0 0 0 0,1-1-1 0 0,0 1 1 0 0,1 0 0 0 0,-1-1 0 0 0,5 5-1 0 0,-7-7 14 0 0,1-1 1 0 0,-1 1-1 0 0,1-1 0 0 0,-1 1 0 0 0,1-1 0 0 0,-1 0 1 0 0,1 0-1 0 0,-1 1 0 0 0,1-1 0 0 0,0 0 0 0 0,-1 0 1 0 0,1 0-1 0 0,0 1 0 0 0,-1-1 0 0 0,1 0 0 0 0,0 0 1 0 0,-1 0-1 0 0,1 0 0 0 0,0 0 0 0 0,1-1 5 0 0,-1 1-1 0 0,0-1 1 0 0,0 1 0 0 0,0-1-1 0 0,0 1 1 0 0,0-1 0 0 0,0 0-1 0 0,0 1 1 0 0,0-1-1 0 0,0 0 1 0 0,0 0 0 0 0,0 0-1 0 0,1-1 1 0 0,7-11-1186 0 0,-1-1 0 0 0,0 1-1 0 0,-1-1 1 0 0,-1-1 0 0 0,9-27 0 0 0,-5 14 870 0 0,1-1-14 0 0,-2-2 0 0 0,9-50-1 0 0,-16 70-3654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39.2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0 16208,'-204'3371'0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40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45 3685 0 0,'-9'-9'11728'0'0,"8"-1"-7601"0"0,1 9-4120 0 0,1 1 0 0 0,-1 0 0 0 0,0 0 1 0 0,0-1-1 0 0,0 1 0 0 0,0 0 0 0 0,0 0 0 0 0,0-1 0 0 0,1 1 1 0 0,-1 0-1 0 0,0 0 0 0 0,0 0 0 0 0,0-1 0 0 0,1 1 0 0 0,-1 0 1 0 0,0 0-1 0 0,0 0 0 0 0,0 0 0 0 0,1-1 0 0 0,-1 1 0 0 0,0 0 1 0 0,1 0-1 0 0,-1 0 0 0 0,0 0 0 0 0,0 0 0 0 0,1 0 0 0 0,-1 0-11 0 0,1 0 1 0 0,0 0-1 0 0,-1 0 0 0 0,1 0 0 0 0,-1 1 0 0 0,1-1 0 0 0,-1 0 1 0 0,1 0-1 0 0,-1 0 0 0 0,1 1 0 0 0,-1-1 0 0 0,1 0 0 0 0,-1 1 0 0 0,1-1 1 0 0,-1 1-1 0 0,0-1 0 0 0,1 0 0 0 0,0 2 0 0 0,2 2 4 0 0,0 1 0 0 0,0-1 0 0 0,0 1 0 0 0,-1 0 0 0 0,0 0 0 0 0,3 9 0 0 0,8 34 0 0 0,-10-33 0 0 0,2 4 0 0 0,-4-12 0 0 0,0 1 0 0 0,1-1 0 0 0,0 1 0 0 0,0-1 0 0 0,1 0 0 0 0,0 0 0 0 0,0 0 0 0 0,1 0 0 0 0,4 6 0 0 0,-8-12-2 0 0,1 0-1 0 0,-1-1 1 0 0,1 1-1 0 0,0-1 1 0 0,-1 1 0 0 0,1-1-1 0 0,-1 1 1 0 0,1-1-1 0 0,0 0 1 0 0,-1 1-1 0 0,1-1 1 0 0,0 0 0 0 0,0 1-1 0 0,-1-1 1 0 0,1 0-1 0 0,0 0 1 0 0,0 0-1 0 0,-1 0 1 0 0,1 1 0 0 0,0-1-1 0 0,0 0 1 0 0,-1-1-1 0 0,2 1 1 0 0,0 0 13 0 0,-1-1 1 0 0,1 1 0 0 0,-1-1-1 0 0,1 0 1 0 0,-1 1 0 0 0,1-1-1 0 0,-1 0 1 0 0,1 0 0 0 0,-1 0-1 0 0,2-2 1 0 0,3-3-212 0 0,-1 0 0 0 0,0-1 0 0 0,7-10 0 0 0,-11 15-83 0 0,52-75-5139 0 0,-36 54 5129 0 0,0 2 1 0 0,2 0-1 0 0,21-19 0 0 0,-36 37 236 0 0,0 0-157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42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18156,'281'2899'0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43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65 2533 0 0,'-8'-7'16712'0'0,"11"7"-16363"0"0,-2 0-344 0 0,0 0-1 0 0,1 0 0 0 0,-1 0 1 0 0,0 0-1 0 0,0 0 1 0 0,1 0-1 0 0,-1 1 1 0 0,0-1-1 0 0,0 0 1 0 0,1 1-1 0 0,-1-1 1 0 0,0 1-1 0 0,0-1 0 0 0,0 1 1 0 0,1 0-1 0 0,0 1-4 0 0,0 0-1 0 0,0 0 1 0 0,-1 0-1 0 0,1 0 0 0 0,-1 0 1 0 0,1 0-1 0 0,-1 0 1 0 0,2 4-1 0 0,3 10 1 0 0,-1-1 0 0 0,7 30 0 0 0,-8-28 0 0 0,13 35 0 0 0,-17-51 3 0 0,0 0 0 0 0,1 0 0 0 0,-1 0 0 0 0,1 0 0 0 0,-1-1 0 0 0,1 1 0 0 0,-1 0 0 0 0,1 0 0 0 0,-1 0 0 0 0,1 0 0 0 0,0-1 0 0 0,0 1 0 0 0,-1 0 0 0 0,1 0 0 0 0,0-1 0 0 0,0 1 0 0 0,0-1 0 0 0,0 1 0 0 0,-1-1 0 0 0,1 1 0 0 0,2 0 0 0 0,-2-1-8 0 0,0 0-1 0 0,0 0 1 0 0,0-1-1 0 0,0 1 1 0 0,-1 0-1 0 0,1 0 1 0 0,0-1-1 0 0,0 1 1 0 0,0 0-1 0 0,0-1 1 0 0,0 1-1 0 0,0-1 1 0 0,0 1 0 0 0,-1-1-1 0 0,1 1 1 0 0,0-1-1 0 0,0 0 1 0 0,0 0-1 0 0,5-6-256 0 0,-1 0 0 0 0,0 0 0 0 0,0 0 0 0 0,4-9 0 0 0,-5 9-324 0 0,20-40-2447 0 0,19-50 0 0 0,-27 61 2833 0 0,-14 29-2583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46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0 18655,'-211'3335'0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47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3917 0 0,'8'11'14671'0'0,"0"-1"-13599"0"0,-2-1-1072 0 0,0 1 0 0 0,-1 0 0 0 0,0 0 0 0 0,0 0 0 0 0,-1 0 0 0 0,-1 1 0 0 0,4 18 0 0 0,-5-19 0 0 0,1 0 0 0 0,0 1 0 0 0,0-1 0 0 0,1-1 0 0 0,1 1 0 0 0,0 0 0 0 0,9 14 0 0 0,-13-23 3 0 0,0 1-1 0 0,0-1 0 0 0,1 0 1 0 0,-1 1-1 0 0,0-1 1 0 0,0 0-1 0 0,1 0 1 0 0,-1 0-1 0 0,1 0 0 0 0,-1 0 1 0 0,1-1-1 0 0,-1 1 1 0 0,1 0-1 0 0,-1-1 1 0 0,1 1-1 0 0,0-1 0 0 0,-1 1 1 0 0,1-1-1 0 0,2 0 1 0 0,-1 0-10 0 0,-1 0-1 0 0,1-1 1 0 0,-1 1 0 0 0,0-1 0 0 0,1 0 0 0 0,-1 1 0 0 0,0-1 0 0 0,0 0 0 0 0,1 0 0 0 0,-1-1 0 0 0,0 1 0 0 0,2-2 0 0 0,5-5-599 0 0,0 0 1 0 0,0-1 0 0 0,-1 0 0 0 0,10-14 0 0 0,-15 18 4 0 0,34-46-2602 0 0,13-17 1855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49.6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204 1 17237,'-203'3341'0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51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2765 0 0,'3'9'19336'0'0,"4"-3"-21777"0"0,-3-2 2441 0 0,0 1 0 0 0,0-1 0 0 0,-1 1 0 0 0,0 0 0 0 0,0 0 0 0 0,0 0 0 0 0,3 8 0 0 0,10 41 0 0 0,-13-42 0 0 0,0 0 0 0 0,1-1 0 0 0,0 1 0 0 0,1-1 0 0 0,6 12 0 0 0,-10-22 7 0 0,-1 1 0 0 0,1-1 0 0 0,0 0 0 0 0,0 0 0 0 0,0 0-1 0 0,0 1 1 0 0,0-1 0 0 0,0 0 0 0 0,1 0 0 0 0,-1 0 0 0 0,0 0 0 0 0,1-1 0 0 0,-1 1 0 0 0,0 0-1 0 0,1-1 1 0 0,-1 1 0 0 0,1 0 0 0 0,-1-1 0 0 0,1 0 0 0 0,-1 1 0 0 0,4-1 0 0 0,-3 0-37 0 0,1 0 1 0 0,-1-1 0 0 0,1 1-1 0 0,-1-1 1 0 0,0 0 0 0 0,1 1 0 0 0,-1-1-1 0 0,0 0 1 0 0,0-1 0 0 0,1 1-1 0 0,-1 0 1 0 0,3-3 0 0 0,4-4-610 0 0,-1 0-1 0 0,0 0 1 0 0,0-1 0 0 0,11-15-1 0 0,17-27-3020 0 0,3-5 3814 0 0,-34 48-363 0 0,10-10-1408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5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18765,'211'2730'0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54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4145 0 0,'1'-1'6113'0'0,"3"4"-4963"0"0,0 0 1 0 0,0 0 0 0 0,0 0-1 0 0,-1 0 1 0 0,5 5 0 0 0,-3-2-410 0 0,-1-1 1 0 0,-1 1-1 0 0,5 7 1 0 0,0 5-992 0 0,11 34 1 0 0,-14-34 259 0 0,1-1 1 0 0,10 19-1 0 0,-15-35-11 0 0,-1 0 0 0 0,0 0 0 0 0,1 0 0 0 0,-1 0 0 0 0,1-1 0 0 0,-1 1 1 0 0,1 0-1 0 0,0 0 0 0 0,-1-1 0 0 0,1 1 0 0 0,0 0 0 0 0,-1-1 0 0 0,1 1 0 0 0,0-1 0 0 0,0 1 0 0 0,0-1 0 0 0,0 1 0 0 0,-1-1 0 0 0,1 0 0 0 0,0 1 0 0 0,0-1 0 0 0,2 0 0 0 0,-2 0 4 0 0,0 0 0 0 0,0 0 0 0 0,1 0 0 0 0,-1-1 0 0 0,0 1 0 0 0,0-1 0 0 0,1 1 0 0 0,-1-1 0 0 0,0 1-1 0 0,0-1 1 0 0,0 0 0 0 0,0 1 0 0 0,0-1 0 0 0,2-2 0 0 0,3-3-52 0 0,0 0 0 0 0,-1-1 0 0 0,10-15 0 0 0,-11 16-94 0 0,18-29-3220 0 0,27-58 0 0 0,-11 3 2683 0 0,-35 80 417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3:56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17663,'172'2734'0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3:57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3457 0 0,'6'-7'16203'0'0,"-3"8"-16203"0"0,0 0 0 0 0,0 0 0 0 0,0 1 0 0 0,0 0 0 0 0,0-1 0 0 0,0 1 0 0 0,-1 0 0 0 0,1 0 0 0 0,-1 0 0 0 0,0 1 0 0 0,1-1 0 0 0,-1 1 0 0 0,0-1 0 0 0,0 1 0 0 0,-1 0 0 0 0,1-1 0 0 0,2 6 0 0 0,3 8 0 0 0,0 0 0 0 0,4 20 0 0 0,-2-10 0 0 0,-8-23 0 0 0,2 5 0 0 0,0-1 0 0 0,0 1 0 0 0,0 0 0 0 0,1-1 0 0 0,6 8 0 0 0,-10-14 0 0 0,1 0 0 0 0,0 0 0 0 0,0 0 0 0 0,0 1 0 0 0,0-1 0 0 0,0 0 0 0 0,1-1 0 0 0,-1 1 0 0 0,0 0 0 0 0,0 0 0 0 0,0 0 0 0 0,1-1 0 0 0,-1 1 0 0 0,0-1 0 0 0,1 1 0 0 0,-1-1 0 0 0,1 1 0 0 0,-1-1 0 0 0,1 0 0 0 0,-1 0 0 0 0,1 0 0 0 0,-1 0 0 0 0,0 0 0 0 0,1 0 0 0 0,-1 0 0 0 0,1 0 0 0 0,-1 0 0 0 0,1-1 0 0 0,-1 1 0 0 0,1-1 0 0 0,-1 1 0 0 0,0-1 0 0 0,1 1 0 0 0,-1-1 0 0 0,0 0 0 0 0,2-1 0 0 0,4-3-259 0 0,1-1 0 0 0,-1 0 0 0 0,0 0 0 0 0,-1-1 0 0 0,0 0 0 0 0,9-11 0 0 0,28-51-4660 0 0,-40 64 4560 0 0,0-1 284 0 0,0 0-1 0 0,0 0 0 0 0,0-1 1 0 0,-1 1-1 0 0,0-1 0 0 0,-1 0 1 0 0,1 1-1 0 0,0-9 1 0 0,-2 7-212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75 3225 0 0,'5'-19'1631'0'0,"-3"16"-1072"0"0,-1 0-1 0 0,0 0 1 0 0,0 0-1 0 0,0 0 1 0 0,-1 0-1 0 0,1 0 1 0 0,-1-1-1 0 0,0 1 1 0 0,0 0-1 0 0,0 0 1 0 0,-1-6-1 0 0,1 9-495 0 0,0 0-1 0 0,0 0 0 0 0,0 0 1 0 0,0 0-1 0 0,0 0 0 0 0,0 0 1 0 0,0-1-1 0 0,0 1 0 0 0,0 0 1 0 0,0 0-1 0 0,0 0 0 0 0,0 0 1 0 0,0 0-1 0 0,-1 0 0 0 0,1 0 1 0 0,0 0-1 0 0,0 0 0 0 0,0 0 1 0 0,0 0-1 0 0,0-1 0 0 0,0 1 1 0 0,0 0-1 0 0,0 0 0 0 0,-1 0 1 0 0,1 0-1 0 0,0 0 0 0 0,0 0 1 0 0,0 0-1 0 0,0 0 0 0 0,0 0 1 0 0,0 0-1 0 0,0 0 0 0 0,-1 0 1 0 0,1 0-1 0 0,0 0 0 0 0,0 0 1 0 0,0 0-1 0 0,0 0 0 0 0,0 0 1 0 0,0 0-1 0 0,0 1 0 0 0,0-1 1 0 0,-1 0-1 0 0,1 0 1 0 0,0 0-1 0 0,0 0 0 0 0,0 0 1 0 0,0 0-1 0 0,-7 7 1191 0 0,-2 8-493 0 0,5-6-527 0 0,0 1 0 0 0,1 0 0 0 0,0 0 0 0 0,1 0 0 0 0,0 1 0 0 0,1-1 0 0 0,0 0 0 0 0,0 1 0 0 0,1-1 0 0 0,0 0 0 0 0,1 1 0 0 0,0-1 0 0 0,1 0 0 0 0,0 1 0 0 0,1-1 0 0 0,6 16 0 0 0,-8-24-181 0 0,0 1 1 0 0,0-1-1 0 0,0 0 1 0 0,1 0-1 0 0,-1 0 1 0 0,0 0-1 0 0,1 0 0 0 0,0-1 1 0 0,-1 1-1 0 0,1 0 1 0 0,0-1-1 0 0,0 1 0 0 0,0-1 1 0 0,0 1-1 0 0,0-1 1 0 0,0 0-1 0 0,1 0 0 0 0,-1 0 1 0 0,0 0-1 0 0,1-1 1 0 0,-1 1-1 0 0,0 0 0 0 0,1-1 1 0 0,-1 0-1 0 0,1 1 1 0 0,-1-1-1 0 0,0 0 1 0 0,4-1-1 0 0,-3 1-44 0 0,1-1 0 0 0,-1 0 0 0 0,1 0 0 0 0,-1 0 0 0 0,0 0 0 0 0,1-1 0 0 0,-1 1 0 0 0,0-1 0 0 0,0 0 0 0 0,0 0 0 0 0,0 0 0 0 0,0 0 0 0 0,-1-1 0 0 0,1 1 0 0 0,-1-1 0 0 0,1 1 0 0 0,-1-1 0 0 0,4-6 0 0 0,-4 4-69 0 0,0 0 0 0 0,1 0-1 0 0,-2 0 1 0 0,1 0-1 0 0,0 0 1 0 0,-1-1 0 0 0,0 1-1 0 0,-1-1 1 0 0,1 1-1 0 0,-1 0 1 0 0,0-1 0 0 0,0 1-1 0 0,0-1 1 0 0,-1 1-1 0 0,0-1 1 0 0,0 1 0 0 0,-1 0-1 0 0,1-1 1 0 0,-1 1-1 0 0,0 0 1 0 0,-5-8 0 0 0,3 6 3 0 0,0-1 0 0 0,-1 1 0 0 0,0 1 0 0 0,-1-1 0 0 0,1 1 1 0 0,-1-1-1 0 0,0 2 0 0 0,-1-1 0 0 0,1 1 0 0 0,-1 0 0 0 0,0 0 1 0 0,-1 1-1 0 0,-11-6 0 0 0,2 5 171 0 0,7 4-1405 0 0,4 6-4491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12899 0 0,'-2'3'-112'0'0,"1"0"0"0"0,-1-1 1 0 0,1 1-1 0 0,-1 0 0 0 0,1 0 1 0 0,0 0-1 0 0,0 0 0 0 0,0 0 1 0 0,1 0-1 0 0,-1 0 0 0 0,1 0 0 0 0,-1 5 1 0 0,0 3 955 0 0,-5 10 531 0 0,5-15-1070 0 0,-1-1-1 0 0,1 0 1 0 0,0 1-1 0 0,0-1 1 0 0,0 1-1 0 0,1 9 1 0 0,0-12-924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2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58 11058 0 0,'0'0'31'0'0,"0"0"-1"0"0,0 0 1 0 0,0-1-1 0 0,0 1 1 0 0,0 0-1 0 0,0 0 1 0 0,0 0-1 0 0,0 0 1 0 0,0 0-1 0 0,0-1 1 0 0,0 1-1 0 0,0 0 0 0 0,0 0 1 0 0,0 0-1 0 0,0 0 1 0 0,0-1-1 0 0,-1 1 1 0 0,1 0-1 0 0,0 0 1 0 0,0 0-1 0 0,0 0 1 0 0,0 0-1 0 0,0 0 1 0 0,0 0-1 0 0,-1-1 1 0 0,1 1-1 0 0,0 0 1 0 0,0 0-1 0 0,0 0 1 0 0,0 0-1 0 0,0 0 0 0 0,-1 0 1 0 0,1 0-1 0 0,0 0 1 0 0,0 0-1 0 0,0 0 1 0 0,0 0-1 0 0,-1 0 1 0 0,1 0-1 0 0,0 0 1 0 0,0 0-1 0 0,0 0 1 0 0,0 0-1 0 0,-1 0 1 0 0,1 0-1 0 0,0 0 1 0 0,0 0-1 0 0,0 0 0 0 0,0 0 1 0 0,-1 1-1 0 0,1-1 1 0 0,0 0-1 0 0,0 0 1 0 0,-5 12 1291 0 0,1 19 453 0 0,4-23-1417 0 0,0 0 1 0 0,1-1 0 0 0,0 1-1 0 0,0 0 1 0 0,1 0 0 0 0,-1-1-1 0 0,2 1 1 0 0,-1-1 0 0 0,1 0-1 0 0,6 11 1 0 0,-8-15-271 0 0,1-1 0 0 0,0 1 0 0 0,0-1 0 0 0,0 0 0 0 0,0 0 0 0 0,0 0 0 0 0,0 0 0 0 0,0 0 0 0 0,0 0 0 0 0,1 0 1 0 0,-1-1-1 0 0,1 1 0 0 0,0-1 0 0 0,-1 0 0 0 0,1 0 0 0 0,0 0 0 0 0,0 0 0 0 0,-1 0 0 0 0,1-1 0 0 0,0 1 0 0 0,0-1 0 0 0,0 0 0 0 0,0 0 0 0 0,0 0 0 0 0,0 0 0 0 0,0 0 0 0 0,0-1 0 0 0,0 1 0 0 0,0-1 0 0 0,4-1 0 0 0,-2 1-100 0 0,-1-1-1 0 0,0 1 0 0 0,0-1 0 0 0,0 0 1 0 0,-1 1-1 0 0,1-2 0 0 0,0 1 0 0 0,-1 0 1 0 0,1-1-1 0 0,-1 0 0 0 0,0 0 0 0 0,0 0 1 0 0,0 0-1 0 0,0 0 0 0 0,0 0 0 0 0,-1-1 1 0 0,0 1-1 0 0,0-1 0 0 0,1 0 0 0 0,-2 0 1 0 0,1 0-1 0 0,-1 0 0 0 0,1 0 0 0 0,-1 0 0 0 0,0 0 1 0 0,0 0-1 0 0,-1-1 0 0 0,1 1 0 0 0,-1 0 1 0 0,0 0-1 0 0,0-1 0 0 0,-1 1 0 0 0,1 0 1 0 0,-1-1-1 0 0,0 1 0 0 0,0 0 0 0 0,0 0 1 0 0,-1 0-1 0 0,1 0 0 0 0,-1 0 0 0 0,0 0 1 0 0,0 1-1 0 0,-4-7 0 0 0,2 4 6 0 0,-1 1 0 0 0,1-1 0 0 0,-1 1 0 0 0,0 0 0 0 0,0 0 0 0 0,0 1 0 0 0,-1-1 0 0 0,0 1-1 0 0,0 1 1 0 0,-9-6 0 0 0,12 8 16 0 0,-1-1 0 0 0,1 1 1 0 0,-1 0-1 0 0,1 0 0 0 0,-1 0 0 0 0,1 0 0 0 0,-1 1 0 0 0,1 0 0 0 0,-1-1 0 0 0,0 1 0 0 0,1 1 0 0 0,-1-1 0 0 0,0 0 0 0 0,1 1 0 0 0,-1 0 0 0 0,1 0 0 0 0,-1 0 0 0 0,1 0 0 0 0,0 0 1 0 0,-1 1-1 0 0,1-1 0 0 0,-4 4 0 0 0,-3 4-952 0 0,7-5 37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17 12443 0 0,'-3'1'-197'0'0,"1"-1"1"0"0,0 1-1 0 0,0 0 1 0 0,0-1-1 0 0,-1 1 1 0 0,1 0-1 0 0,0 0 1 0 0,0 0-1 0 0,0 1 1 0 0,1-1-1 0 0,-1 0 1 0 0,-3 3-1 0 0,-18 20-1241 0 0,19-17 1900 0 0,0-1 0 0 0,0 0 0 0 0,1 1 0 0 0,0 0 0 0 0,0 0 0 0 0,1 0 1 0 0,0 0-1 0 0,0 0 0 0 0,0 1 0 0 0,1-1 0 0 0,0 0 0 0 0,1 1 0 0 0,0-1 0 0 0,1 11 0 0 0,-1-14-260 0 0,1 0 0 0 0,-1 0 0 0 0,1 0-1 0 0,1 0 1 0 0,-1 0 0 0 0,0 0 0 0 0,1 0-1 0 0,0-1 1 0 0,0 1 0 0 0,0-1-1 0 0,0 1 1 0 0,3 3 0 0 0,-3-5-77 0 0,1 0 0 0 0,-1 0-1 0 0,1 0 1 0 0,-1 0 0 0 0,1 0 0 0 0,-1-1 0 0 0,1 1 0 0 0,0-1-1 0 0,0 0 1 0 0,0 0 0 0 0,0 0 0 0 0,0 0 0 0 0,0 0 0 0 0,0 0-1 0 0,0-1 1 0 0,1 0 0 0 0,2 1 0 0 0,0-1-177 0 0,0-1-1 0 0,0 1 1 0 0,0-1-1 0 0,0 0 1 0 0,0 0-1 0 0,0-1 1 0 0,-1 0-1 0 0,1 0 1 0 0,-1 0 0 0 0,1 0-1 0 0,-1-1 1 0 0,0 0-1 0 0,0 0 1 0 0,0-1-1 0 0,6-5 1 0 0,-8 7-28 0 0,-1-1 0 0 0,0 1 1 0 0,1-1-1 0 0,-1 1 0 0 0,0-1 0 0 0,-1 0 0 0 0,1 0 0 0 0,0 0 1 0 0,-1 0-1 0 0,0 0 0 0 0,1 0 0 0 0,-1-1 0 0 0,0 1 0 0 0,-1 0 1 0 0,1-1-1 0 0,-1 1 0 0 0,1 0 0 0 0,-1-1 0 0 0,0 1 0 0 0,0 0 1 0 0,-1-1-1 0 0,1 1 0 0 0,-1-1 0 0 0,1 1 0 0 0,-1 0 0 0 0,0 0 1 0 0,-1-1-1 0 0,0-2 0 0 0,-4-4 239 0 0,1 0 1 0 0,-1 0-1 0 0,-1 0 0 0 0,0 1 0 0 0,0 0 1 0 0,-1 1-1 0 0,0 0 0 0 0,0 0 0 0 0,-1 0 1 0 0,0 1-1 0 0,-16-9 0 0 0,15 12-812 0 0,3 2-4288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4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17508 0 0,'-9'16'-1235'0'0,"1"0"-1"0"0,1 1 1 0 0,-8 24 0 0 0,13-35 2034 0 0,2-6-795 0 0,-3 9 497 0 0,3-9-574 0 0,0 0 1 0 0,0 0 0 0 0,0 0 0 0 0,0 0 0 0 0,0 1-1 0 0,0-1 1 0 0,0 0 0 0 0,0 0 0 0 0,0 0 0 0 0,0 0-1 0 0,0 0 1 0 0,0 1 0 0 0,0-1 0 0 0,0 0 0 0 0,0 0-1 0 0,0 0 1 0 0,0 0 0 0 0,0 1 0 0 0,0-1 0 0 0,1 0-1 0 0,-1 0 1 0 0,0 0 0 0 0,0 0 0 0 0,0 0 0 0 0,0 1-1 0 0,0-1 1 0 0,0 0 0 0 0,0 0 0 0 0,0 0 0 0 0,1 0-1 0 0,-1 0 1 0 0,0 0 0 0 0,0 0 0 0 0,0 0 0 0 0,0 1-1 0 0,0-1 1 0 0,1 0 0 0 0,-1 0 0 0 0,0 0 0 0 0,0 0-1 0 0,0 0 1 0 0,0 0 0 0 0,0 0 0 0 0,1 0 0 0 0,-1 0-1 0 0,0 0 1 0 0,0 0 0 0 0,1 0 0 0 0,1-1-307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16131 0 0,'0'0'-54'0'0,"0"0"0"0"0,-1 0 0 0 0,1 0 0 0 0,0 0 0 0 0,0 0-1 0 0,-1 0 1 0 0,1-1 0 0 0,0 1 0 0 0,-1 0 0 0 0,1 0 0 0 0,0 0-1 0 0,0 0 1 0 0,-1 0 0 0 0,1 0 0 0 0,0 0 0 0 0,-1 1-1 0 0,1-1 1 0 0,0 0 0 0 0,0 0 0 0 0,-1 0 0 0 0,1 0 0 0 0,0 0-1 0 0,0 0 1 0 0,-1 0 0 0 0,1 0 0 0 0,0 1 0 0 0,0-1-1 0 0,0 0 1 0 0,-1 0 0 0 0,1 0 0 0 0,0 1 0 0 0,0-1 0 0 0,-8 13-1060 0 0,-3 16 1372 0 0,10-28-42 0 0,0 3 203 0 0,0 0 0 0 0,0 1 0 0 0,0-1 0 0 0,0 0-1 0 0,1 0 1 0 0,-1 0 0 0 0,1 1 0 0 0,1 7 0 0 0,-1-11-317 0 0,1 0-1 0 0,-1 1 1 0 0,0-1 0 0 0,1 0 0 0 0,-1 0 0 0 0,1 0 0 0 0,0 0 0 0 0,-1 0 0 0 0,1 0 0 0 0,0 0-1 0 0,0 0 1 0 0,0 0 0 0 0,0 0 0 0 0,-1 0 0 0 0,1 0 0 0 0,0-1 0 0 0,0 1 0 0 0,1 0 0 0 0,-1-1-1 0 0,0 1 1 0 0,0 0 0 0 0,0-1 0 0 0,0 0 0 0 0,1 1 0 0 0,-1-1 0 0 0,0 0 0 0 0,0 1 0 0 0,0-1-1 0 0,1 0 1 0 0,-1 0 0 0 0,0 0 0 0 0,0 0 0 0 0,3-1 0 0 0,5 0-103 0 0,0 0 1 0 0,0 0 0 0 0,0-1-1 0 0,0-1 1 0 0,0 1 0 0 0,15-8-1 0 0,-16 6-1305 0 0,0 0 0 0 0,0 0-1 0 0,13-11 1 0 0,-10 2-2041 0 0,-8 9 3227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5985 0 0,'-7'4'10188'0'0,"6"-3"-9724"0"0,-3 11 2023 0 0,0 19-5447 0 0,3-24 4212 0 0,-3 27 213 0 0,2-19-888 0 0,0 0 1 0 0,0 0-1 0 0,1 0 1 0 0,1 0-1 0 0,1 1 1 0 0,3 21 0 0 0,-3-37-800 0 0,5 17 343 0 0,-2-12-6663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5065 0 0,'-1'28'6755'0'0,"1"17"-3837"0"0,-1-10-1048 0 0,7 66-1 0 0,-3-89-3176 0 0,-1-7-3503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8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8290 0 0,'-1'1'328'0'0,"0"1"0"0"0,-1 0 0 0 0,1-1 1 0 0,0 1-1 0 0,0 0 0 0 0,0 0 0 0 0,-1 3 0 0 0,-6 29-1460 0 0,4-14 1813 0 0,-6 17 329 0 0,10-35-1722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08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25 16588 0 0,'0'0'16'0'0,"-1"0"0"0"0,1 0 0 0 0,0-1 0 0 0,-1 1-1 0 0,1 0 1 0 0,0 0 0 0 0,-1 0 0 0 0,1 1 0 0 0,-1-1 0 0 0,1 0 0 0 0,0 0 0 0 0,-1 0 0 0 0,1 0 0 0 0,0 0 0 0 0,-1 0 0 0 0,1 0 0 0 0,0 0 0 0 0,0 1 0 0 0,-1-1 0 0 0,1 0 0 0 0,0 0 0 0 0,-1 1 0 0 0,1-1 0 0 0,0 0 0 0 0,0 0 0 0 0,-1 1 0 0 0,1-1 0 0 0,-7 13-1712 0 0,0 17-651 0 0,7-28 2611 0 0,-3 12 38 0 0,1 0-1 0 0,1 1 1 0 0,0 22-1 0 0,1-33-60 0 0,0 0-1 0 0,1 0 0 0 0,-1 0 1 0 0,1 0-1 0 0,0 0 0 0 0,0 0 1 0 0,0 0-1 0 0,1 0 0 0 0,-1-1 0 0 0,1 1 1 0 0,0 0-1 0 0,0-1 0 0 0,0 1 1 0 0,0-1-1 0 0,1 0 0 0 0,-1 0 1 0 0,6 5-1 0 0,-6-7-134 0 0,-1 0-1 0 0,1 0 1 0 0,0 0 0 0 0,0 0-1 0 0,0 0 1 0 0,0 0-1 0 0,0 0 1 0 0,0-1 0 0 0,0 1-1 0 0,0-1 1 0 0,0 0 0 0 0,0 1-1 0 0,1-1 1 0 0,-1 0 0 0 0,3-1-1 0 0,-1 1-38 0 0,1-1 0 0 0,-1 0 0 0 0,0 0 0 0 0,-1-1 0 0 0,1 1 0 0 0,0-1 0 0 0,6-3 0 0 0,-3 0-134 0 0,0 0 0 0 0,-1 0 1 0 0,1 0-1 0 0,-1-1 0 0 0,0 0 1 0 0,-1 0-1 0 0,8-10 0 0 0,-11 13-56 0 0,0 0 0 0 0,-1 0 0 0 0,1 0 1 0 0,-1 0-1 0 0,0 0 0 0 0,0 0 0 0 0,0 0 0 0 0,-1 0 0 0 0,1-1 0 0 0,-1 1 0 0 0,1 0 0 0 0,-1 0 0 0 0,0-1 0 0 0,0 1 0 0 0,-2-7 0 0 0,1 5 117 0 0,0 0 1 0 0,-1 0 0 0 0,0 0-1 0 0,0 0 1 0 0,0 1-1 0 0,-1-1 1 0 0,1 0-1 0 0,-1 1 1 0 0,-5-7-1 0 0,4 6 166 0 0,0 1 0 0 0,-1-1 0 0 0,1 1 0 0 0,-1 0 0 0 0,0 0 0 0 0,0 0 0 0 0,0 1 0 0 0,0 0 0 0 0,-1 0 0 0 0,1 0 0 0 0,-1 1 0 0 0,0-1 0 0 0,0 2 0 0 0,0-1 0 0 0,0 0 0 0 0,0 1 0 0 0,-10-1 0 0 0,15 2-330 0 0,0 0 1 0 0,0 0-1 0 0,0 0 0 0 0,0 0 1 0 0,0 1-1 0 0,1-1 0 0 0,-1 0 1 0 0,0 0-1 0 0,0 0 0 0 0,0 1 1 0 0,0-1-1 0 0,0 0 0 0 0,1 1 1 0 0,-1-1-1 0 0,0 1 0 0 0,0-1 1 0 0,1 1-1 0 0,-1-1 0 0 0,0 1 1 0 0,1 0-1 0 0,-1-1 0 0 0,0 2 1 0 0,0 1-1080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2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 6449 0 0,'0'-1'157'0'0,"-1"1"-1"0"0,1-1 0 0 0,0 0 0 0 0,-1 0 1 0 0,1 1-1 0 0,0-1 0 0 0,0 0 0 0 0,0 0 1 0 0,0 1-1 0 0,0-1 0 0 0,0 0 0 0 0,0 0 1 0 0,0 1-1 0 0,0-1 0 0 0,0 0 0 0 0,0 0 1 0 0,0 1-1 0 0,0-1 0 0 0,0 0 1 0 0,1 0-1 0 0,-1 1 0 0 0,1-2 0 0 0,-1 2-61 0 0,0 0 0 0 0,0 0 0 0 0,0 0 1 0 0,0 0-1 0 0,0-1 0 0 0,0 1 0 0 0,0 0 0 0 0,1 0 0 0 0,-1 0 0 0 0,0 0 0 0 0,0 0 0 0 0,0 0 0 0 0,0 0 0 0 0,0 0 0 0 0,1-1 0 0 0,-1 1 0 0 0,0 0 1 0 0,0 0-1 0 0,0 0 0 0 0,0 0 0 0 0,0 0 0 0 0,1 0 0 0 0,-1 0 0 0 0,0 0 0 0 0,0 0 0 0 0,0 0 0 0 0,0 0 0 0 0,1 0 0 0 0,-1 0 0 0 0,0 0 0 0 0,0 0 0 0 0,0 0 1 0 0,0 0-1 0 0,1 0 0 0 0,4 10 2393 0 0,1 13-1749 0 0,-2 1-1 0 0,0 0 0 0 0,-2 0 0 0 0,-1 34 0 0 0,-1-42-332 0 0,0-3-128 0 0,-1-9-278 0 0,1-1 0 0 0,0 0 1 0 0,0 1-1 0 0,0-1 0 0 0,0 0 0 0 0,0 1 0 0 0,1-1 0 0 0,0 0 0 0 0,0 0 0 0 0,1 6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3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14283 0 0,'-2'3'-282'0'0,"0"0"1"0"0,1 1-1 0 0,-1-1 1 0 0,0 1-1 0 0,1-1 1 0 0,0 1-1 0 0,-1 4 0 0 0,-1 3-71 0 0,-23 56 2526 0 0,26-65-2884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11522 0 0,'0'4'-3667'0'0,"-3"28"6656"0"0,-1-13-1549 0 0,2-12-1037 0 0,0-1-1 0 0,1 1 1 0 0,0-1-1 0 0,0 1 1 0 0,1 0 0 0 0,0-1-1 0 0,0 1 1 0 0,1 10-1 0 0,0-16-299 0 0,-1 0-1 0 0,0-1 0 0 0,1 1 1 0 0,-1 0-1 0 0,1 0 0 0 0,-1-1 1 0 0,1 1-1 0 0,0 0 0 0 0,-1-1 1 0 0,1 1-1 0 0,0 0 0 0 0,-1-1 1 0 0,1 1-1 0 0,0-1 0 0 0,0 1 1 0 0,0-1-1 0 0,-1 0 0 0 0,1 1 1 0 0,0-1-1 0 0,0 0 0 0 0,0 1 1 0 0,0-1-1 0 0,0 0 0 0 0,0 0 1 0 0,0 0-1 0 0,0 0 0 0 0,-1 0 1 0 0,1 0-1 0 0,0 0 0 0 0,0 0 1 0 0,0 0-1 0 0,0-1 0 0 0,0 1 1 0 0,1-1-1 0 0,5 0 166 0 0,0-1 0 0 0,0-1 1 0 0,8-3-1 0 0,-10 4-224 0 0,46-24-216 0 0,-30 13-2766 0 0,-15 9-3436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3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16131 0 0,'-1'1'-31'0'0,"0"1"-1"0"0,0-1 0 0 0,0 0 0 0 0,0 1 0 0 0,0-1 1 0 0,0 1-1 0 0,0-1 0 0 0,0 1 0 0 0,0-1 0 0 0,1 1 1 0 0,-1 0-1 0 0,0-1 0 0 0,1 1 0 0 0,0 0 0 0 0,-1 3 1 0 0,-2 32-2829 0 0,2-25 3529 0 0,-1 8-623 0 0,0 7 1828 0 0,0-1 1 0 0,1 1-1 0 0,6 48 0 0 0,4-47-1333 0 0,-3-18-7076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6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50 11522 0 0,'0'0'-22'0'0,"0"0"-1"0"0,0 0 0 0 0,0 0 0 0 0,0 0 1 0 0,-1 0-1 0 0,1 0 0 0 0,0-1 0 0 0,0 1 1 0 0,0 0-1 0 0,0 0 0 0 0,0 0 0 0 0,0 0 1 0 0,0 0-1 0 0,0 0 0 0 0,-1 0 0 0 0,1 0 1 0 0,0 0-1 0 0,0 0 0 0 0,0 0 0 0 0,0 0 0 0 0,0 0 1 0 0,0 0-1 0 0,0-1 0 0 0,0 1 0 0 0,0 0 1 0 0,0 0-1 0 0,0 0 0 0 0,0 0 0 0 0,-1 0 1 0 0,1 0-1 0 0,0 0 0 0 0,0-1 0 0 0,0 1 1 0 0,0 0-1 0 0,0 0 0 0 0,0 0 0 0 0,0 0 1 0 0,0 0-1 0 0,0 0 0 0 0,0 0 0 0 0,0-1 0 0 0,0 1 1 0 0,0 0-1 0 0,0 0 0 0 0,0 0 0 0 0,1 0 1 0 0,-1 0-1 0 0,0 0 0 0 0,0 0 0 0 0,0-1 1 0 0,0 1-1 0 0,0 0 0 0 0,0 0 0 0 0,0 0 1 0 0,0 0-1 0 0,0 0 0 0 0,0 0 0 0 0,0 0 1 0 0,1 0-1 0 0,9-10 2085 0 0,15-5 1752 0 0,-20 11-3758 0 0,0 2 1 0 0,1-1-1 0 0,0 1 0 0 0,0 0 1 0 0,0 0-1 0 0,0 0 1 0 0,6 0-1 0 0,-11 2-47 0 0,0-1 1 0 0,0 1-1 0 0,1 0 0 0 0,-1 0 0 0 0,0 0 1 0 0,0 1-1 0 0,1-1 0 0 0,-1 0 0 0 0,0 0 0 0 0,0 1 1 0 0,0-1-1 0 0,0 1 0 0 0,0-1 0 0 0,0 1 0 0 0,1-1 1 0 0,-1 1-1 0 0,1 1 0 0 0,-1-1-5 0 0,-1 0-1 0 0,1 0 0 0 0,0 0 1 0 0,0 0-1 0 0,-1 1 1 0 0,1-1-1 0 0,-1 0 1 0 0,1 1-1 0 0,-1-1 1 0 0,1 0-1 0 0,-1 1 0 0 0,0-1 1 0 0,0 0-1 0 0,0 1 1 0 0,0-1-1 0 0,0 1 1 0 0,0-1-1 0 0,0 3 1 0 0,-2 5 179 0 0,0 0 0 0 0,-1 1 0 0 0,0-1 1 0 0,0 0-1 0 0,-1-1 0 0 0,0 1 0 0 0,0-1 1 0 0,-1 1-1 0 0,-8 10 0 0 0,6-9 57 0 0,0 0 0 0 0,1 1 0 0 0,1-1 0 0 0,-1 1 0 0 0,-3 13 0 0 0,9-23-228 0 0,0-1 0 0 0,0 1 0 0 0,0 0 0 0 0,-1 0-1 0 0,1-1 1 0 0,0 1 0 0 0,0 0 0 0 0,0 0 0 0 0,0-1 0 0 0,0 1-1 0 0,0 0 1 0 0,0-1 0 0 0,0 1 0 0 0,1 0 0 0 0,-1 0 0 0 0,0-1-1 0 0,0 1 1 0 0,1 0 0 0 0,-1-1 0 0 0,0 1 0 0 0,1 0 0 0 0,-1-1-1 0 0,1 2 1 0 0,0-1 20 0 0,0-1 1 0 0,0 1-1 0 0,0 0 0 0 0,0-1 1 0 0,1 1-1 0 0,-1-1 0 0 0,0 0 0 0 0,0 1 1 0 0,0-1-1 0 0,0 0 0 0 0,0 0 1 0 0,1 1-1 0 0,1-1 0 0 0,5-1 167 0 0,1 1 0 0 0,-1-1 0 0 0,14-4 1 0 0,-12 3-132 0 0,14 0-1786 0 0,10-3-3152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 8754 0 0,'0'0'-20'0'0,"0"-1"0"0"0,0 1 1 0 0,0 0-1 0 0,0 0 0 0 0,0 0 1 0 0,0 0-1 0 0,0 0 0 0 0,0 0 0 0 0,0 0 1 0 0,0 0-1 0 0,-1 0 0 0 0,1 0 0 0 0,0 0 1 0 0,0 0-1 0 0,0 0 0 0 0,0 0 1 0 0,0 0-1 0 0,0 0 0 0 0,0 0 0 0 0,0 0 1 0 0,0 0-1 0 0,0 0 0 0 0,0 0 0 0 0,0 0 1 0 0,0 0-1 0 0,0 0 0 0 0,0 0 1 0 0,0 0-1 0 0,0 0 0 0 0,0 0 0 0 0,-1 0 1 0 0,1 0-1 0 0,0 0 0 0 0,0 0 0 0 0,0 0 1 0 0,0 0-1 0 0,0 0 0 0 0,0 0 1 0 0,0 0-1 0 0,0 0 0 0 0,0 0 0 0 0,0 0 1 0 0,0 0-1 0 0,0 0 0 0 0,0 0 0 0 0,0 0 1 0 0,0 0-1 0 0,0 0 0 0 0,0 0 1 0 0,0 0-1 0 0,0 0 0 0 0,0 0 0 0 0,0 0 1 0 0,0 0-1 0 0,0 1 0 0 0,-1-1 0 0 0,1 0 1 0 0,0 0-1 0 0,0 0 0 0 0,0 0 1 0 0,0 0-1 0 0,0 0 0 0 0,-2 6 352 0 0,-2 8 1580 0 0,-1 9 1529 0 0,2-15-2831 0 0,1 1 0 0 0,0-1 0 0 0,1 1 1 0 0,0 0-1 0 0,0 10 0 0 0,2-15-1561 0 0,0-3-8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1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 11522 0 0,'0'0'-5'0'0,"0"0"0"0"0,0 0-1 0 0,-1-1 1 0 0,1 1-1 0 0,0 0 1 0 0,0 0-1 0 0,0 0 1 0 0,0 0-1 0 0,0 0 1 0 0,0 0-1 0 0,0-1 1 0 0,0 1-1 0 0,0 0 1 0 0,-1 0-1 0 0,1 0 1 0 0,0 0-1 0 0,0 0 1 0 0,0 0-1 0 0,0 0 1 0 0,0 0-1 0 0,0-1 1 0 0,-1 1-1 0 0,1 0 1 0 0,0 0-1 0 0,0 0 1 0 0,0 0-1 0 0,0 0 1 0 0,-1 0 0 0 0,1 0-1 0 0,0 0 1 0 0,0 0-1 0 0,0 0 1 0 0,0 0-1 0 0,-1 0 1 0 0,1 0-1 0 0,0 0 1 0 0,0 0-1 0 0,0 0 1 0 0,0 0-1 0 0,0 0 1 0 0,-1 1-1 0 0,1-1 1 0 0,0 0-1 0 0,0 0 1 0 0,0 0-1 0 0,0 0 1 0 0,0 0-1 0 0,-1 0 1 0 0,-6 11-176 0 0,-3 14 1084 0 0,8-19-447 0 0,1 0 1 0 0,0-1-1 0 0,0 1 1 0 0,1 0-1 0 0,-1 0 0 0 0,1 0 1 0 0,1 0-1 0 0,-1 0 1 0 0,1 0-1 0 0,0 0 1 0 0,0 0-1 0 0,1-1 0 0 0,2 7 1 0 0,-3-10-357 0 0,0 1 1 0 0,0-1-1 0 0,0 0 1 0 0,1 0-1 0 0,-1 0 0 0 0,1 1 1 0 0,-1-1-1 0 0,1-1 1 0 0,0 1-1 0 0,0 0 1 0 0,0 0-1 0 0,0-1 1 0 0,0 1-1 0 0,0-1 1 0 0,0 1-1 0 0,0-1 0 0 0,1 0 1 0 0,-1 0-1 0 0,1 0 1 0 0,-1 0-1 0 0,0 0 1 0 0,1-1-1 0 0,-1 1 1 0 0,1-1-1 0 0,0 0 0 0 0,-1 0 1 0 0,1 0-1 0 0,-1 0 1 0 0,1 0-1 0 0,-1 0 1 0 0,1-1-1 0 0,2 0 1 0 0,0 0-85 0 0,1 0 0 0 0,-1-1 0 0 0,0 0 0 0 0,-1 0 0 0 0,1 0 1 0 0,0-1-1 0 0,-1 1 0 0 0,1-1 0 0 0,-1 0 0 0 0,0 0 0 0 0,0-1 0 0 0,5-5 1 0 0,-7 8-39 0 0,0-1 0 0 0,-1 0 0 0 0,0 0 0 0 0,1 0 0 0 0,-1 0 0 0 0,0 0 0 0 0,0 0 0 0 0,0 0 0 0 0,0-1 0 0 0,0 1 0 0 0,-1 0 0 0 0,1 0 0 0 0,-1-1 0 0 0,1 1 0 0 0,-1 0 0 0 0,0-1 0 0 0,0 1 0 0 0,0 0 0 0 0,0-1 0 0 0,-1 1 0 0 0,1 0 0 0 0,0-1 0 0 0,-1 1 0 0 0,0 0 0 0 0,1-1 0 0 0,-1 1 0 0 0,0 0 0 0 0,0 0 0 0 0,-2-3 0 0 0,-2-1 102 0 0,1 0 0 0 0,-2 0 0 0 0,1 0 0 0 0,-1 1 0 0 0,0 0 0 0 0,0 0 0 0 0,0 0 0 0 0,-1 1 0 0 0,1-1 0 0 0,-1 2 0 0 0,0-1 0 0 0,0 1-1 0 0,-1 0 1 0 0,1 0 0 0 0,-1 1 0 0 0,1 0 0 0 0,-16-1 0 0 0,22 3-172 0 0,0 0-1 0 0,0 0 1 0 0,0 0-1 0 0,0 0 1 0 0,0 0 0 0 0,0 0-1 0 0,-1 1 1 0 0,1-1-1 0 0,0 0 1 0 0,0 1-1 0 0,0-1 1 0 0,-1 2 0 0 0,-1 0-837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8290 0 0,'2'-2'213'0'0,"0"0"0"0"0,1 0 1 0 0,-1 0-1 0 0,0 1 0 0 0,1-1 1 0 0,-1 1-1 0 0,5-2 0 0 0,-7 3-107 0 0,7-4 1070 0 0,0 1 0 0 0,15-4-1 0 0,-20 7-1063 0 0,0-1 0 0 0,0 1 0 0 0,0-1 0 0 0,0 1 0 0 0,-1 0 0 0 0,1 0 0 0 0,0 0-1 0 0,0 0 1 0 0,0 0 0 0 0,0 0 0 0 0,0 0 0 0 0,0 1 0 0 0,0-1 0 0 0,0 1 0 0 0,0-1-1 0 0,3 3 1 0 0,-4-2-60 0 0,0 0 0 0 0,0 0-1 0 0,-1 0 1 0 0,1 0 0 0 0,-1 0-1 0 0,1 0 1 0 0,-1 0 0 0 0,1 0 0 0 0,-1 1-1 0 0,1-1 1 0 0,-1 0 0 0 0,0 0-1 0 0,0 1 1 0 0,0-1 0 0 0,0 0-1 0 0,0 0 1 0 0,0 1 0 0 0,0-1 0 0 0,0 0-1 0 0,0 0 1 0 0,0 1 0 0 0,-1-1-1 0 0,1 0 1 0 0,-1 0 0 0 0,0 2-1 0 0,-13 30 398 0 0,13-32-433 0 0,-29 48 813 0 0,-3 4 1473 0 0,33-52-2258 0 0,0-1 1 0 0,-1 1-1 0 0,1-1 0 0 0,0 1 0 0 0,0 0 1 0 0,-1-1-1 0 0,1 1 0 0 0,0-1 1 0 0,0 1-1 0 0,0 0 0 0 0,0-1 0 0 0,-1 1 1 0 0,1-1-1 0 0,0 1 0 0 0,0 0 1 0 0,0-1-1 0 0,1 1 0 0 0,-1 0 0 0 0,0-1 1 0 0,0 1-1 0 0,0 0 0 0 0,0-1 1 0 0,1 1-1 0 0,-1-1 0 0 0,0 1 0 0 0,1 0 1 0 0,0 0-19 0 0,0 0-1 0 0,0-1 1 0 0,0 1 0 0 0,0 0 0 0 0,0-1 0 0 0,0 0 0 0 0,0 1 0 0 0,0-1-1 0 0,0 1 1 0 0,0-1 0 0 0,0 0 0 0 0,0 0 0 0 0,0 0 0 0 0,2 0-1 0 0,6 0-69 0 0,-1 0-1 0 0,1-1 1 0 0,10-2-1 0 0,-12 2 64 0 0,28-6-736 0 0,-12-1-5307 0 0,-21 8 4793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3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5785 0 0,'0'2'526'0'0,"0"0"0"0"0,0 1 0 0 0,0-1 0 0 0,0 0 0 0 0,0 1 0 0 0,-1-1 0 0 0,1 0 0 0 0,-1 0 0 0 0,0 3 0 0 0,-1 2 596 0 0,0 6 164 0 0,-3 17 1212 0 0,5-11-4465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10594 0 0,'0'10'627'0'0,"-2"0"-1"0"0,-3 14 1 0 0,3-13 916 0 0,-1 0 1 0 0,2 0-1 0 0,-2 20 1 0 0,3-31-1469 0 0,0 1 0 0 0,0 0 0 0 0,0-1 1 0 0,0 1-1 0 0,0 0 0 0 0,1-1 0 0 0,-1 1 0 0 0,0 0 0 0 0,0-1 1 0 0,0 1-1 0 0,1 0 0 0 0,-1-1 0 0 0,0 1 0 0 0,1-1 0 0 0,-1 1 1 0 0,0-1-1 0 0,1 1 0 0 0,-1 0 0 0 0,1-1 0 0 0,-1 0 0 0 0,1 1 1 0 0,-1-1-1 0 0,1 1 0 0 0,-1-1 0 0 0,1 0 0 0 0,0 1 0 0 0,0-1 1 0 0,0 1-4 0 0,1-1 0 0 0,-1 0 1 0 0,1 0-1 0 0,-1 0 0 0 0,1 0 1 0 0,-1 0-1 0 0,1 0 0 0 0,-1 0 1 0 0,1 0-1 0 0,-1 0 1 0 0,3-2-1 0 0,4-1-42 0 0,0 0 0 0 0,0 0 0 0 0,9-7 0 0 0,-16 9-24 0 0,9-5-320 0 0,23-14-245 0 0,-13 4-4084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4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15203 0 0,'-1'2'-47'0'0,"1"1"-1"0"0,-1-1 1 0 0,0 1 0 0 0,1-1-1 0 0,-1 1 1 0 0,1-1-1 0 0,0 1 1 0 0,0-1-1 0 0,0 1 1 0 0,1 2 0 0 0,-1-2 199 0 0,0 28 2183 0 0,1 0 1 0 0,10 57 0 0 0,-10-81-4025 0 0,-1-5 445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6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14747 0 0,'27'-17'1072'0'0,"-17"12"-247"0"0,-1 0-1 0 0,19-6 1 0 0,-24 10-797 0 0,-1 0-1 0 0,1 0 1 0 0,-1 0 0 0 0,1 0 0 0 0,0 1 0 0 0,0 0 0 0 0,-1-1 0 0 0,1 1 0 0 0,0 1 0 0 0,0-1 0 0 0,6 2 0 0 0,-9-2-30 0 0,-1 1 1 0 0,1 0-1 0 0,0-1 1 0 0,0 1-1 0 0,0 0 1 0 0,0 0-1 0 0,-1-1 0 0 0,1 1 1 0 0,0 0-1 0 0,-1 0 1 0 0,1 0-1 0 0,-1 0 0 0 0,1 0 1 0 0,-1 0-1 0 0,1 0 1 0 0,-1 0-1 0 0,0 0 1 0 0,1 0-1 0 0,-1 0 0 0 0,0 0 1 0 0,0 1-1 0 0,0-1 1 0 0,0 0-1 0 0,0 0 1 0 0,0 0-1 0 0,0 0 0 0 0,0 0 1 0 0,0 0-1 0 0,-1 0 1 0 0,1 0-1 0 0,0 0 1 0 0,-1 0-1 0 0,1 0 0 0 0,-1 0 1 0 0,1 0-1 0 0,-1 0 1 0 0,1 0-1 0 0,-1 0 1 0 0,0 0-1 0 0,0 0 0 0 0,1 0 1 0 0,-1-1-1 0 0,-1 2 1 0 0,-4 1 18 0 0,4-2-7 0 0,0 0 0 0 0,0 0 0 0 0,0 0 1 0 0,0 0-1 0 0,0 1 0 0 0,0-1 0 0 0,0 0 0 0 0,0 1 0 0 0,1 0 0 0 0,-1-1 0 0 0,-1 4 0 0 0,-12 11 210 0 0,12-13-69 0 0,1-1-1 0 0,-1 1 1 0 0,0 0 0 0 0,1 0 0 0 0,0 0-1 0 0,-3 5 1 0 0,31-8-671 0 0,-22 0 506 0 0,0 0-1 0 0,0 1 0 0 0,1 0 1 0 0,-1-1-1 0 0,0 2 1 0 0,0-1-1 0 0,0 0 0 0 0,0 1 1 0 0,-1 0-1 0 0,1 0 0 0 0,0 0 1 0 0,4 3-1 0 0,-7-4 44 0 0,0 0 0 0 0,0 0-1 0 0,0-1 1 0 0,-1 1 0 0 0,1 0 0 0 0,0 0-1 0 0,-1 0 1 0 0,1 0 0 0 0,0 0-1 0 0,-1 0 1 0 0,1 0 0 0 0,-1 0 0 0 0,1 0-1 0 0,-1 0 1 0 0,0 0 0 0 0,0 1-1 0 0,1-1 1 0 0,-1 0 0 0 0,0 2 0 0 0,0-2 37 0 0,-1 1 0 0 0,1-1 0 0 0,-1 1 0 0 0,1-1 0 0 0,-1 0 0 0 0,1 1 0 0 0,-1-1 0 0 0,0 1 0 0 0,0-1 1 0 0,0 0-1 0 0,0 0 0 0 0,0 1 0 0 0,0-1 0 0 0,0 0 0 0 0,0 0 0 0 0,0 0 0 0 0,-1 0 0 0 0,-1 1 1 0 0,-1 0 58 0 0,0 0 0 0 0,1 0 0 0 0,-2 0 0 0 0,1 0 0 0 0,0 0 0 0 0,0-1 0 0 0,0 0 0 0 0,-1 0 0 0 0,-4 0 0 0 0,7 0-177 0 0,0-1 1 0 0,0 0-1 0 0,1 0 1 0 0,-1 0-1 0 0,0 0 1 0 0,0 0-1 0 0,0 0 1 0 0,0 0-1 0 0,0-1 1 0 0,0 1 0 0 0,0-1-1 0 0,0 0 1 0 0,1 1-1 0 0,-1-1 1 0 0,0 0-1 0 0,0 0 1 0 0,1 0-1 0 0,-1 0 1 0 0,1 0-1 0 0,-1 0 1 0 0,1-1-1 0 0,-1 1 1 0 0,0-2-1 0 0,0 0-1836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8290 0 0,'-1'5'595'0'0,"0"1"0"0"0,0 0 0 0 0,0-1 0 0 0,-1 1 0 0 0,0-1 0 0 0,0 0 1 0 0,0 1-1 0 0,-4 6 0 0 0,3-6 220 0 0,0 0 0 0 0,0 1 0 0 0,0 0 0 0 0,1-1 0 0 0,-1 9 0 0 0,4-10-4026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12 16131 0 0,'-1'0'19'0'0,"1"0"-1"0"0,0 0 0 0 0,-1-1 1 0 0,1 1-1 0 0,0 0 0 0 0,0 0 1 0 0,-1 0-1 0 0,1 0 1 0 0,0 0-1 0 0,-1 0 0 0 0,1 0 1 0 0,0 0-1 0 0,-1 0 0 0 0,1 0 1 0 0,0 0-1 0 0,-1 0 0 0 0,1 0 1 0 0,0 0-1 0 0,-1 0 0 0 0,1 0 1 0 0,0 0-1 0 0,0 0 0 0 0,-1 1 1 0 0,1-1-1 0 0,0 0 0 0 0,-1 0 1 0 0,1 0-1 0 0,0 0 0 0 0,-1 1 1 0 0,-8 10-1574 0 0,-5 15 435 0 0,12-22 1371 0 0,1 0 1 0 0,-1 0-1 0 0,1 0 1 0 0,0 0-1 0 0,0 0 0 0 0,0 1 1 0 0,1-1-1 0 0,-1 0 1 0 0,1 1-1 0 0,0-1 1 0 0,0 0-1 0 0,1 0 0 0 0,-1 1 1 0 0,1-1-1 0 0,0 0 1 0 0,0 0-1 0 0,4 8 0 0 0,-4-9-122 0 0,1 0 0 0 0,0-1-1 0 0,0 1 1 0 0,0 0 0 0 0,0-1-1 0 0,0 1 1 0 0,0-1 0 0 0,1 0-1 0 0,-1 0 1 0 0,1 0 0 0 0,0 0-1 0 0,0 0 1 0 0,-1-1 0 0 0,1 1-1 0 0,0-1 1 0 0,0 0-1 0 0,1 0 1 0 0,-1 0 0 0 0,0 0-1 0 0,0 0 1 0 0,0-1 0 0 0,1 1-1 0 0,-1-1 1 0 0,4 0 0 0 0,-1 0-119 0 0,0-1 1 0 0,0 0-1 0 0,-1 0 1 0 0,1 0-1 0 0,0-1 1 0 0,-1 1-1 0 0,1-1 1 0 0,0-1-1 0 0,8-4 1 0 0,-11 5-113 0 0,1 0 0 0 0,0-1-1 0 0,-1 1 1 0 0,1-1 0 0 0,-1 0 0 0 0,0 1 0 0 0,0-2 0 0 0,0 1 0 0 0,0 0-1 0 0,-1-1 1 0 0,1 1 0 0 0,-1-1 0 0 0,0 1 0 0 0,2-5 0 0 0,-3 6 15 0 0,-1 0 0 0 0,1-1 0 0 0,-1 1 0 0 0,0 0 0 0 0,0 0 0 0 0,1 0 0 0 0,-1 0 0 0 0,-1 0 0 0 0,1 0 0 0 0,0 0 0 0 0,0 0 0 0 0,-1 0 0 0 0,1 0 0 0 0,-1 0 0 0 0,0 0 0 0 0,-1-3 0 0 0,1 2 129 0 0,-1-1-1 0 0,-1 1 0 0 0,1 0 1 0 0,0 0-1 0 0,-1 0 0 0 0,0 0 1 0 0,0 1-1 0 0,-4-4 0 0 0,1 1 296 0 0,-1 1 0 0 0,1 0 0 0 0,-1 0-1 0 0,0 1 1 0 0,0 0 0 0 0,-1 0 0 0 0,1 0-1 0 0,-11-1 1 0 0,8 2-378 0 0,0 1 1 0 0,1 0-1 0 0,-1 1 0 0 0,0 0 1 0 0,-17 2-1 0 0,24-1-676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29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35 16131 0 0,'0'0'-60'0'0,"0"0"0"0"0,0 0 0 0 0,0 0 0 0 0,-1 0 0 0 0,1 0 0 0 0,0 0 0 0 0,0 0 0 0 0,0 0 0 0 0,0-1 0 0 0,0 1 0 0 0,0 0 0 0 0,0 0 0 0 0,0 0 0 0 0,0 0 0 0 0,-1 0 0 0 0,1 0 0 0 0,0 0 0 0 0,0 0 0 0 0,0-1 0 0 0,0 1 0 0 0,0 0 0 0 0,0 0 0 0 0,0 0 0 0 0,0 0 0 0 0,0 0 0 0 0,0 0 0 0 0,0 0 0 0 0,0-1 0 0 0,0 1 0 0 0,0 0 0 0 0,0 0 0 0 0,0 0 0 0 0,0 0 0 0 0,0 0 0 0 0,0 0 0 0 0,0-1 0 0 0,0 1 0 0 0,0 0 0 0 0,0 0 0 0 0,0 0 0 0 0,0 0 0 0 0,0 0 0 0 0,1 0 0 0 0,-1 0 0 0 0,0 0 0 0 0,0-1 0 0 0,7-5 174 0 0,8-5 2354 0 0,-10 9-2307 0 0,0 0 0 0 0,0 0 0 0 0,1 1-1 0 0,-1-1 1 0 0,0 1 0 0 0,9 0 0 0 0,-12 0-129 0 0,-1 1-1 0 0,1 0 0 0 0,0 0 0 0 0,0 0 1 0 0,0 0-1 0 0,0 0 0 0 0,0 0 1 0 0,0 1-1 0 0,0-1 0 0 0,0 1 1 0 0,-1-1-1 0 0,1 1 0 0 0,0 0 0 0 0,0 0 1 0 0,-1 0-1 0 0,1 0 0 0 0,0 0 1 0 0,-1 0-1 0 0,1 0 0 0 0,-1 0 0 0 0,3 3 1 0 0,-3-3-30 0 0,-1 1 0 0 0,1 0 0 0 0,-1-1 0 0 0,1 1 0 0 0,-1 0 1 0 0,0-1-1 0 0,1 1 0 0 0,-1 0 0 0 0,0-1 0 0 0,0 1 0 0 0,0 0 0 0 0,0-1 0 0 0,0 1 0 0 0,-1 0 1 0 0,1-1-1 0 0,-1 1 0 0 0,1 0 0 0 0,-1-1 0 0 0,1 1 0 0 0,-1-1 0 0 0,0 1 0 0 0,0-1 1 0 0,0 1-1 0 0,-1 2 0 0 0,-3 3 16 0 0,0 0-1 0 0,-1-1 1 0 0,-8 9 0 0 0,12-13-10 0 0,0-1-1 0 0,0 1 1 0 0,0-1 0 0 0,-1 1 0 0 0,1-1 0 0 0,0 0 0 0 0,-1 1-1 0 0,1-1 1 0 0,-1 0 0 0 0,-3 0 0 0 0,-15 7 374 0 0,25-8-477 0 0,0 0 0 0 0,0 0 1 0 0,1 0-1 0 0,-1 1 0 0 0,0-1 1 0 0,0 1-1 0 0,0 0 0 0 0,4 1 0 0 0,-5-1 86 0 0,1 1 0 0 0,-1-1 0 0 0,0 0 0 0 0,1 1 0 0 0,4 3 0 0 0,-7-4 29 0 0,0 0 1 0 0,0 0-1 0 0,0 0 1 0 0,0-1 0 0 0,0 1-1 0 0,0 0 1 0 0,-1 0-1 0 0,1 0 1 0 0,0 0-1 0 0,-1 0 1 0 0,1 1-1 0 0,-1-1 1 0 0,1 0-1 0 0,-1 0 1 0 0,1 0-1 0 0,-1 0 1 0 0,1 2-1 0 0,-1-1 53 0 0,-1 0-1 0 0,1 0 1 0 0,0-1-1 0 0,-1 1 1 0 0,1 0-1 0 0,-1-1 1 0 0,1 1-1 0 0,-1 0 1 0 0,0-1-1 0 0,0 1 1 0 0,1-1-1 0 0,-1 1 1 0 0,0-1-1 0 0,0 0 1 0 0,-1 1-1 0 0,1-1 1 0 0,0 0-1 0 0,0 0 1 0 0,-1 0-1 0 0,1 0 1 0 0,0 0-1 0 0,-1 0 1 0 0,1 0-1 0 0,-1 0 1 0 0,0 0-1 0 0,1-1 1 0 0,-1 1-1 0 0,-2 0 1 0 0,-1 1 175 0 0,0-1 1 0 0,-1 1-1 0 0,1-1 1 0 0,-1 0-1 0 0,0 0 1 0 0,1-1-1 0 0,-10 0 1 0 0,14 0-417 0 0,-1 0 0 0 0,1 0 1 0 0,-1 0-1 0 0,1-1 1 0 0,-1 1-1 0 0,1 0 1 0 0,-1-1-1 0 0,1 1 0 0 0,-1-1 1 0 0,1 0-1 0 0,0 1 1 0 0,-1-1-1 0 0,1 0 0 0 0,0 0 1 0 0,0 0-1 0 0,-1 0 1 0 0,-1-2-1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30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10138 0 0,'-17'37'-1402'0'0,"2"-3"4026"0"0,11-28-1731 0 0,3-4-562 0 0,-1 1-1 0 0,1-1 1 0 0,0 1 0 0 0,0-1 0 0 0,0 1 0 0 0,0 0-1 0 0,-1 3 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3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13363 0 0,'-7'21'-872'0'0,"-2"4"987"0"0,4-14 1780 0 0,2-1 0 0 0,-6 21 0 0 0,9-30-1818 0 0,0-1 1 0 0,0 1 0 0 0,0-1 0 0 0,0 1 0 0 0,0-1-1 0 0,0 1 1 0 0,0 0 0 0 0,0-1 0 0 0,0 1 0 0 0,0-1-1 0 0,0 1 1 0 0,0 0 0 0 0,0-1 0 0 0,0 1 0 0 0,1-1-1 0 0,-1 1 1 0 0,0-1 0 0 0,1 1 0 0 0,-1-1 0 0 0,0 1-1 0 0,1-1 1 0 0,-1 1 0 0 0,0-1 0 0 0,1 1-1 0 0,-1-1 1 0 0,1 1 0 0 0,-1-1 0 0 0,1 1 0 0 0,1-1-23 0 0,-1 1 1 0 0,1-1 0 0 0,0 1 0 0 0,-1-1-1 0 0,1 0 1 0 0,-1 1 0 0 0,1-1 0 0 0,-1 0 0 0 0,1 0-1 0 0,2-1 1 0 0,5 0-269 0 0,0 0 0 0 0,16-6 0 0 0,-24 6 200 0 0,40-14-1362 0 0,-14 2-2917 0 0,-22 9-1219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8:56:3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12443 0 0,'0'0'18'0'0,"-1"0"0"0"0,1 0-1 0 0,-1 1 1 0 0,1-1 0 0 0,-1 0 0 0 0,1 1 0 0 0,-1-1 0 0 0,1 0 0 0 0,-1 1 0 0 0,1-1 0 0 0,0 1 0 0 0,-1-1 0 0 0,1 1 0 0 0,0-1 0 0 0,-1 1 0 0 0,1-1-1 0 0,0 1 1 0 0,0-1 0 0 0,-1 1 0 0 0,1-1 0 0 0,0 1 0 0 0,0-1 0 0 0,0 1 0 0 0,0 0 0 0 0,0-1 0 0 0,0 1 0 0 0,0 0 0 0 0,-4 20-119 0 0,1-4 1706 0 0,2 1 1 0 0,0 0-1 0 0,0 0 0 0 0,2 0 0 0 0,5 31 0 0 0,-1-33-1315 0 0,0-5-3380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08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217 0 17429,'-216'3270'0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4:09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11 3457 0 0,'-6'-11'14756'0'0,"9"13"-14643"0"0,1-1 0 0 0,-1 1 0 0 0,1-1 0 0 0,-1 1 0 0 0,0 0 0 0 0,1 0 1 0 0,-1 0-1 0 0,0 1 0 0 0,-1-1 0 0 0,1 1 0 0 0,0 0 0 0 0,-1 0 0 0 0,4 4 0 0 0,5 9-241 0 0,13 24 0 0 0,-10-16 248 0 0,10 17-120 0 0,-12-20 0 0 0,1 0 0 0 0,0-1 0 0 0,19 22 0 0 0,-31-41 0 0 0,0 0 0 0 0,0 0 0 0 0,0 0 0 0 0,0 0 0 0 0,1 0 0 0 0,-1 0 0 0 0,0-1 0 0 0,0 1 0 0 0,1 0 0 0 0,-1 0 0 0 0,0-1 0 0 0,1 1 0 0 0,-1-1 0 0 0,1 1 0 0 0,-1-1 0 0 0,1 0 0 0 0,-1 0 0 0 0,1 1 0 0 0,-1-1 0 0 0,2 0 0 0 0,-1-1 0 0 0,0 1 0 0 0,0-1 0 0 0,1 0 0 0 0,-1 1 0 0 0,0-1 0 0 0,0 0 0 0 0,0 0 0 0 0,-1 0 0 0 0,1 0 0 0 0,0-1 0 0 0,0 1 0 0 0,1-2 0 0 0,5-6 0 0 0,0 1 0 0 0,-1-1 0 0 0,-1 0 0 0 0,8-13 0 0 0,-11 17 0 0 0,26-45-299 0 0,28-40-1979 0 0,-56 88 1916 0 0,0 0 0 0 0,1 1 0 0 0,-1-1 0 0 0,1 0 0 0 0,0 1 0 0 0,-1-1 0 0 0,1 1 0 0 0,0 0 0 0 0,3-2 0 0 0,1 1-1043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15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16631,'198'2605'0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4:17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70 5529 0 0,'-1'-16'12929'0'0,"2"15"-12888"0"0,-1 1 1 0 0,1-1-1 0 0,-1 1 1 0 0,1 0-1 0 0,-1-1 1 0 0,1 1-1 0 0,-1 0 0 0 0,1-1 1 0 0,-1 1-1 0 0,1 0 1 0 0,0 0-1 0 0,-1 0 1 0 0,1-1-1 0 0,0 1 1 0 0,-1 0-1 0 0,1 0 1 0 0,-1 0-1 0 0,1 0 1 0 0,0 0-1 0 0,-1 0 0 0 0,1 0 1 0 0,0 0-1 0 0,-1 1 1 0 0,1-1-1 0 0,0 0 1 0 0,-1 0-1 0 0,1 0 1 0 0,0 1-1 0 0,5 2-41 0 0,-1 1 0 0 0,1 0 0 0 0,-1 0 0 0 0,0 0 0 0 0,0 1 0 0 0,0 0 0 0 0,0 0 0 0 0,4 6 0 0 0,30 50 0 0 0,-19-29 0 0 0,-18-29 0 0 0,1 2 0 0 0,1 1 0 0 0,-1-1 0 0 0,2 0 0 0 0,8 9 0 0 0,-12-13 0 0 0,0-1 0 0 0,-1 1 0 0 0,1 0 0 0 0,0-1 0 0 0,0 1 0 0 0,0-1 0 0 0,0 1 0 0 0,0-1 0 0 0,0 1 0 0 0,0-1 0 0 0,0 0 0 0 0,0 1 0 0 0,0-1 0 0 0,0 0 0 0 0,0 0 0 0 0,0 0 0 0 0,0 0 0 0 0,0 0 0 0 0,0 0 0 0 0,0 0 0 0 0,0 0 0 0 0,0 0 0 0 0,0 0 0 0 0,0-1 0 0 0,0 1 0 0 0,0 0 0 0 0,0-1 0 0 0,0 1 0 0 0,0-1 0 0 0,0 1 0 0 0,0-1 0 0 0,-1 1 0 0 0,1-1 0 0 0,0 0 0 0 0,0 1 0 0 0,-1-1 0 0 0,1 0 0 0 0,0 0 0 0 0,0-1 0 0 0,11-14-44 0 0,-2 0-1 0 0,0-1 1 0 0,14-33-1 0 0,1-1-1822 0 0,-21 43 1169 0 0,1-1-1 0 0,0 1 0 0 0,0 0 0 0 0,1 0 1 0 0,0 1-1 0 0,12-12 0 0 0,-12 14 410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25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1 18663,'-244'3196'0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4:26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 2993 0 0,'-3'13'12941'0'0,"5"3"-8360"0"0,11 17-6392 0 0,-7-18 2767 0 0,-3-6-956 0 0,0 0 0 0 0,1 0 0 0 0,0-1 0 0 0,0 1 0 0 0,1-1 0 0 0,9 12 0 0 0,-12-18 0 0 0,-1 0 0 0 0,1-1 0 0 0,0 1 0 0 0,0 0 0 0 0,-1-1 0 0 0,1 0 0 0 0,0 1 0 0 0,1-1 0 0 0,-1 0 0 0 0,0 0 0 0 0,0 0 0 0 0,0 0 0 0 0,1-1 0 0 0,-1 1 0 0 0,0 0 0 0 0,1-1 0 0 0,-1 0 0 0 0,0 1 0 0 0,1-1 0 0 0,-1 0 0 0 0,1 0 0 0 0,-1-1 0 0 0,0 1 0 0 0,1 0 0 0 0,-1-1 0 0 0,0 0 0 0 0,1 1 0 0 0,-1-1 0 0 0,0 0 0 0 0,0 0 0 0 0,3-2 0 0 0,7-3 1 0 0,-1-1-1 0 0,0-1 0 0 0,0 0 1 0 0,-1 0-1 0 0,0-1 1 0 0,10-11-1 0 0,-6 3-12 0 0,0 0 1 0 0,22-36-1 0 0,-24 29-283 0 0,-9 18-58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28.2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15788,'152'2664'0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4:30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41 4609 0 0,'-1'4'13629'0'0,"4"4"-11130"0"0,4 4-3576 0 0,22 38 1077 0 0,-22-36 0 0 0,1 0 0 0 0,0-1 0 0 0,19 24 0 0 0,-25-35 0 0 0,1 1 0 0 0,-1-1 0 0 0,0 0 0 0 0,1 1 0 0 0,0-1 0 0 0,-1 0 0 0 0,1-1 0 0 0,0 1 0 0 0,0 0 0 0 0,0-1 0 0 0,0 1 0 0 0,0-1 0 0 0,0 0 0 0 0,0 0 0 0 0,1 0 0 0 0,-1-1 0 0 0,0 1 0 0 0,1-1 0 0 0,-1 0 0 0 0,0 0 0 0 0,1 0 0 0 0,-1 0 0 0 0,0 0 0 0 0,1-1 0 0 0,-1 0 0 0 0,0 1 0 0 0,0-1 0 0 0,1 0 0 0 0,-1-1 0 0 0,0 1 0 0 0,0-1 0 0 0,0 1 0 0 0,0-1 0 0 0,-1 0 0 0 0,1 0 0 0 0,0 0 0 0 0,3-4 0 0 0,22-22 464 0 0,-14 12-1515 0 0,-1 1 0 0 0,0-1 0 0 0,-2-1 0 0 0,0 0 0 0 0,0-1 0 0 0,8-21 0 0 0,-12 17-2513 0 0,-4 12-390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41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4675 0 16974,'-4675'3375'0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4:43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0 2072 0 0,'-16'7'13975'0'0,"15"-6"-13276"0"0,0 1-286 0 0,0-1-1 0 0,0 1 1 0 0,1 0 0 0 0,-1-1 0 0 0,0 1 0 0 0,1-1 0 0 0,-1 1 0 0 0,1 0 0 0 0,0-1 0 0 0,0 3 0 0 0,0 6-1175 0 0,0 0 0 0 0,1 0 0 0 0,2 12 1 0 0,0-2 2180 0 0,-3-10-1419 0 0,0 0 0 0 0,-1 1 0 0 0,-3 14 0 0 0,2-16 0 0 0,1 0 0 0 0,0 0 0 0 0,0 1 0 0 0,1 11 0 0 0,0-20 0 0 0,1 0 0 0 0,-1 0 0 0 0,1 0 0 0 0,-1 0 0 0 0,1 0 0 0 0,-1 0 0 0 0,1 0 0 0 0,-1 0 0 0 0,1 0 0 0 0,0-1 0 0 0,-1 1 0 0 0,1 0 0 0 0,0 0 0 0 0,0-1 0 0 0,0 1 0 0 0,0 0 0 0 0,-1-1 0 0 0,1 1 0 0 0,0-1 0 0 0,0 0 0 0 0,0 1 0 0 0,0-1 0 0 0,0 1 0 0 0,0-1 0 0 0,0 0 0 0 0,0 0 0 0 0,2 0 0 0 0,35 4 0 0 0,-25-4 0 0 0,5 1-24 0 0,0-1 1 0 0,1 0-1 0 0,29-6 0 0 0,-15-1-2510 0 0,0-3-3728 0 0,-27 8 5306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4:59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17902,'4213'2826'0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02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0 1380 0 0,'-6'7'15900'0'0,"2"11"-11768"0"0,0 23-7461 0 0,4-32 4906 0 0,0 11-1679 0 0,0 1 0 0 0,2-1 0 0 0,1 1-1 0 0,0-1 1 0 0,8 23 0 0 0,-5-14-1815 0 0,0-10-3299 0 0,-5-16 5691 0 0,1 1-1 0 0,-1 0 0 0 0,0 0 0 0 0,-1 0 1 0 0,1 0-1 0 0,0 8 0 0 0,-1-11-425 0 0,0 0 0 0 0,-1 0 0 0 0,1 1 0 0 0,0-1 0 0 0,-1 0 0 0 0,1 0 0 0 0,-1 1 0 0 0,1-1 0 0 0,-1 0 0 0 0,0 0 0 0 0,1 0 0 0 0,-1 0-1 0 0,-1 2 1 0 0,-12 7-3961 0 0,-133 55 4574 0 0,131-61-530 0 0,8-3-233 0 0,8-1 91 0 0,0 0-1 0 0,0 0 1 0 0,0 0-1 0 0,0 0 1 0 0,0 0-1 0 0,0 0 1 0 0,0 0-1 0 0,0 0 1 0 0,-1 0-1 0 0,1 0 1 0 0,0 0-1 0 0,0 0 1 0 0,0 0-1 0 0,0 0 1 0 0,0 0-1 0 0,0 0 1 0 0,0 0-1 0 0,0 0 1 0 0,0-1-1 0 0,0 1 1 0 0,0 0-1 0 0,0 0 1 0 0,0 0-1 0 0,0 0 1 0 0,0 0-1 0 0,0 0 1 0 0,0 0-1 0 0,0 0 1 0 0,0 0-1 0 0,0 0 1 0 0,0 0-1 0 0,0 0 1 0 0,0 0-1 0 0,0 0 1 0 0,0 0-1 0 0,0 0 1 0 0,0-1-1 0 0,0 1 1 0 0,0 0 0 0 0,0 0-1 0 0,0 0 1 0 0,0 0-1 0 0,0 0 1 0 0,0 0-1 0 0,0 0 1 0 0,0 0-1 0 0,0 0 1 0 0,0 0-1 0 0,0 0 1 0 0,0 0-1 0 0,0 0 1 0 0,0 0-1 0 0,0 0 1 0 0,0-1-1 0 0,0 1 1 0 0,0 0-1 0 0,0 0 1 0 0,0 0-1 0 0,0 0 1 0 0,0 0-1 0 0,0 0 1 0 0,0 0-1 0 0,0 0 1 0 0,0 0-1 0 0,1 0 1 0 0,-1 0-1 0 0,0 0 1 0 0,0 0-1 0 0,0 0 1 0 0,1-1-270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11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18859,'933'3070'0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14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1 160 6449 0 0,'-1'-5'6199'0'0,"6"8"-4851"0"0,0 0 0 0 0,0 1-1 0 0,-1-1 1 0 0,6 6 0 0 0,31 37-1073 0 0,-7-6-277 0 0,-33-39 2 0 0,3 3 0 0 0,-1-1 0 0 0,1 0 0 0 0,-1 1 0 0 0,1-1 0 0 0,0-1 0 0 0,7 5 0 0 0,-10-7 0 0 0,0 0 0 0 0,0 1 0 0 0,0-1 0 0 0,0 0 0 0 0,0 0 0 0 0,0 0 0 0 0,0 1 0 0 0,1-1 0 0 0,-1 0 0 0 0,0-1 0 0 0,0 1 0 0 0,0 0 0 0 0,0 0 0 0 0,0 0 0 0 0,0-1 0 0 0,0 1 0 0 0,1 0 0 0 0,-1-1 0 0 0,0 1 0 0 0,0-1 0 0 0,0 1 0 0 0,-1-1 0 0 0,1 0 0 0 0,0 1 0 0 0,0-1 0 0 0,0 0 0 0 0,0 0 0 0 0,-1 0 0 0 0,1 0 0 0 0,0 1 0 0 0,-1-1 0 0 0,1 0 0 0 0,0-2 0 0 0,16-26-762 0 0,-2 0 0 0 0,-1 0 0 0 0,13-44 0 0 0,-18 50-740 0 0,0-8 407 0 0,-6 21 977 0 0,-1 1 0 0 0,1 0 0 0 0,1 0 0 0 0,6-11 0 0 0,-8 16-1010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16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1077 1 18069,'-1076'2779'0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17.6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5529 0 0,'-7'0'7244'0'0,"11"6"-6003"0"0,0 0 1 0 0,0 1 0 0 0,-1-1-1 0 0,3 8 1 0 0,13 52-207 0 0,-15-47-1154 0 0,1 0 1 0 0,12 26-1 0 0,-17-44 119 0 0,1 1 0 0 0,-1-1 0 0 0,1 1 0 0 0,0-1 0 0 0,0 1 0 0 0,0-1 0 0 0,0 1 0 0 0,0-1 0 0 0,0 0 0 0 0,0 0 0 0 0,0 0 0 0 0,1 1 0 0 0,-1-1 0 0 0,0 0 0 0 0,1-1 0 0 0,-1 1 0 0 0,1 0 0 0 0,-1 0 0 0 0,1 0 0 0 0,-1-1 0 0 0,1 1 0 0 0,0-1 0 0 0,-1 1 0 0 0,1-1 0 0 0,0 0 0 0 0,-1 0 0 0 0,1 0 0 0 0,0 0 0 0 0,-1 0 0 0 0,1 0 0 0 0,0 0 0 0 0,-1 0 0 0 0,4-1 0 0 0,3-2 0 0 0,0 0 0 0 0,0-1 0 0 0,-1 0 0 0 0,1 0 0 0 0,9-8 0 0 0,1 1 0 0 0,-7 4-115 0 0,-1 0-1 0 0,-1 0 1 0 0,1-1 0 0 0,-1 0-1 0 0,-1 0 1 0 0,1-1-1 0 0,-2-1 1 0 0,8-10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23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16707,'2544'3363'0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24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1 179 2993 0 0,'3'5'14597'0'0,"13"0"-14191"0"0,0 0 0 0 0,0 1-1 0 0,-1 1 1 0 0,29 17 0 0 0,4 1-365 0 0,-44-23-41 0 0,-1-1 0 0 0,1 1 0 0 0,-1-1 0 0 0,0 0 0 0 0,1 0 0 0 0,0 0 0 0 0,-1-1 0 0 0,1 1 0 0 0,0-1 0 0 0,-1 0 0 0 0,6 0 0 0 0,-8 0 0 0 0,1-1 0 0 0,-1 1 0 0 0,1-1 0 0 0,-1 1 0 0 0,1-1 0 0 0,-1 0 0 0 0,0 0 0 0 0,1 1 0 0 0,-1-1 0 0 0,0 0 0 0 0,0 0 0 0 0,1 0 0 0 0,-1 0 0 0 0,0-1 0 0 0,0 1 0 0 0,0 0 0 0 0,-1 0 0 0 0,1-1 0 0 0,0 1 0 0 0,0 0 0 0 0,-1-1 0 0 0,1 1 0 0 0,0-1 0 0 0,-1 1 0 0 0,0-1 0 0 0,1 1 0 0 0,-1-1 0 0 0,0 1 0 0 0,0-3 0 0 0,6-57-2995 0 0,2-12-815 0 0,-7 65 3816 0 0,1-4 10 0 0,0 1 1 0 0,1 0-1 0 0,0 0 1 0 0,0 0-1 0 0,10-20 1 0 0,-11 29-265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27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2382 1 18084,'-2381'2826'0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29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3685 0 0,'1'5'13457'0'0,"3"5"-13126"0"0,1 0 0 0 0,-2 0 0 0 0,1 0 0 0 0,-1 1-1 0 0,-1-1 1 0 0,0 1 0 0 0,1 10 0 0 0,-1 79-473 0 0,0 3 155 0 0,-2-98-13 0 0,1 1 0 0 0,-1-1 0 0 0,2 0 0 0 0,-1 1 0 0 0,0-1 0 0 0,5 8 0 0 0,-5-11 0 0 0,-1-1 0 0 0,1 1 0 0 0,0-1 0 0 0,0 1 0 0 0,1-1 0 0 0,-1 0 0 0 0,0 0 0 0 0,0 1 0 0 0,1-1 0 0 0,-1 0 0 0 0,0 0 0 0 0,1 0 0 0 0,-1-1 0 0 0,1 1 0 0 0,0 0 0 0 0,-1 0 0 0 0,1-1 0 0 0,-1 1 0 0 0,1-1 0 0 0,0 0 0 0 0,0 1 0 0 0,-1-1 0 0 0,1 0 0 0 0,3 0 0 0 0,0 0 4 0 0,0-1 0 0 0,0 0 0 0 0,0 0 0 0 0,1 0 0 0 0,-1 0-1 0 0,0-1 1 0 0,-1 1 0 0 0,7-4 0 0 0,37-23-420 0 0,-4 2-1641 0 0,-42 25 1815 0 0,17-9-2083 0 0,1 1-1 0 0,40-11 1 0 0,-46 17-1302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34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16945,'3972'3433'0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36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244 48 460 0 0,'-18'-15'15485'0'0,"13"0"-10925"0"0,3 4-5405 0 0,0 4 845 0 0,2 11 0 0 0,2 8 0 0 0,12 59-2760 0 0,-2-18-3085 0 0,-6-8 5744 0 0,-3-22 488 0 0,1 0 0 0 0,10 34 0 0 0,-10-47-585 0 0,-3-8 134 0 0,0 0 1 0 0,-3 14 6574 0 0,-1-18-6387 0 0,-1 0 0 0 0,0 1 0 0 0,0 0 1 0 0,0 0-1 0 0,-1 0 0 0 0,1 0 1 0 0,0 1-1 0 0,0-1 0 0 0,0 1 1 0 0,-1 0-1 0 0,-4 1 0 0 0,-5 1-275 0 0,1 1 0 0 0,-16 5-1 0 0,2-1-262 0 0,22-6 410 0 0,0 0-1 0 0,0 0 1 0 0,0-1-1 0 0,0 0 1 0 0,0 0-1 0 0,0 0 1 0 0,0-1-1 0 0,0 1 1 0 0,0-1-1 0 0,0 0 0 0 0,0-1 1 0 0,-8-2-1 0 0,-16-10-3807 0 0,17 9 4634 0 0,11 4-1027 0 0,0 1 0 0 0,1 0 0 0 0,-1 0 0 0 0,0-1 0 0 0,0 1 0 0 0,0 0 1 0 0,0 0-1 0 0,0 0 0 0 0,0 0 0 0 0,0 0 0 0 0,0 1 0 0 0,1-1 0 0 0,-1 0 0 0 0,0 0 0 0 0,0 1 0 0 0,0-1 0 0 0,0 0 0 0 0,0 1 0 0 0,1-1 0 0 0,-1 1 0 0 0,0-1 0 0 0,0 1 0 0 0,1-1 0 0 0,-1 1 0 0 0,0-1 0 0 0,1 1 0 0 0,-1 0 0 0 0,-1 1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42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3617 0 16161,'-3617'2771'0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5:43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 3225 0 0,'-3'-2'18376'0'0,"5"9"-20317"0"0,2 9 1941 0 0,-1 0 0 0 0,0 1 0 0 0,-2-1 0 0 0,0 1 0 0 0,0-1 0 0 0,-2 1 0 0 0,-2 18 0 0 0,-1 12 0 0 0,4-44 0 0 0,1 40 0 0 0,-1-41 0 0 0,0 1 0 0 0,1-1 0 0 0,-1 1 0 0 0,1-1 0 0 0,0 1 0 0 0,0-1 0 0 0,0 0 0 0 0,0 0 0 0 0,0 1 0 0 0,0-1 0 0 0,0 0 0 0 0,1 0 0 0 0,-1 0 0 0 0,4 3 0 0 0,-3-4 0 0 0,-1 0 0 0 0,1 0 0 0 0,0 0 0 0 0,0 0 0 0 0,0 0 0 0 0,0-1 0 0 0,0 1 0 0 0,0-1 0 0 0,0 1 0 0 0,0-1 0 0 0,0 0 0 0 0,3 1 0 0 0,31-3 0 0 0,-17 1 0 0 0,-1 2 2 0 0,21 3-1 0 0,-29-2-35 0 0,0 0 0 0 0,0-1 0 0 0,0 0 0 0 0,0-1 0 0 0,0 0 0 0 0,0-1-1 0 0,0 0 1 0 0,14-3 0 0 0,-14 1 338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5:59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3060 0 18122,'-3060'3407'0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6:00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10 2304 0 0,'-19'-5'16502'0'0,"24"2"-15648"0"0,-5 3-854 0 0,0-1 0 0 0,0 1 0 0 0,0 0 0 0 0,0 0 0 0 0,0 0 0 0 0,1 0 0 0 0,-1 0 0 0 0,0 0 0 0 0,0 0 0 0 0,0 0 0 0 0,1 0 0 0 0,-1 0 0 0 0,0 0 0 0 0,0 0 0 0 0,0 0 0 0 0,0 0 0 0 0,1 0 0 0 0,-1 0 0 0 0,0 0 0 0 0,0 0 0 0 0,0 0 0 0 0,0 0 0 0 0,1 0 0 0 0,-1 0 0 0 0,0 0 0 0 0,0 0 0 0 0,0 0 0 0 0,0 1 0 0 0,1-1 0 0 0,-1 0 0 0 0,0 0 0 0 0,0 0 0 0 0,0 0 0 0 0,0 0 0 0 0,0 0 0 0 0,0 1 0 0 0,1-1 0 0 0,-1 0 0 0 0,0 0 0 0 0,0 0 0 0 0,0 0 0 0 0,0 0 0 0 0,0 1 0 0 0,0-1 0 0 0,0 0 0 0 0,0 0 0 0 0,0 0 0 0 0,0 1 0 0 0,0-1 0 0 0,0 0 0 0 0,5 13-340 0 0,-1 0-1 0 0,-1 0 0 0 0,0 1 1 0 0,-1-1-1 0 0,1 18 0 0 0,5 30-6325 0 0,-7-55 6657 0 0,0 0 96 0 0,1 0 0 0 0,-1-1 0 0 0,1 1 1 0 0,0 0-1 0 0,3 6 0 0 0,-4-11-60 0 0,0 1-1 0 0,1 0 1 0 0,-1-1 0 0 0,0 1-1 0 0,1-1 1 0 0,-1 1 0 0 0,1-1-1 0 0,-1 0 1 0 0,1 1 0 0 0,0-1 0 0 0,-1 0-1 0 0,1 0 1 0 0,0 0 0 0 0,0 0-1 0 0,0-1 1 0 0,0 1 0 0 0,0 0-1 0 0,0-1 1 0 0,2 1 0 0 0,7 0 54 0 0,0 1 0 0 0,1-2 0 0 0,-1 0 1 0 0,0 0-1 0 0,0-1 0 0 0,14-3 0 0 0,65-19-2244 0 0,-60 14-330 0 0,-18 6-908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6:03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14971,'2955'2955'0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6:04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1 2072 0 0,'-10'15'20666'0'0,"14"1"-23873"0"0,-1-3 3077 0 0,3 24 1 0 0,-3 60-6215 0 0,-4-76 4574 0 0,-5 58 1974 0 0,1-33-80 0 0,5-10-648 0 0,1-13 9222 0 0,-5-23-8698 0 0,-81 8 0 0 0,40-3 0 0 0,44-5-3 0 0,-1 0 0 0 0,1 0 0 0 0,0 0 0 0 0,0 0 0 0 0,0-1 0 0 0,0 1 0 0 0,-1 0 0 0 0,1 0 1 0 0,0-1-1 0 0,0 1 0 0 0,0 0 0 0 0,-2-2 0 0 0,3 2-24 0 0,0 0 0 0 0,-1 0 0 0 0,1-1 0 0 0,-1 1 1 0 0,1 0-1 0 0,0-1 0 0 0,-1 1 0 0 0,1-1 0 0 0,0 1 1 0 0,0 0-1 0 0,-1-1 0 0 0,1 1 0 0 0,0-1 0 0 0,0 1 1 0 0,0-1-1 0 0,0 1 0 0 0,-1-1 0 0 0,1 1 0 0 0,0-1 1 0 0,0 1-1 0 0,0 0 0 0 0,0-1 0 0 0,0 1 0 0 0,0-1 1 0 0,0 1-1 0 0,0-1 0 0 0,0 1 0 0 0,0-1 0 0 0,1 1 1 0 0,-1-1-1 0 0,0 0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6:09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1579 0 17258,'-1579'3227'0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6:10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39 2304 0 0,'5'-36'18927'0'0,"0"34"-20498"0"0,-4 2 1571 0 0,0 0 0 0 0,-1 0 0 0 0,1 1 0 0 0,-1-1 0 0 0,1 0 0 0 0,0 1 0 0 0,-1-1 0 0 0,1 1 0 0 0,-1-1 0 0 0,1 0 0 0 0,-1 1 0 0 0,1-1 0 0 0,-1 1 0 0 0,1-1 0 0 0,-1 1 0 0 0,1 0 0 0 0,-1-1 0 0 0,0 1 0 0 0,1-1 0 0 0,-1 2 0 0 0,8 15 0 0 0,-6-13 0 0 0,71 198 0 0 0,-70-189 0 0 0,-3-11 0 0 0,1 1 0 0 0,0 0 0 0 0,-1-1 0 0 0,1 1 0 0 0,0-1 0 0 0,2 4 0 0 0,-3-5 0 0 0,0-1 0 0 0,1 0 0 0 0,-1 1 0 0 0,0-1 0 0 0,1 0 0 0 0,-1 1 0 0 0,1-1 0 0 0,-1 0 0 0 0,0 0 0 0 0,1 1 0 0 0,-1-1 0 0 0,1 0 0 0 0,-1 0 0 0 0,1 0 0 0 0,-1 1 0 0 0,1-1 0 0 0,-1 0 0 0 0,1 0 0 0 0,-1 0 0 0 0,1 0 0 0 0,-1 0 0 0 0,1 0 0 0 0,-1 0 0 0 0,1 0 0 0 0,-1 0 0 0 0,1 0 0 0 0,-1-1 0 0 0,1 1 0 0 0,-1 0 0 0 0,1 0 0 0 0,-1 0 0 0 0,0 0 0 0 0,1-1 0 0 0,-1 1 0 0 0,1 0 0 0 0,-1-1 0 0 0,0 1 0 0 0,1-1 0 0 0,17-10-217 0 0,76-44 201 0 0,-79 48-701 0 0,0 0 0 0 0,1 1 1 0 0,-1 1-1 0 0,26-5 1 0 0,0 3-3281 0 0,-28 6 2503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19:06:13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18360,'1471'2890'0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19:06:14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85 4377 0 0,'-3'-12'13370'0'0,"5"12"-12838"0"0,11 6-281 0 0,0 1-1 0 0,0 0 0 0 0,0 1 1 0 0,-1 1-1 0 0,18 16 0 0 0,-12-9-290 0 0,-1 2 0 0 0,27 34-1 0 0,-37-42 41 0 0,12 16 0 0 0,-19-25 0 0 0,1 0 0 0 0,0 0 0 0 0,0 0 0 0 0,0 0 0 0 0,0 0 0 0 0,0 0 0 0 0,0-1 0 0 0,0 1 0 0 0,0 0 0 0 0,0-1 0 0 0,0 1 0 0 0,0-1 0 0 0,0 1 0 0 0,0-1 0 0 0,0 0 0 0 0,1 1 0 0 0,-1-1 0 0 0,0 0 0 0 0,3 0 0 0 0,-3 0 0 0 0,1-1 0 0 0,-1 1 0 0 0,0-1 0 0 0,1 0 0 0 0,-1 1 0 0 0,0-1 0 0 0,1 0 0 0 0,-1 0 0 0 0,0 0 0 0 0,0 0 0 0 0,0 0 0 0 0,0 0 0 0 0,0 0 0 0 0,0-1 0 0 0,0 1 0 0 0,0 0 0 0 0,0-1 0 0 0,0 1 0 0 0,-1 0 0 0 0,1-1 0 0 0,0-2 0 0 0,2-5 0 0 0,0 0 0 0 0,2-13 0 0 0,-4 14 0 0 0,2-6-453 0 0,0 1 0 0 0,1-1-1 0 0,1 1 1 0 0,0 0 0 0 0,0 0 0 0 0,1 1-1 0 0,1-1 1 0 0,10-13 0 0 0,29-39-7168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31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97 4145 0 0,'-2'-8'802'0'0,"-1"-1"0"0"0,-1 1 0 0 0,1 0 0 0 0,-1 0 1 0 0,-1 0-1 0 0,-6-8 0 0 0,10 14-571 0 0,-1 0 0 0 0,1 1 0 0 0,-1-1-1 0 0,0 0 1 0 0,0 1 0 0 0,1-1 0 0 0,-1 1 0 0 0,0 0 0 0 0,0-1 0 0 0,0 1 0 0 0,0 0-1 0 0,-1 0 1 0 0,1 1 0 0 0,0-1 0 0 0,0 0 0 0 0,-1 1 0 0 0,1-1 0 0 0,0 1 0 0 0,0 0-1 0 0,-1 0 1 0 0,1 0 0 0 0,0 0 0 0 0,-1 0 0 0 0,1 0 0 0 0,0 1 0 0 0,-1-1 0 0 0,1 1-1 0 0,0-1 1 0 0,-3 2 0 0 0,-2 1 35 0 0,1 1 0 0 0,0-1 0 0 0,1 1 0 0 0,-1 0 0 0 0,1 0 0 0 0,0 0 0 0 0,0 1 0 0 0,0 0 0 0 0,0 0 0 0 0,1 0 1 0 0,0 1-1 0 0,0-1 0 0 0,-4 10 0 0 0,-2 3-22 0 0,2 0 1 0 0,0 1-1 0 0,-7 24 1 0 0,10-23-91 0 0,0 1 1 0 0,0 1 0 0 0,2-1-1 0 0,0 32 1 0 0,2-43-98 0 0,1 0 1 0 0,1 1-1 0 0,0-1 1 0 0,1 0-1 0 0,0 1 1 0 0,0-1-1 0 0,1 0 1 0 0,1 0-1 0 0,-1-1 1 0 0,1 1-1 0 0,8 11 1 0 0,-10-17-40 0 0,0-1 0 0 0,1 1 0 0 0,-1-1 0 0 0,1 0 1 0 0,0 0-1 0 0,0 0 0 0 0,0-1 0 0 0,1 1 1 0 0,-1-1-1 0 0,0 0 0 0 0,1 0 0 0 0,0 0 1 0 0,-1 0-1 0 0,1 0 0 0 0,5 1 0 0 0,-4-2-5 0 0,0 0 0 0 0,0-1 0 0 0,0 0 0 0 0,0 1 0 0 0,1-2-1 0 0,-1 1 1 0 0,0 0 0 0 0,0-1 0 0 0,0 0 0 0 0,9-3 0 0 0,1-2-10 0 0,0-1 1 0 0,-1 0-1 0 0,0-1 1 0 0,0-1-1 0 0,0 0 1 0 0,18-17-1 0 0,-24 20-15 0 0,-1-1 0 0 0,0 0-1 0 0,0 0 1 0 0,0-1 0 0 0,-1 0 0 0 0,0 0-1 0 0,-1 0 1 0 0,0-1 0 0 0,6-13 0 0 0,-9 15-19 0 0,0 0 0 0 0,0 0 1 0 0,0 0-1 0 0,-1 0 0 0 0,0-1 1 0 0,-1 1-1 0 0,0 0 0 0 0,0 0 0 0 0,0-1 1 0 0,-1 1-1 0 0,0 0 0 0 0,0 0 1 0 0,-4-11-1 0 0,1 7 2 0 0,0 0-1 0 0,-1 0 1 0 0,0 1 0 0 0,-1 0 0 0 0,0 0 0 0 0,-1 0 0 0 0,0 1-1 0 0,-10-11 1 0 0,-11-8-119 0 0,-33-27 0 0 0,49 45 59 0 0,11 9 29 0 0,-2-2-220 0 0,0 1 0 0 0,0-1 0 0 0,0 1 0 0 0,-1-1 0 0 0,1 1 0 0 0,-1 0 0 0 0,1 1 0 0 0,-7-4 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3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11979 0 0,'0'1'348'0'0,"0"0"0"0"0,0 0 1 0 0,0-1-1 0 0,0 1 1 0 0,0 0-1 0 0,0 0 1 0 0,0 0-1 0 0,0 0 1 0 0,1-1-1 0 0,-1 1 1 0 0,0 0-1 0 0,1 0 0 0 0,-1 0 1 0 0,0-1-1 0 0,1 2 1 0 0,11 23 1964 0 0,-5-10-1128 0 0,-3-5-900 0 0,-1-1-1 0 0,0 1 1 0 0,0 0-1 0 0,-1 0 1 0 0,-1 1-1 0 0,0-1 1 0 0,0 12-1 0 0,-1-16-431 0 0,0 0-1 0 0,-1 1 0 0 0,0-2 0 0 0,-1 1 0 0 0,-2 10 1 0 0,2-12-521 0 0,0 0 1 0 0,0 0 0 0 0,0 0-1 0 0,0 0 1 0 0,0-1 0 0 0,-1 1-1 0 0,0-1 1 0 0,-5 6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0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53 1840 0 0,'0'-3'794'0'0,"0"-1"1"0"0,-1 0-1 0 0,1 0 0 0 0,-1 0 0 0 0,1 0 0 0 0,-1 0 0 0 0,0 1 0 0 0,-3-7 0 0 0,4 9-624 0 0,-1 0 1 0 0,1 1 0 0 0,-1-1-1 0 0,0 0 1 0 0,1 0-1 0 0,-1 1 1 0 0,0-1-1 0 0,1 0 1 0 0,-1 1-1 0 0,0-1 1 0 0,0 1-1 0 0,1-1 1 0 0,-1 1-1 0 0,0-1 1 0 0,0 1 0 0 0,0-1-1 0 0,0 1 1 0 0,0 0-1 0 0,0-1 1 0 0,0 1-1 0 0,0 0 1 0 0,0 0-1 0 0,0 0 1 0 0,0 0-1 0 0,0 0 1 0 0,1 0 0 0 0,-1 0-1 0 0,0 0 1 0 0,0 0-1 0 0,0 0 1 0 0,0 1-1 0 0,0-1 1 0 0,0 0-1 0 0,0 1 1 0 0,0-1-1 0 0,0 1 1 0 0,0-1-1 0 0,-1 2 1 0 0,-4 1 92 0 0,1 1-1 0 0,-1 0 1 0 0,1 0 0 0 0,0 0-1 0 0,0 1 1 0 0,0-1 0 0 0,0 1 0 0 0,1 1-1 0 0,0-1 1 0 0,0 1 0 0 0,0-1-1 0 0,1 1 1 0 0,0 0 0 0 0,0 0-1 0 0,1 1 1 0 0,-3 7 0 0 0,0 2-45 0 0,1 1 0 0 0,1-1 0 0 0,1 1 0 0 0,0 0 0 0 0,0 21 1 0 0,3-21-84 0 0,0-1 1 0 0,0 1 0 0 0,2-1 0 0 0,0 0 0 0 0,10 31 0 0 0,-11-40-103 0 0,1 0 1 0 0,1 0-1 0 0,-1 0 0 0 0,1-1 1 0 0,0 1-1 0 0,9 9 1 0 0,-10-13-23 0 0,1 0 1 0 0,-1 0 0 0 0,1 0 0 0 0,-1 0-1 0 0,1 0 1 0 0,0-1 0 0 0,0 0-1 0 0,0 1 1 0 0,0-2 0 0 0,1 1-1 0 0,7 2 1 0 0,-6-3-9 0 0,-1-1-1 0 0,0 1 0 0 0,1-1 1 0 0,-1 0-1 0 0,0-1 1 0 0,1 1-1 0 0,-1-1 0 0 0,0 0 1 0 0,0-1-1 0 0,0 1 1 0 0,1-1-1 0 0,-1 0 0 0 0,-1 0 1 0 0,1 0-1 0 0,0-1 1 0 0,-1 0-1 0 0,9-6 0 0 0,-2 0 2 0 0,0 0 0 0 0,-1-1 0 0 0,0 0 0 0 0,-1-1 0 0 0,14-19 0 0 0,-20 25-4 0 0,0 0 0 0 0,0-1 0 0 0,0 0 0 0 0,0 0 0 0 0,-1 1 0 0 0,0-1 0 0 0,-1-1 0 0 0,1 1 0 0 0,-1 0 0 0 0,0 0 0 0 0,0 0 0 0 0,-1-1 0 0 0,0 1 0 0 0,0 0 0 0 0,-1-1 0 0 0,1 1 0 0 0,-2 0 0 0 0,1-1 0 0 0,0 1 0 0 0,-1 0 0 0 0,0 0 0 0 0,-1 0 0 0 0,1 1 0 0 0,-1-1 0 0 0,0 1 0 0 0,-1-1 0 0 0,1 1 0 0 0,-1 0 0 0 0,0 0 0 0 0,0 0 0 0 0,-1 1 0 0 0,1-1 0 0 0,-11-6 0 0 0,-4 1 11 0 0,0 0 0 0 0,-1 2 0 0 0,0 0 0 0 0,0 2 0 0 0,-38-8 1 0 0,9 2-58 0 0,30 7-2380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2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93 6913 0 0,'-13'-10'4113'0'0,"11"8"-3642"0"0,1 0 1 0 0,-1 1 0 0 0,1 0 0 0 0,-1-1 0 0 0,0 1 0 0 0,0 0 0 0 0,-3-2-1 0 0,3 2-238 0 0,1 1 0 0 0,-1-1-1 0 0,1 1 1 0 0,-1 0-1 0 0,1-1 1 0 0,-1 1 0 0 0,1 0-1 0 0,-1 0 1 0 0,1 0-1 0 0,-1 0 1 0 0,1 0 0 0 0,-1 0-1 0 0,1 1 1 0 0,-1-1-1 0 0,1 0 1 0 0,-1 1 0 0 0,1 0-1 0 0,-1-1 1 0 0,-1 2-1 0 0,0-1-36 0 0,1 1-1 0 0,0 0 1 0 0,-1 0-1 0 0,1 0 1 0 0,0 0-1 0 0,0 1 1 0 0,0-1-1 0 0,0 0 1 0 0,-1 5-1 0 0,-2 2-27 0 0,0 0 0 0 0,1 1 0 0 0,1 0-1 0 0,-5 18 1 0 0,3-4-84 0 0,1 1-1 0 0,-1 32 1 0 0,4-44-60 0 0,2-1 1 0 0,-1 1 0 0 0,1-1-1 0 0,1 0 1 0 0,1 1-1 0 0,5 18 1 0 0,-7-28-10 0 0,0 0 0 0 0,1 0 0 0 0,-1 0 1 0 0,1 0-1 0 0,-1 0 0 0 0,1 0 0 0 0,0 0 0 0 0,0 0 1 0 0,1-1-1 0 0,-1 1 0 0 0,0-1 0 0 0,1 1 0 0 0,-1-1 1 0 0,1 0-1 0 0,0 0 0 0 0,0 0 0 0 0,0-1 0 0 0,0 1 1 0 0,0-1-1 0 0,0 1 0 0 0,1-1 0 0 0,-1 0 1 0 0,0 0-1 0 0,4 0 0 0 0,-2-1 7 0 0,0 0 0 0 0,1 0 1 0 0,-1 0-1 0 0,0 0 0 0 0,0-1 0 0 0,0 0 1 0 0,0 0-1 0 0,0-1 0 0 0,0 1 0 0 0,0-1 1 0 0,0 0-1 0 0,-1 0 0 0 0,1-1 0 0 0,-1 0 1 0 0,6-3-1 0 0,1-3-19 0 0,0 0 1 0 0,-1-1-1 0 0,0 0 1 0 0,-1 0-1 0 0,0-1 0 0 0,-1-1 1 0 0,0 1-1 0 0,0-1 0 0 0,-1 0 1 0 0,-1-1-1 0 0,0 0 1 0 0,4-14-1 0 0,-8 19-1 0 0,0 1 1 0 0,0-1-1 0 0,-1 0 0 0 0,0 0 1 0 0,-1 0-1 0 0,1 0 0 0 0,-2 0 1 0 0,1 0-1 0 0,-3-15 1 0 0,1 17-4 0 0,0 0 1 0 0,0 0 0 0 0,0 0 0 0 0,-1 1-1 0 0,0-1 1 0 0,0 1 0 0 0,0-1 0 0 0,-1 1-1 0 0,0 0 1 0 0,0 0 0 0 0,0 1 0 0 0,0-1-1 0 0,-10-7 1 0 0,1 3-66 0 0,0 1-1 0 0,0 0 1 0 0,0 0-1 0 0,-1 1 1 0 0,0 1 0 0 0,0 0-1 0 0,-1 1 1 0 0,0 1-1 0 0,-19-4 1 0 0,32 8-123 0 0,0-1-1 0 0,0 1 1 0 0,-1 0-1 0 0,1 0 1 0 0,0-1 0 0 0,-1 2-1 0 0,1-1 1 0 0,0 0 0 0 0,0 0-1 0 0,-1 1 1 0 0,1-1-1 0 0,0 1 1 0 0,0 0 0 0 0,-3 0-1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2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12699 0 0,'0'0'968'0'0,"7"20"3832"0"0,-3-14-4399 0 0,-1 1 0 0 0,0 0 0 0 0,0-1-1 0 0,-1 1 1 0 0,0 1 0 0 0,0-1 0 0 0,-1 0 0 0 0,1 13 0 0 0,-1-12-339 0 0,-1 0-1 0 0,-1 0 1 0 0,1 0-1 0 0,-1 0 1 0 0,0 0 0 0 0,-1 0-1 0 0,0 0 1 0 0,0 0-1 0 0,-1-1 1 0 0,0 1-1 0 0,0-1 1 0 0,-1 0-1 0 0,-4 8 1 0 0,8-15-91 0 0,0 0 1 0 0,0 0 0 0 0,0 1-1 0 0,0-1 1 0 0,-1 0-1 0 0,1 0 1 0 0,0 0-1 0 0,0 0 1 0 0,0 1-1 0 0,0-1 1 0 0,0 0-1 0 0,0 0 1 0 0,0 0-1 0 0,-1 0 1 0 0,1 0 0 0 0,0 0-1 0 0,0 1 1 0 0,0-1-1 0 0,0 0 1 0 0,0 0-1 0 0,-1 0 1 0 0,1 0-1 0 0,0 0 1 0 0,0 0-1 0 0,0 0 1 0 0,-1 0-1 0 0,1 0 1 0 0,0 0 0 0 0,0 0-1 0 0,0 0 1 0 0,0 0-1 0 0,-1 0 1 0 0,1 0-1 0 0,0 0 1 0 0,0 0-1 0 0,0 0 1 0 0,0 0-1 0 0,-1 0 1 0 0,1 0-1 0 0,0 0 1 0 0,0 0 0 0 0,0 0-1 0 0,-1-1 1 0 0,1 0-909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6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9674 0 0,'-1'1'474'0'0,"1"-1"-1"0"0,-1 1 1 0 0,1 0 0 0 0,0 0-1 0 0,-1 0 1 0 0,1 0 0 0 0,0-1-1 0 0,0 1 1 0 0,-1 0-1 0 0,1 0 1 0 0,0 0 0 0 0,0 0-1 0 0,0 0 1 0 0,0 0 0 0 0,0 0-1 0 0,1-1 1 0 0,-1 1 0 0 0,0 1-1 0 0,6 20 634 0 0,-4-15-412 0 0,13 52-38 0 0,-3 2 0 0 0,-2-1 0 0 0,3 123 1 0 0,-13-179-784 0 0,1-2-15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7834 0 0,'-3'-2'416'0'0,"1"-1"0"0"0,-1 1 1 0 0,0 0-1 0 0,0 0 1 0 0,0 0-1 0 0,-1 0 0 0 0,1 0 1 0 0,0 1-1 0 0,-1 0 0 0 0,1-1 1 0 0,-1 1-1 0 0,1 1 1 0 0,-1-1-1 0 0,0 0 0 0 0,1 1 1 0 0,-1 0-1 0 0,0 0 1 0 0,1 0-1 0 0,-1 0 0 0 0,0 0 1 0 0,1 1-1 0 0,-6 1 0 0 0,5-1-233 0 0,-1 1-1 0 0,1-1 0 0 0,0 1 1 0 0,-1 0-1 0 0,1 0 0 0 0,0 1 1 0 0,0-1-1 0 0,0 1 0 0 0,1 0 1 0 0,-1 0-1 0 0,1 0 0 0 0,0 0 1 0 0,0 1-1 0 0,0 0 0 0 0,0-1 1 0 0,0 1-1 0 0,-2 5 0 0 0,0 3-75 0 0,1-1-1 0 0,0 1 1 0 0,0 0-1 0 0,1 0 1 0 0,1 0-1 0 0,-1 19 0 0 0,1-4 17 0 0,5 51 0 0 0,-2-63-42 0 0,1 0 0 0 0,1 0 0 0 0,0 0-1 0 0,8 19 1 0 0,-9-29-59 0 0,0 0 0 0 0,0 1 0 0 0,1-1 1 0 0,-1-1-1 0 0,1 1 0 0 0,1 0 0 0 0,-1-1 0 0 0,1 1 0 0 0,-1-1 1 0 0,1 0-1 0 0,0 0 0 0 0,1 0 0 0 0,-1-1 0 0 0,10 6 0 0 0,-11-8-11 0 0,0 0 0 0 0,0 0 0 0 0,1 0 0 0 0,-1 0-1 0 0,0-1 1 0 0,1 0 0 0 0,-1 1 0 0 0,0-1-1 0 0,1-1 1 0 0,-1 1 0 0 0,1 0 0 0 0,-1-1-1 0 0,0 0 1 0 0,1 1 0 0 0,-1-1 0 0 0,0-1-1 0 0,0 1 1 0 0,0 0 0 0 0,0-1 0 0 0,6-3-1 0 0,2-2-6 0 0,-1-1-1 0 0,0 1 0 0 0,0-2 0 0 0,10-10 0 0 0,-14 12 1 0 0,0 0 0 0 0,0 0 1 0 0,-1 0-1 0 0,0-1 0 0 0,0 0 0 0 0,-1 0 1 0 0,0 0-1 0 0,0-1 0 0 0,-1 1 1 0 0,0-1-1 0 0,0 0 0 0 0,-1 0 0 0 0,-1 0 1 0 0,2-13-1 0 0,-3 10 2 0 0,0-1 1 0 0,-1 0-1 0 0,0 0 0 0 0,-1 1 1 0 0,0-1-1 0 0,-1 1 1 0 0,-1 0-1 0 0,0 0 0 0 0,-10-22 1 0 0,8 23-16 0 0,0 0 0 0 0,0 1 0 0 0,-15-18 1 0 0,17 23-167 0 0,0 0 1 0 0,-1 1 0 0 0,0 0 0 0 0,0-1 0 0 0,0 1-1 0 0,-1 1 1 0 0,1-1 0 0 0,-11-4 0 0 0,7 4-4991 0 0,3 1-1718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8290 0 0,'-7'34'8751'0'0,"2"19"-4068"0"0,2-9-3495 0 0,2-33-1581 0 0,-7 42 1882 0 0,0-18-8443 0 0,6-28-378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49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59 11522 0 0,'-8'-1'1019'0'0,"7"-1"753"0"0,12-5 1703 0 0,-4 3-2934 0 0,9-4 139 0 0,0 0-1 0 0,28-10 0 0 0,-37 16-584 0 0,1-1 0 0 0,0 2-1 0 0,0-1 1 0 0,0 1 0 0 0,-1 0-1 0 0,1 0 1 0 0,1 1 0 0 0,9 1-1 0 0,-16-1-73 0 0,0 1 1 0 0,-1-1-1 0 0,1 0 0 0 0,-1 1 0 0 0,1-1 1 0 0,0 1-1 0 0,-1 0 0 0 0,1 0 0 0 0,-1-1 1 0 0,0 1-1 0 0,1 0 0 0 0,-1 0 0 0 0,0 0 1 0 0,1 0-1 0 0,-1 1 0 0 0,0-1 0 0 0,0 0 1 0 0,2 2-1 0 0,-2 0 14 0 0,0-1 0 0 0,0 1 0 0 0,0-1 0 0 0,0 1 0 0 0,0 0 0 0 0,0-1 0 0 0,-1 1 0 0 0,1 0 0 0 0,-1 0 0 0 0,0 3 0 0 0,0 6 76 0 0,-1-1 1 0 0,-1 1 0 0 0,0 0 0 0 0,-4 12 0 0 0,6-22-98 0 0,-18 60 380 0 0,10-41-151 0 0,2 0 0 0 0,1 0-1 0 0,0 1 1 0 0,-1 27 0 0 0,6-45-186 0 0,0 1-1 0 0,0-1 1 0 0,0 1-1 0 0,1-1 1 0 0,-1 0 0 0 0,1 0-1 0 0,0 1 1 0 0,1-1-1 0 0,-1 0 1 0 0,1 0-1 0 0,3 6 1 0 0,-4-8-45 0 0,1 0 0 0 0,-1 0 0 0 0,1 0 0 0 0,0-1 0 0 0,-1 1 0 0 0,1 0 0 0 0,0-1 0 0 0,0 1 0 0 0,0-1 0 0 0,0 0 0 0 0,0 0 0 0 0,1 0 0 0 0,-1 0 0 0 0,0 0 0 0 0,0 0 0 0 0,1 0 0 0 0,-1-1 0 0 0,0 0 0 0 0,1 1 0 0 0,-1-1 0 0 0,1 0 0 0 0,2 0 0 0 0,6-1-19 0 0,1 0 0 0 0,0 0 0 0 0,-1-2 0 0 0,1 1 0 0 0,19-8 0 0 0,54-28-1107 0 0,-69 30 603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5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37 2617 0 0,'-1'-3'88'0'0,"0"0"637"0"0,0-1 0 0 0,0 1-1 0 0,0 0 1 0 0,-1 0-1 0 0,1 0 1 0 0,-1 0 0 0 0,-2-2-1 0 0,3 4-528 0 0,1 1 0 0 0,-1-1 0 0 0,0 0-1 0 0,1 1 1 0 0,-1-1 0 0 0,0 1-1 0 0,0-1 1 0 0,0 1 0 0 0,0 0 0 0 0,1-1-1 0 0,-1 1 1 0 0,0 0 0 0 0,0 0-1 0 0,0-1 1 0 0,0 1 0 0 0,0 0 0 0 0,0 0-1 0 0,0 0 1 0 0,0 0 0 0 0,0 0 0 0 0,0 0-1 0 0,0 1 1 0 0,0-1 0 0 0,1 0-1 0 0,-1 0 1 0 0,0 1 0 0 0,0-1 0 0 0,0 0-1 0 0,0 1 1 0 0,-1 0 0 0 0,-4 2 407 0 0,0 1 1 0 0,0-1-1 0 0,1 1 1 0 0,-1 0-1 0 0,1 0 1 0 0,0 1-1 0 0,0 0 1 0 0,-8 9-1 0 0,7-5-229 0 0,0 0 0 0 0,0 1-1 0 0,1-1 1 0 0,-8 21 0 0 0,6-8-247 0 0,0 0 1 0 0,2 0-1 0 0,1 0 1 0 0,-2 39-1 0 0,4-40-42 0 0,2 0 0 0 0,3 40-1 0 0,-2-56-71 0 0,0 0-1 0 0,0 0 0 0 0,0 0 0 0 0,0 0 0 0 0,1 0 0 0 0,0 0 0 0 0,0 0 0 0 0,0-1 0 0 0,0 1 0 0 0,1-1 0 0 0,0 0 0 0 0,0 1 0 0 0,0-1 0 0 0,0-1 0 0 0,1 1 0 0 0,-1 0 0 0 0,9 5 0 0 0,-9-7-4 0 0,0-1-1 0 0,1 1 0 0 0,-1-1 1 0 0,0 0-1 0 0,1 0 1 0 0,-1-1-1 0 0,1 1 0 0 0,-1-1 1 0 0,1 1-1 0 0,-1-1 0 0 0,1 0 1 0 0,-1 0-1 0 0,1-1 1 0 0,-1 1-1 0 0,1-1 0 0 0,-1 0 1 0 0,1 0-1 0 0,-1 0 0 0 0,0 0 1 0 0,4-2-1 0 0,8-4 36 0 0,-1-1-1 0 0,0 0 0 0 0,13-11 1 0 0,-18 13-8 0 0,-4 2-18 0 0,0 0-1 0 0,0-1 0 0 0,0 0 0 0 0,0 0 1 0 0,-1-1-1 0 0,0 1 0 0 0,0-1 0 0 0,-1 0 1 0 0,1 0-1 0 0,-1 0 0 0 0,0 0 0 0 0,-1 0 1 0 0,0-1-1 0 0,2-8 0 0 0,-1 4-12 0 0,-1 0 0 0 0,-1 0-1 0 0,0 0 1 0 0,0 0 0 0 0,-1 0 0 0 0,0 0-1 0 0,-1 0 1 0 0,-3-12 0 0 0,1 8-79 0 0,-1 1-1 0 0,-1 0 1 0 0,0 0 0 0 0,-1 1 0 0 0,-9-15 0 0 0,10 21-225 0 0,-1 0 0 0 0,0 0 0 0 0,0 0 0 0 0,-1 1 1 0 0,0 0-1 0 0,0 0 0 0 0,0 1 0 0 0,-13-7 0 0 0,8 4-1411 0 0,3 2-5145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50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4145 0 0,'-4'25'9202'0'0,"1"1"-3974"0"0,1-11-4098 0 0,0 0 0 0 0,0 0 0 0 0,-9 26 1 0 0,7-31-1333 0 0,-1 0 0 0 0,1-1 1 0 0,-2 0-1 0 0,-11 17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19:5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11979 0 0,'9'-9'1394'0'0,"1"2"0"0"0,0-1 0 0 0,0 1 1 0 0,19-10-1 0 0,47-16-68 0 0,-31 18-602 0 0,-41 15-661 0 0,0-1 1 0 0,0 0 0 0 0,-1 1 0 0 0,1 0-1 0 0,0 0 1 0 0,0 0 0 0 0,0 0-1 0 0,-1 1 1 0 0,1-1 0 0 0,5 2 0 0 0,-8-1-51 0 0,-1-1 0 0 0,1 0 0 0 0,-1 1 0 0 0,1-1 0 0 0,-1 1 0 0 0,0-1 1 0 0,1 1-1 0 0,-1-1 0 0 0,1 1 0 0 0,-1 0 0 0 0,0-1 0 0 0,0 1 0 0 0,1-1 0 0 0,-1 1 1 0 0,0 0-1 0 0,0-1 0 0 0,0 1 0 0 0,1 0 0 0 0,-1-1 0 0 0,0 1 0 0 0,0 0 1 0 0,0-1-1 0 0,0 1 0 0 0,0 0 0 0 0,0-1 0 0 0,0 1 0 0 0,-1-1 0 0 0,1 1 0 0 0,0 0 1 0 0,0-1-1 0 0,0 1 0 0 0,-1 0 0 0 0,0 0 0 0 0,-9 23 89 0 0,9-24-98 0 0,-12 21 71 0 0,-2 0 0 0 0,0-1 0 0 0,-2-1 1 0 0,-26 24-1 0 0,32-32-67 0 0,15-15-61 0 0,-1 1 1 0 0,1 0-1 0 0,0 0 0 0 0,1 0 1 0 0,-1 0-1 0 0,0 1 0 0 0,1-1 1 0 0,0 1-1 0 0,-1 0 0 0 0,1 1 1 0 0,0-1-1 0 0,0 1 0 0 0,0 0 1 0 0,0 0-1 0 0,0 0 0 0 0,0 1 1 0 0,0 0-1 0 0,0 0 0 0 0,0 0 1 0 0,0 1-1 0 0,0-1 0 0 0,0 1 1 0 0,0 0-1 0 0,0 1 1 0 0,0-1-1 0 0,6 4 0 0 0,-6-2 37 0 0,0-1 0 0 0,-1 1 0 0 0,1 1 0 0 0,-1-1-1 0 0,0 1 1 0 0,0-1 0 0 0,0 1 0 0 0,0 0 0 0 0,0 1 0 0 0,-1-1 0 0 0,0 0-1 0 0,3 6 1 0 0,-5-7 38 0 0,1 0 0 0 0,-1 0 0 0 0,0 0 0 0 0,0 0 0 0 0,0 1-1 0 0,-1-1 1 0 0,1 0 0 0 0,-1 0 0 0 0,0 0 0 0 0,1 0 0 0 0,-2 1-1 0 0,1-1 1 0 0,0 0 0 0 0,-1 0 0 0 0,1 0 0 0 0,-1 1 0 0 0,0-1 0 0 0,0 0-1 0 0,0 0 1 0 0,0 0 0 0 0,-4 5 0 0 0,1-1 107 0 0,-1-1-1 0 0,0 0 1 0 0,0 0 0 0 0,-1 0 0 0 0,0 0 0 0 0,0-1-1 0 0,0 0 1 0 0,-1 0 0 0 0,-12 7 0 0 0,14-9-97 0 0,0-1-1 0 0,-1 1 1 0 0,1-1 0 0 0,0 0 0 0 0,-1-1 0 0 0,1 1 0 0 0,-1-1 0 0 0,1 0 0 0 0,-1 0-1 0 0,1-1 1 0 0,-1 0 0 0 0,0 0 0 0 0,1 0 0 0 0,-1-1 0 0 0,-5-1 0 0 0,9 2-195 0 0,1 0 1 0 0,0 0-1 0 0,0-1 1 0 0,0 1-1 0 0,-1 0 1 0 0,1-1-1 0 0,0 1 1 0 0,0-1-1 0 0,0 0 1 0 0,0 1-1 0 0,0-1 1 0 0,0 0-1 0 0,0 0 1 0 0,0 0-1 0 0,0 0 1 0 0,0 1-1 0 0,-1-3 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101 105 5065 0 0,'2'-23'1263'0'0,"-2"19"-805"0"0,1-1 0 0 0,0 1 0 0 0,-1-1 1 0 0,0 1-1 0 0,0-1 0 0 0,-1 1 0 0 0,1-1 1 0 0,-1 1-1 0 0,0 0 0 0 0,0-1 0 0 0,-2-5 1 0 0,3 10-361 0 0,-1-1 1 0 0,1 1 0 0 0,0 0 0 0 0,-1-1 0 0 0,1 1 0 0 0,0-1-1 0 0,-1 1 1 0 0,1 0 0 0 0,0-1 0 0 0,-1 1 0 0 0,1 0 0 0 0,-1-1-1 0 0,1 1 1 0 0,-1 0 0 0 0,1 0 0 0 0,0-1 0 0 0,-1 1 0 0 0,1 0-1 0 0,-1 0 1 0 0,1 0 0 0 0,-1 0 0 0 0,1 0 0 0 0,-1 0 0 0 0,0 0-1 0 0,1 0 1 0 0,-1 0 0 0 0,1 0 0 0 0,-1 0 0 0 0,-1 0 56 0 0,1 1-1 0 0,-1-1 1 0 0,1 1 0 0 0,-1 0 0 0 0,1-1 0 0 0,-1 1-1 0 0,1 0 1 0 0,0 0 0 0 0,-2 2 0 0 0,-2 2 435 0 0,-1 0 0 0 0,-7 11 1 0 0,7-6-296 0 0,0-1-1 0 0,1 1 1 0 0,0-1 0 0 0,1 1 0 0 0,0 1 0 0 0,1-1-1 0 0,0 0 1 0 0,0 1 0 0 0,1 0 0 0 0,1-1 0 0 0,-1 23-1 0 0,2-22-212 0 0,0 1 0 0 0,1 0 0 0 0,0-1 0 0 0,1 0 0 0 0,1 1 0 0 0,0-1 0 0 0,0 0 0 0 0,1 0 0 0 0,0 0 0 0 0,1-1 0 0 0,6 12 0 0 0,-8-18-69 0 0,-1-1 0 0 0,0 0 1 0 0,1 0-1 0 0,0 1 0 0 0,-1-1 1 0 0,1-1-1 0 0,1 1 0 0 0,-1 0 1 0 0,0-1-1 0 0,0 0 0 0 0,1 1 1 0 0,0-1-1 0 0,-1-1 0 0 0,1 1 1 0 0,0 0-1 0 0,0-1 0 0 0,0 0 1 0 0,0 0-1 0 0,0 0 0 0 0,0-1 1 0 0,0 1-1 0 0,0-1 0 0 0,0 0 1 0 0,0 0-1 0 0,0 0 0 0 0,0-1 1 0 0,0 1-1 0 0,5-2 0 0 0,0-1-5 0 0,-1 1-1 0 0,1-2 0 0 0,-1 1 1 0 0,1-1-1 0 0,-1-1 0 0 0,0 0 1 0 0,0 0-1 0 0,-1 0 1 0 0,0-1-1 0 0,0 0 0 0 0,10-11 1 0 0,-9 9-2 0 0,-1-1 0 0 0,0 0 1 0 0,-1 0-1 0 0,0-1 1 0 0,0 0-1 0 0,-1 0 1 0 0,0 0-1 0 0,4-15 1 0 0,-7 19-8 0 0,-1 0 1 0 0,0 0 0 0 0,0 0 0 0 0,0 0-1 0 0,-1 0 1 0 0,0-1 0 0 0,0 1 0 0 0,0 0-1 0 0,-1 0 1 0 0,0 0 0 0 0,0 0-1 0 0,-1 0 1 0 0,0 0 0 0 0,0 0 0 0 0,0 1-1 0 0,-1-1 1 0 0,-3-5 0 0 0,1 1 4 0 0,-1 1-1 0 0,-1-1 1 0 0,0 2 0 0 0,0-1-1 0 0,-1 1 1 0 0,0 0 0 0 0,0 0-1 0 0,-14-9 1 0 0,19 15-58 0 0,-1-1 1 0 0,0 1-1 0 0,0 0 0 0 0,0 0 0 0 0,-1 0 0 0 0,1 1 1 0 0,0 0-1 0 0,0 0 0 0 0,-1 0 0 0 0,1 0 0 0 0,-1 0 1 0 0,1 1-1 0 0,-1 0 0 0 0,1 0 0 0 0,-1 0 1 0 0,1 1-1 0 0,-1-1 0 0 0,1 1 0 0 0,-1 0 0 0 0,1 1 1 0 0,0-1-1 0 0,0 1 0 0 0,-8 3 0 0 0,7-2-802 0 0,2 1-231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6449 0 0,'2'26'10211'0'0,"4"1"-6948"0"0,-4-14-2451 0 0,4 23 0 0 0,-6-24-840 0 0,0-1-1 0 0,-1 1 0 0 0,0 0 0 0 0,-1-1 1 0 0,0 1-1 0 0,-1-1 0 0 0,0 0 0 0 0,-5 13 1 0 0,5-21-1542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17 12443 0 0,'-1'0'377'0'0,"0"-1"0"0"0,0 0 0 0 0,-1 1 1 0 0,1-1-1 0 0,0 0 0 0 0,-1 1 1 0 0,1 0-1 0 0,0-1 0 0 0,-1 1 0 0 0,1 0 1 0 0,0-1-1 0 0,-1 1 0 0 0,1 0 0 0 0,0 0 1 0 0,-1 0-1 0 0,1 1 0 0 0,-1-1 1 0 0,1 0-1 0 0,-2 1 0 0 0,0-1-203 0 0,0 1 1 0 0,0 0-1 0 0,1 0 1 0 0,-1 0-1 0 0,1 0 1 0 0,-1 0-1 0 0,1 1 1 0 0,-5 2-1 0 0,3 0-113 0 0,1 0 1 0 0,-1 1-1 0 0,1-1 1 0 0,0 1-1 0 0,0 0 0 0 0,0 0 1 0 0,1 0-1 0 0,0 0 1 0 0,0 0-1 0 0,0 0 0 0 0,1 1 1 0 0,-1-1-1 0 0,1 7 1 0 0,-2 10-20 0 0,0 42 0 0 0,3-50 29 0 0,-1 3 7 0 0,1-1 1 0 0,1 1-1 0 0,0-1 1 0 0,8 31-1 0 0,-8-43-62 0 0,0-1 0 0 0,1 1 0 0 0,-1-1-1 0 0,1 1 1 0 0,0-1 0 0 0,0 1 0 0 0,0-1-1 0 0,0 0 1 0 0,0 0 0 0 0,1 0 0 0 0,4 4-1 0 0,-4-5-14 0 0,-1-1-1 0 0,1 1 1 0 0,-1-1-1 0 0,1 0 1 0 0,-1 0-1 0 0,1 0 1 0 0,0 0-1 0 0,0 0 1 0 0,0-1 0 0 0,-1 1-1 0 0,1-1 1 0 0,0 1-1 0 0,0-1 1 0 0,0 0-1 0 0,0 0 1 0 0,0-1-1 0 0,4 0 1 0 0,0-1-22 0 0,1 0 0 0 0,-1 0 1 0 0,1-1-1 0 0,-1 0 1 0 0,0 0-1 0 0,0-1 1 0 0,-1 0-1 0 0,1 0 0 0 0,-1 0 1 0 0,0-1-1 0 0,0 0 1 0 0,7-8-1 0 0,-6 6 7 0 0,0-1-1 0 0,0 0 0 0 0,-1-1 1 0 0,0 0-1 0 0,-1 1 1 0 0,0-2-1 0 0,0 1 0 0 0,5-17 1 0 0,-9 21 19 0 0,0 0 0 0 0,0 1 0 0 0,-1-1 1 0 0,0 1-1 0 0,0-1 0 0 0,0 0 0 0 0,0 1 0 0 0,-1-1 1 0 0,0 0-1 0 0,0 1 0 0 0,0-1 0 0 0,0 1 0 0 0,-1 0 1 0 0,0-1-1 0 0,0 1 0 0 0,0 0 0 0 0,0 0 0 0 0,-1 0 1 0 0,-4-5-1 0 0,-5-7 21 0 0,-2 2 0 0 0,1-1 0 0 0,-19-13 0 0 0,25 22-127 0 0,1 0 0 0 0,-1 1 1 0 0,0-1-1 0 0,-1 2 0 0 0,1-1 0 0 0,-1 1 1 0 0,0 0-1 0 0,0 1 0 0 0,0-1 0 0 0,-12-2 1 0 0,17 6-672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7 12443 0 0,'-16'-3'1004'0'0,"1"2"-1"0"0,0-1 1 0 0,0 2 0 0 0,-1 0 0 0 0,-18 3 0 0 0,30-3-874 0 0,1 1-1 0 0,-1 0 1 0 0,1 0 0 0 0,-1 0-1 0 0,1 0 1 0 0,0 0 0 0 0,-1 1-1 0 0,1-1 1 0 0,0 1 0 0 0,0 0-1 0 0,0 0 1 0 0,0 0 0 0 0,0 1-1 0 0,1-1 1 0 0,-1 0 0 0 0,1 1-1 0 0,-1 0 1 0 0,1 0 0 0 0,0 0-1 0 0,0 0 1 0 0,0 0-1 0 0,1 0 1 0 0,-1 0 0 0 0,1 0-1 0 0,-1 1 1 0 0,1-1 0 0 0,0 1-1 0 0,0 3 1 0 0,-1 9-84 0 0,1 0 0 0 0,1 1 0 0 0,0-1 0 0 0,2 0 0 0 0,-1 0 0 0 0,2 0-1 0 0,0 0 1 0 0,1 0 0 0 0,1-1 0 0 0,0 0 0 0 0,1 0 0 0 0,1 0 0 0 0,9 16 0 0 0,-14-27-30 0 0,1 0 0 0 0,0 0 0 0 0,0 0 0 0 0,0-1 0 0 0,0 1 0 0 0,1-1 0 0 0,-1 1 0 0 0,1-1-1 0 0,0 0 1 0 0,0 0 0 0 0,0-1 0 0 0,1 1 0 0 0,-1-1 0 0 0,0 0 0 0 0,1 0 0 0 0,0-1 0 0 0,-1 1 0 0 0,1-1 0 0 0,0 0 0 0 0,0 0 0 0 0,5 0 0 0 0,-2-1 10 0 0,0-1 1 0 0,0 1-1 0 0,1-1 1 0 0,-1-1-1 0 0,0 1 0 0 0,0-2 1 0 0,0 1-1 0 0,0-1 1 0 0,0 0-1 0 0,-1 0 1 0 0,13-8-1 0 0,-13 6-5 0 0,0 0-1 0 0,0 0 1 0 0,0 0 0 0 0,-1-1 0 0 0,0 0-1 0 0,0 0 1 0 0,0-1 0 0 0,-1 0 0 0 0,0 0-1 0 0,0 0 1 0 0,-1 0 0 0 0,6-13-1 0 0,-8 15-20 0 0,0-1 0 0 0,0 1 0 0 0,-1 0-1 0 0,0-1 1 0 0,0 1 0 0 0,-1-1-1 0 0,1 0 1 0 0,-1 1 0 0 0,0-1-1 0 0,0 1 1 0 0,-1-1 0 0 0,0 1-1 0 0,0-1 1 0 0,0 1 0 0 0,-1-1-1 0 0,1 1 1 0 0,-1 0 0 0 0,-1 0-1 0 0,1 0 1 0 0,-5-7 0 0 0,1 2-32 0 0,-1 1 0 0 0,-1-1 0 0 0,1 1 0 0 0,-2 0 1 0 0,1 1-1 0 0,-1 0 0 0 0,0 1 0 0 0,-1 0 0 0 0,0 0 0 0 0,0 1 1 0 0,0 0-1 0 0,-1 0 0 0 0,0 2 0 0 0,-16-7 0 0 0,25 11-23 0 0,1 0 0 0 0,-1 0 0 0 0,1 0 0 0 0,0 0 0 0 0,-1 0 0 0 0,1 0 0 0 0,-1 0 0 0 0,1 0 0 0 0,0 0 0 0 0,-1 1 0 0 0,1-1 0 0 0,0 0 0 0 0,-1 1 0 0 0,1-1 0 0 0,-2 2 0 0 0,2-1-184 0 0,0-1 1 0 0,1 1-1 0 0,-1-1 1 0 0,0 1-1 0 0,1 0 0 0 0,-1-1 1 0 0,0 1-1 0 0,1 0 0 0 0,-1-1 1 0 0,1 1-1 0 0,-1 0 1 0 0,1 0-1 0 0,-1 0 0 0 0,0 1 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2761 0 0,'-1'2'1001'0'0,"1"-1"0"0"0,-1 0 0 0 0,1 0 1 0 0,-1 0-1 0 0,1 1 0 0 0,0-1 1 0 0,0 0-1 0 0,-1 1 0 0 0,1-1 1 0 0,0 2-1 0 0,3 27 3088 0 0,-1-14-2837 0 0,-2 1-535 0 0,0 0-1 0 0,-3 17 1 0 0,-1-4-6754 0 0,3-24-510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6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19788 0 0,'0'1'99'0'0,"1"-1"0"0"0,-1 0 0 0 0,1 0 0 0 0,-1 0 0 0 0,1 1-1 0 0,-1-1 1 0 0,0 0 0 0 0,1 1 0 0 0,-1-1 0 0 0,1 0 0 0 0,-1 1 0 0 0,0-1 0 0 0,0 0-1 0 0,1 1 1 0 0,-1-1 0 0 0,0 1 0 0 0,0-1 0 0 0,1 0 0 0 0,-1 1 0 0 0,0-1-1 0 0,0 1 1 0 0,0-1 0 0 0,1 1 0 0 0,3 15-324 0 0,-4-12 564 0 0,10 37 973 0 0,6 58-1 0 0,-14-76-1570 0 0,-1 1-1 0 0,-1 0 0 0 0,-6 47 1 0 0,5-69-308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9 456 0 0,'-1'0'277'0'0,"1"-1"0"0"0,-1 0-1 0 0,0 1 1 0 0,0-1 0 0 0,1 0 0 0 0,-1 1-1 0 0,0-1 1 0 0,0 1 0 0 0,0-1 0 0 0,0 1 0 0 0,0-1-1 0 0,0 1 1 0 0,0 0 0 0 0,0 0 0 0 0,0-1-1 0 0,0 1 1 0 0,0 0 0 0 0,0 0 0 0 0,0 0-1 0 0,0 0 1 0 0,0 0 0 0 0,0 0 0 0 0,0 0-1 0 0,-1 1 1 0 0,-25 5 7176 0 0,21-3-7071 0 0,1 0-1 0 0,0 0 0 0 0,0 1 0 0 0,0-1 0 0 0,1 1 0 0 0,-1 0 0 0 0,1 0 0 0 0,0 1 0 0 0,0 0 0 0 0,1-1 0 0 0,-1 1 0 0 0,1 0 1 0 0,0 0-1 0 0,-4 10 0 0 0,-1 5 88 0 0,0 1 0 0 0,-8 33 1 0 0,12-38-322 0 0,1 0-1 0 0,1 1 1 0 0,0-1 0 0 0,1 21 0 0 0,2-28-98 0 0,-1 0 1 0 0,1 0-1 0 0,0-1 0 0 0,1 1 1 0 0,0 0-1 0 0,1-1 0 0 0,0 1 1 0 0,0-1-1 0 0,6 11 1 0 0,-7-16-36 0 0,0 0 1 0 0,0 0 0 0 0,0 0-1 0 0,0 0 1 0 0,0-1 0 0 0,1 1-1 0 0,-1-1 1 0 0,1 0 0 0 0,0 0-1 0 0,0 0 1 0 0,0 0 0 0 0,0 0-1 0 0,0-1 1 0 0,0 1 0 0 0,0-1-1 0 0,5 2 1 0 0,-3-2-6 0 0,1-1 0 0 0,-1 1 1 0 0,0-1-1 0 0,0 0 0 0 0,1 0 0 0 0,-1 0 1 0 0,0-1-1 0 0,1 1 0 0 0,8-4 1 0 0,-1 0-29 0 0,0-1 0 0 0,-1 0 1 0 0,0-1-1 0 0,0-1 1 0 0,-1 0-1 0 0,0 0 0 0 0,17-15 1 0 0,-20 16-7 0 0,-1-1 1 0 0,0 0 0 0 0,0-1-1 0 0,-1 0 1 0 0,1 0 0 0 0,-2 0 0 0 0,1-1-1 0 0,4-10 1 0 0,-8 15 15 0 0,0-1 0 0 0,-1 0 0 0 0,0 1 0 0 0,0-1 0 0 0,0 0 0 0 0,0 0 0 0 0,-1 1 0 0 0,0-1-1 0 0,0 0 1 0 0,0 0 0 0 0,0 0 0 0 0,-1 0 0 0 0,0 1 0 0 0,0-1 0 0 0,0 0 0 0 0,-1 1 0 0 0,1-1 0 0 0,-5-8 0 0 0,0 3 5 0 0,0 0-1 0 0,-1 0 1 0 0,0 1 0 0 0,-1 0 0 0 0,0 0 0 0 0,0 0-1 0 0,-14-10 1 0 0,14 13-92 0 0,0 0 0 0 0,-1 0 0 0 0,1 1-1 0 0,-1 0 1 0 0,0 1 0 0 0,-1 0 0 0 0,1 0 0 0 0,-1 1 0 0 0,-10-2-1 0 0,14 4-1012 0 0,1 2-4105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15203 0 0,'1'1'365'0'0,"-1"0"0"0"0,1 1 0 0 0,0-1 0 0 0,-1 0 0 0 0,1 1 0 0 0,-1-1 0 0 0,1 0-1 0 0,-1 1 1 0 0,0-1 0 0 0,1 1 0 0 0,-1-1 0 0 0,0 1 0 0 0,0 2 0 0 0,-2 21 1692 0 0,2-21-2033 0 0,-2 6 313 0 0,0 1 1 0 0,-1 0 0 0 0,-4 12-1 0 0,3-12-410 0 0,1 0 1 0 0,-4 16-1 0 0,9-13-2556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7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15667 0 0,'1'-2'202'0'0,"0"-1"0"0"0,1 0 0 0 0,-1 1 0 0 0,1-1-1 0 0,-1 1 1 0 0,1 0 0 0 0,0-1 0 0 0,0 1 0 0 0,0 0-1 0 0,0 0 1 0 0,0 0 0 0 0,0 0 0 0 0,1 1 0 0 0,-1-1-1 0 0,1 0 1 0 0,4-1 0 0 0,2-2 383 0 0,0 1 0 0 0,1 0 0 0 0,14-4 0 0 0,-23 8-519 0 0,1-1 0 0 0,0 1 0 0 0,-1-1 0 0 0,1 1 0 0 0,0 0 0 0 0,0 0 0 0 0,-1-1 0 0 0,1 1 0 0 0,0 1 0 0 0,-1-1 0 0 0,1 0 0 0 0,0 0 0 0 0,0 0 0 0 0,-1 1 0 0 0,1-1 0 0 0,0 1 0 0 0,-1 0 0 0 0,1-1 0 0 0,-1 1 1 0 0,1 0-1 0 0,1 1 0 0 0,-2 0-50 0 0,1-1 1 0 0,-1 1-1 0 0,0 0 1 0 0,0-1-1 0 0,-1 1 1 0 0,1 0-1 0 0,0 0 1 0 0,0-1-1 0 0,-1 1 1 0 0,1 0 0 0 0,-1 0-1 0 0,0 0 1 0 0,1 0-1 0 0,-1 0 1 0 0,0 0-1 0 0,0 0 1 0 0,0 0-1 0 0,-1 3 1 0 0,-8 46 77 0 0,5-32-65 0 0,-2 25 0 0 0,6-38 8 0 0,0-1 0 0 0,0 0 0 0 0,0 1 0 0 0,1-1 0 0 0,0 0 0 0 0,0 0 0 0 0,0 1-1 0 0,0-1 1 0 0,4 7 0 0 0,-4-10 7 0 0,1 1 0 0 0,-1-1-1 0 0,1 0 1 0 0,0 0-1 0 0,-1 0 1 0 0,1 0 0 0 0,0 0-1 0 0,0-1 1 0 0,0 1-1 0 0,1-1 1 0 0,-1 1 0 0 0,0-1-1 0 0,0 0 1 0 0,1 1-1 0 0,-1-1 1 0 0,1-1 0 0 0,-1 1-1 0 0,1 0 1 0 0,-1 0-1 0 0,1-1 1 0 0,0 0 0 0 0,-1 1-1 0 0,1-1 1 0 0,0 0-1 0 0,3-1 1 0 0,1 1-331 0 0,0-1 0 0 0,0 0-1 0 0,10-3 1 0 0,16-8-6494 0 0,-23 7-507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8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65 456 0 0,'-18'-25'2048'0'0,"14"21"-744"0"0,0-1 1 0 0,0 1-1 0 0,0 0 1 0 0,-1 0-1 0 0,-7-5 1 0 0,10 8-778 0 0,0-1 1 0 0,-1 1 0 0 0,1 0 0 0 0,0 0 0 0 0,-1 1 0 0 0,1-1 0 0 0,-1 0 0 0 0,1 1-1 0 0,-1-1 1 0 0,1 1 0 0 0,-1 0 0 0 0,1 0 0 0 0,-1 0 0 0 0,-3 0 0 0 0,3 1-283 0 0,0-1 1 0 0,0 1-1 0 0,0 0 1 0 0,0 0 0 0 0,1 1-1 0 0,-1-1 1 0 0,0 1-1 0 0,-4 2 1 0 0,2 0-136 0 0,0 1 0 0 0,0 0 0 0 0,0 0 0 0 0,1 0 0 0 0,-1 0 0 0 0,1 1 0 0 0,1 0 1 0 0,-1-1-1 0 0,1 2 0 0 0,0-1 0 0 0,0 0 0 0 0,1 0 0 0 0,-3 9 0 0 0,2-2-27 0 0,0 1 0 0 0,0 0 1 0 0,2 0-1 0 0,-1 0 0 0 0,2 21 0 0 0,0-29-51 0 0,1 1-1 0 0,0 0 1 0 0,0-1-1 0 0,0 1 1 0 0,1 0-1 0 0,0-1 1 0 0,1 0-1 0 0,-1 1 1 0 0,1-1-1 0 0,0 0 1 0 0,1 0-1 0 0,-1 0 1 0 0,1-1-1 0 0,5 6 1 0 0,-5-7-15 0 0,-1 0 1 0 0,2-1 0 0 0,-1 1-1 0 0,0-1 1 0 0,1 0 0 0 0,0 0 0 0 0,-1-1-1 0 0,1 1 1 0 0,0-1 0 0 0,0 0-1 0 0,1-1 1 0 0,-1 1 0 0 0,0-1-1 0 0,0 0 1 0 0,1 0 0 0 0,-1 0 0 0 0,12-1-1 0 0,-8-1-1 0 0,0 0-1 0 0,0 0 1 0 0,0-1-1 0 0,0 0 1 0 0,-1-1 0 0 0,1 0-1 0 0,-1 0 1 0 0,1-1-1 0 0,11-7 1 0 0,-14 8-6 0 0,0-1 1 0 0,0 0-1 0 0,0-1 0 0 0,-1 1 1 0 0,0-1-1 0 0,0 0 1 0 0,0-1-1 0 0,0 1 0 0 0,-1-1 1 0 0,0 0-1 0 0,0 0 1 0 0,5-11-1 0 0,-8 13-12 0 0,1-1 1 0 0,-1 1-1 0 0,0 0 1 0 0,-1 0-1 0 0,1-1 0 0 0,-1 1 1 0 0,0-1-1 0 0,0 1 1 0 0,0 0-1 0 0,0-1 0 0 0,-2-4 1 0 0,0 1-7 0 0,0 0 0 0 0,-1 0-1 0 0,0 1 1 0 0,0-1 0 0 0,-7-10 0 0 0,-1 0-25 0 0,-2 1 0 0 0,0 0 0 0 0,-26-25 0 0 0,38 41-130 0 0,-19-16 501 0 0,8 10-1720 0 0,1 7-4925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5529 0 0,'1'0'376'0'0,"0"1"-1"0"0,0-1 0 0 0,1 0 1 0 0,-1 1-1 0 0,0-1 1 0 0,0 1-1 0 0,0-1 0 0 0,0 1 1 0 0,0 0-1 0 0,0-1 1 0 0,0 1-1 0 0,0 0 0 0 0,0 0 1 0 0,-1 0-1 0 0,1-1 0 0 0,0 1 1 0 0,0 0-1 0 0,-1 0 1 0 0,1 0-1 0 0,-1 0 0 0 0,1 0 1 0 0,0 1-1 0 0,0 1 1 0 0,0 1 444 0 0,1 1 0 0 0,-1-1 0 0 0,1 1 1 0 0,0 8-1 0 0,-2-5-324 0 0,1 1 0 0 0,-2 0 0 0 0,1 0 0 0 0,-1-1 0 0 0,-1 1 0 0 0,-4 16 0 0 0,-2-2-747 0 0,-12 26 0 0 0,18-46-1589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09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5529 0 0,'1'-3'548'0'0,"0"1"-1"0"0,1-1 1 0 0,-1 0-1 0 0,1 1 0 0 0,-1-1 1 0 0,1 1-1 0 0,0 0 1 0 0,0 0-1 0 0,0 0 1 0 0,0 0-1 0 0,0 0 1 0 0,1 0-1 0 0,-1 0 1 0 0,0 1-1 0 0,1-1 1 0 0,0 1-1 0 0,-1-1 0 0 0,6 0 1 0 0,2-2 438 0 0,1 0-1 0 0,-1 1 1 0 0,19-3 0 0 0,-23 6-776 0 0,-1-1 0 0 0,1 1 0 0 0,0 0 0 0 0,-1 0 0 0 0,1 1 0 0 0,0 0 0 0 0,-1 0 0 0 0,1 0 0 0 0,-1 0 0 0 0,1 1 0 0 0,7 4 0 0 0,-12-6-189 0 0,1 1 1 0 0,0 0-1 0 0,0 0 1 0 0,-1 0-1 0 0,1 1 1 0 0,-1-1-1 0 0,1 0 1 0 0,-1 1-1 0 0,0-1 1 0 0,1 0-1 0 0,-1 1 1 0 0,0 0-1 0 0,0-1 1 0 0,0 1-1 0 0,0 0 1 0 0,0-1-1 0 0,0 1 1 0 0,-1 0-1 0 0,1 0 1 0 0,-1 0-1 0 0,1 0 1 0 0,-1 0-1 0 0,0 0 1 0 0,1-1-1 0 0,-1 1 1 0 0,0 0-1 0 0,0 0 1 0 0,-1 0-1 0 0,1 0 0 0 0,0 0 1 0 0,-1 0-1 0 0,1 0 1 0 0,-1 0-1 0 0,1 0 1 0 0,-1-1-1 0 0,-1 3 1 0 0,-2 3-20 0 0,1 0 0 0 0,-2 0-1 0 0,1 0 1 0 0,-1-1 0 0 0,0 0 0 0 0,-1 0 0 0 0,1 0 0 0 0,-1-1-1 0 0,-9 7 1 0 0,-14 13-532 0 0,62-30-1014 0 0,-19 4 1400 0 0,1 0 0 0 0,-1 1 1 0 0,1 0-1 0 0,-1 1 1 0 0,23 5-1 0 0,-32-5 251 0 0,0 0 0 0 0,0 0 1 0 0,0 1-1 0 0,0 0 0 0 0,0 0 0 0 0,0 0 1 0 0,-1 0-1 0 0,1 1 0 0 0,-1 0 0 0 0,0 0 1 0 0,0 0-1 0 0,0 0 0 0 0,0 1 1 0 0,0 0-1 0 0,-1 0 0 0 0,1 0 0 0 0,-1 0 1 0 0,5 8-1 0 0,-7-10-49 0 0,0 1 0 0 0,0-1 0 0 0,0 1 0 0 0,0-1 0 0 0,-1 1 0 0 0,1 0 1 0 0,-1-1-1 0 0,0 1 0 0 0,1-1 0 0 0,-1 1 0 0 0,-1 0 0 0 0,1-1 0 0 0,0 1 0 0 0,0 0 1 0 0,-1-1-1 0 0,0 4 0 0 0,-1-2 11 0 0,0-1 0 0 0,0 1 1 0 0,0 0-1 0 0,0-1 0 0 0,0 1 1 0 0,-1-1-1 0 0,1 1 0 0 0,-1-1 1 0 0,-4 3-1 0 0,-5 4 146 0 0,1-1 1 0 0,-2-1-1 0 0,1 0 0 0 0,-22 10 1 0 0,27-15-301 0 0,1-1-1 0 0,0 1 1 0 0,-1-1 0 0 0,1 0 0 0 0,-1 0 0 0 0,0-1-1 0 0,0 0 1 0 0,1 0 0 0 0,-1-1 0 0 0,0 1 0 0 0,0-2 0 0 0,0 1-1 0 0,0-1 1 0 0,-12-2 0 0 0,12 0-411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34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8290 0 0,'0'-1'442'0'0,"-1"0"1"0"0,1 1 0 0 0,0-1 0 0 0,-1 0-1 0 0,1 1 1 0 0,0-1 0 0 0,0 0 0 0 0,0 1-1 0 0,-1-1 1 0 0,1 0 0 0 0,0 0-1 0 0,0 1 1 0 0,0-1 0 0 0,0 0 0 0 0,0 1-1 0 0,0-1 1 0 0,1 0 0 0 0,-1 0-1 0 0,0 0 1 0 0,4 1 2838 0 0,0 9-2384 0 0,1 13-522 0 0,-1-1 0 0 0,-1 1-1 0 0,-1 0 1 0 0,-1 32 0 0 0,0-31-173 0 0,-2 20-110 0 0,-11 79-1 0 0,12-118-347 0 0,3-9-2346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35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10594 0 0,'0'2'680'0'0,"1"1"0"0"0,-1 0 0 0 0,1 0 1 0 0,-1-1-1 0 0,0 1 0 0 0,0 0 0 0 0,0 0 0 0 0,-1 3 0 0 0,1 0 502 0 0,-1 16 1180 0 0,-4 22 0 0 0,0 3-2622 0 0,5-44-1473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38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28 7370 0 0,'-2'-1'258'0'0,"1"0"0"0"0,0 0 0 0 0,-1 0 0 0 0,1-1 0 0 0,-1 1 0 0 0,1 1 0 0 0,-1-1 0 0 0,1 0 1 0 0,-1 0-1 0 0,0 1 0 0 0,1-1 0 0 0,-1 1 0 0 0,0-1 0 0 0,0 1 0 0 0,0 0 0 0 0,1-1 1 0 0,-1 1-1 0 0,0 0 0 0 0,0 0 0 0 0,0 0 0 0 0,1 1 0 0 0,-1-1 0 0 0,0 0 0 0 0,0 1 0 0 0,1-1 1 0 0,-1 1-1 0 0,0 0 0 0 0,1-1 0 0 0,-1 1 0 0 0,0 0 0 0 0,1 0 0 0 0,-3 2 0 0 0,0-1 60 0 0,1 2 1 0 0,-1-1-1 0 0,0 0 0 0 0,1 1 0 0 0,0 0 0 0 0,0-1 0 0 0,0 1 0 0 0,0 0 1 0 0,0 1-1 0 0,-3 7 0 0 0,1 4-145 0 0,0-1 1 0 0,1 1-1 0 0,1 0 1 0 0,0 0-1 0 0,1 0 1 0 0,1 0-1 0 0,1 0 1 0 0,0 0-1 0 0,1 1 0 0 0,0-1 1 0 0,2 0-1 0 0,0 0 1 0 0,6 19-1 0 0,-8-30-141 0 0,1-1-1 0 0,0 0 0 0 0,0 0 0 0 0,0 1 1 0 0,0-1-1 0 0,1-1 0 0 0,0 1 0 0 0,-1 0 1 0 0,1-1-1 0 0,1 1 0 0 0,-1-1 0 0 0,0 0 0 0 0,1 0 1 0 0,0 0-1 0 0,6 3 0 0 0,-6-4-8 0 0,0 0-1 0 0,0-1 0 0 0,0 0 0 0 0,0 0 1 0 0,0 0-1 0 0,0 0 0 0 0,0 0 1 0 0,0-1-1 0 0,1 0 0 0 0,-1 0 1 0 0,0 0-1 0 0,0 0 0 0 0,1-1 1 0 0,-1 0-1 0 0,0 0 0 0 0,0 0 1 0 0,5-2-1 0 0,0 0-2 0 0,0-1 1 0 0,-1 0-1 0 0,0-1 1 0 0,1 0-1 0 0,-2 0 0 0 0,1-1 1 0 0,0 0-1 0 0,-1 0 1 0 0,0-1-1 0 0,-1 0 1 0 0,0 0-1 0 0,0-1 0 0 0,8-13 1 0 0,-10 16-10 0 0,-1-1 1 0 0,-1 1-1 0 0,1-1 0 0 0,-1 1 1 0 0,0-1-1 0 0,0 0 0 0 0,-1 0 1 0 0,0 0-1 0 0,0 0 1 0 0,0-1-1 0 0,-1 1 0 0 0,0 0 1 0 0,0 0-1 0 0,0 0 0 0 0,-1 0 1 0 0,0 0-1 0 0,0 0 1 0 0,-1 0-1 0 0,0 0 0 0 0,0 0 1 0 0,-5-11-1 0 0,-2 3-51 0 0,0 0 0 0 0,-1 0 0 0 0,-1 1 1 0 0,0 0-1 0 0,-1 1 0 0 0,0 0 0 0 0,-1 1 0 0 0,-17-12 0 0 0,27 21-148 0 0,0-1 0 0 0,0 1-1 0 0,-1 0 1 0 0,0 0 0 0 0,1 1 0 0 0,-1-1-1 0 0,0 1 1 0 0,0 0 0 0 0,1 0 0 0 0,-1 0-1 0 0,-6-1 1 0 0,8 3-939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0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 7834 0 0,'0'-1'218'0'0,"-1"1"1"0"0,1-1-1 0 0,-1 1 1 0 0,1-1-1 0 0,0 1 1 0 0,-1-1-1 0 0,1 1 1 0 0,0-1-1 0 0,0 1 0 0 0,-1-1 1 0 0,1 1-1 0 0,0-1 1 0 0,0 1-1 0 0,0-1 1 0 0,0 1-1 0 0,0-1 1 0 0,0 0-1 0 0,0 1 1 0 0,0-1-1 0 0,0 1-26 0 0,0 0-1 0 0,1 0 0 0 0,-1 1 1 0 0,1-1-1 0 0,-1 0 1 0 0,0 1-1 0 0,1-1 0 0 0,-1 0 1 0 0,0 1-1 0 0,0-1 0 0 0,1 1 1 0 0,-1-1-1 0 0,0 0 1 0 0,0 1-1 0 0,0-1 0 0 0,0 1 1 0 0,1-1-1 0 0,-1 1 0 0 0,0-1 1 0 0,0 1-1 0 0,0-1 1 0 0,0 1-1 0 0,0-1 0 0 0,0 0 1 0 0,0 1-1 0 0,0 0 0 0 0,12 76 3619 0 0,-9-42-3215 0 0,-1 48 0 0 0,-7-42-430 0 0,3-32-383 0 0,1 0 1 0 0,0 0 0 0 0,0 0 0 0 0,2 16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9218 0 0,'0'1'120'0'0,"-1"-1"0"0"0,0 1 0 0 0,1 0 1 0 0,-1-1-1 0 0,1 1 0 0 0,-1 0 0 0 0,1 0 0 0 0,-1 0 0 0 0,1-1 0 0 0,0 1 1 0 0,-1 0-1 0 0,1 0 0 0 0,0 0 0 0 0,0 0 0 0 0,0 0 0 0 0,0 0 0 0 0,0 0 1 0 0,0 1-1 0 0,-1 22 1517 0 0,2-18-899 0 0,-2 17 1208 0 0,1 9-1198 0 0,1-12-3371 0 0,2-14-1973 0 0,-1-6 4031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 9674 0 0,'0'0'78'0'0,"0"0"0"0"0,0-1 0 0 0,-1 1 0 0 0,1 0 0 0 0,0 0 0 0 0,0 0 0 0 0,0-1 0 0 0,0 1 0 0 0,0 0 0 0 0,0 0 1 0 0,0-1-1 0 0,0 1 0 0 0,0 0 0 0 0,0 0 0 0 0,0-1 0 0 0,0 1 0 0 0,0 0 0 0 0,0 0 0 0 0,0-1 0 0 0,0 1 0 0 0,0 0 0 0 0,0 0 0 0 0,0-1 0 0 0,0 1 0 0 0,0 0 0 0 0,0 0 0 0 0,1-1 0 0 0,-1 1 0 0 0,0 0 0 0 0,0 0 0 0 0,0 0 0 0 0,0 0 0 0 0,1-1 1 0 0,-1 1-1 0 0,0 0 0 0 0,0 0 0 0 0,0 0 0 0 0,1 0 0 0 0,-1-1 0 0 0,0 1 0 0 0,0 0 0 0 0,0 0 0 0 0,1 0 0 0 0,-1 0 0 0 0,1 0 99 0 0,-1 0 0 0 0,1 1 0 0 0,0-1 0 0 0,-1 0 0 0 0,0 1 0 0 0,1-1 0 0 0,-1 0 0 0 0,1 1-1 0 0,-1-1 1 0 0,1 1 0 0 0,-1-1 0 0 0,0 1 0 0 0,1-1 0 0 0,-1 1 0 0 0,0-1 0 0 0,1 1 0 0 0,-1-1 0 0 0,0 1 0 0 0,0 0 0 0 0,5 13 1246 0 0,-1-1 0 0 0,3 20 0 0 0,2 61-61 0 0,-7-75-1063 0 0,1 29 333 0 0,-5 81-1 0 0,1-126-3268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2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36 7370 0 0,'-1'-2'96'0'0,"0"1"1"0"0,1-1-1 0 0,-1 1 1 0 0,0-1-1 0 0,1 1 1 0 0,0-1-1 0 0,-1 0 1 0 0,1 1-1 0 0,0-1 1 0 0,0 0 0 0 0,0 1-1 0 0,0-1 1 0 0,0-1-1 0 0,0-2 1178 0 0,2-2 4732 0 0,2 14-3242 0 0,3 12-1027 0 0,-2 9-1204 0 0,-2 0 0 0 0,0 0 1 0 0,-2 1-1 0 0,-3 28 1 0 0,1-3-483 0 0,2-53-1005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3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11979 0 0,'0'3'632'0'0,"-1"-1"0"0"0,1 1 0 0 0,-1 0 1 0 0,1 0-1 0 0,0-1 0 0 0,0 1 0 0 0,0 0 1 0 0,1 3-1 0 0,0 0 328 0 0,-1 11 436 0 0,0 0 0 0 0,-4 20-1 0 0,3-29-2373 0 0,-1 0 0 0 0,0 0 0 0 0,-5 12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13363 0 0,'0'-2'164'0'0,"1"0"0"0"0,-1 0 0 0 0,1 0 0 0 0,0 0 0 0 0,0 0 0 0 0,0 0 0 0 0,0 1 0 0 0,0-1 0 0 0,0 0 0 0 0,1 0 0 0 0,-1 1 0 0 0,0-1-1 0 0,3-2 1 0 0,22-18 1272 0 0,-22 19-1080 0 0,0 0 1 0 0,1 1-1 0 0,-1-1 0 0 0,0 1 0 0 0,1 0 0 0 0,-1 1 0 0 0,1-1 0 0 0,6-1 0 0 0,-10 3-315 0 0,0-1 1 0 0,0 1-1 0 0,0 0 0 0 0,1 0 0 0 0,-1 0 0 0 0,0 0 0 0 0,0 0 0 0 0,0 0 0 0 0,0 0 1 0 0,0 1-1 0 0,0-1 0 0 0,0 0 0 0 0,0 0 0 0 0,0 1 0 0 0,0-1 0 0 0,0 1 0 0 0,0-1 0 0 0,0 1 1 0 0,0-1-1 0 0,-1 1 0 0 0,1 0 0 0 0,0-1 0 0 0,0 1 0 0 0,0 0 0 0 0,-1 0 0 0 0,1-1 1 0 0,0 1-1 0 0,-1 0 0 0 0,1 0 0 0 0,-1 0 0 0 0,1 0 0 0 0,-1 0 0 0 0,1 0 0 0 0,-1 0 1 0 0,0 0-1 0 0,0 0 0 0 0,1 0 0 0 0,-1 0 0 0 0,0 0 0 0 0,0 0 0 0 0,0 0 0 0 0,0 0 1 0 0,0 2-1 0 0,-1 9 43 0 0,0-1-1 0 0,-1 1 1 0 0,-1-1 0 0 0,1 0 0 0 0,-2 0 0 0 0,-4 12-1 0 0,-4 12 156 0 0,4-9 20 0 0,4-19-97 0 0,2 1 0 0 0,-1 0 0 0 0,1 0 1 0 0,0 0-1 0 0,0 0 0 0 0,1 0 0 0 0,0 0 0 0 0,1 15 0 0 0,1-21-136 0 0,-1-1 0 0 0,0 0 1 0 0,1 0-1 0 0,0 1 0 0 0,-1-1 0 0 0,1 0 1 0 0,0 0-1 0 0,-1 0 0 0 0,1 0 0 0 0,0 0 0 0 0,0 0 1 0 0,0 0-1 0 0,0 0 0 0 0,0 0 0 0 0,0 0 1 0 0,0-1-1 0 0,0 1 0 0 0,0 0 0 0 0,1-1 1 0 0,-1 1-1 0 0,0-1 0 0 0,0 1 0 0 0,1-1 0 0 0,-1 0 1 0 0,0 1-1 0 0,1-1 0 0 0,-1 0 0 0 0,0 0 1 0 0,1 0-1 0 0,1 0 0 0 0,6 0 29 0 0,1-1-1 0 0,-1 0 1 0 0,12-2-1 0 0,-11 1-6 0 0,0 1-35 0 0,10-2-528 0 0,30-8 1 0 0,-43 8-4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11058 0 0,'2'12'6185'0'0,"2"15"-4488"0"0,7 42 125 0 0,3 115-1 0 0,-14-182-2307 0 0,2 12 1160 0 0,1-7-7450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5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7834 0 0,'-5'24'6840'0'0,"1"0"-3486"0"0,2-8-2056 0 0,-1 0 0 0 0,-7 19 0 0 0,5-19-977 0 0,-5 10-2545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6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15203 0 0,'1'-2'101'0'0,"-1"-1"0"0"0,1 1 0 0 0,0-1 0 0 0,0 0 0 0 0,0 1 0 0 0,1 0 0 0 0,-1-1 0 0 0,1 1 0 0 0,-1 0 0 0 0,1 0 0 0 0,0 0 0 0 0,-1 0 0 0 0,1 0 0 0 0,0 0 0 0 0,3-2 0 0 0,6-4 217 0 0,19-11 0 0 0,-26 17 11 0 0,1-1 30 0 0,1 0-1 0 0,-1 0 1 0 0,1 1 0 0 0,0-1 0 0 0,0 1-1 0 0,0 1 1 0 0,0-1 0 0 0,9 0 0 0 0,-14 2-285 0 0,1 0 0 0 0,-1 0 0 0 0,0 0 0 0 0,1 0 1 0 0,-1 1-1 0 0,1-1 0 0 0,-1 0 0 0 0,1 0 0 0 0,-1 1 1 0 0,0-1-1 0 0,1 1 0 0 0,-1 0 0 0 0,0-1 0 0 0,0 1 1 0 0,1 0-1 0 0,-1 0 0 0 0,1 0 0 0 0,-1 1-61 0 0,0-1 0 0 0,0 1 0 0 0,0-1 0 0 0,0 0 1 0 0,-1 1-1 0 0,1-1 0 0 0,-1 1 0 0 0,1 0 0 0 0,-1-1 0 0 0,1 1 0 0 0,-1-1 0 0 0,0 1 0 0 0,0 0 0 0 0,0-1 0 0 0,0 1 1 0 0,0 0-1 0 0,0-1 0 0 0,-1 4 0 0 0,0 0-3 0 0,0 1 0 0 0,-1 0 1 0 0,0-1-1 0 0,0 0 0 0 0,0 1 1 0 0,-1-1-1 0 0,-3 6 0 0 0,2-5-42 0 0,1 0-1 0 0,0 0 1 0 0,0 0-1 0 0,-2 8 1 0 0,7-14-90 0 0,0 0 0 0 0,-1 0 0 0 0,1 0 0 0 0,0-1 0 0 0,-1 1 0 0 0,1-1 0 0 0,0 1 0 0 0,-1-1 0 0 0,1 0 1 0 0,-1 1-1 0 0,2-2 0 0 0,-1 1-49 0 0,3-1-75 0 0,1 0 1 0 0,0 0-1 0 0,0 0 0 0 0,0 1 0 0 0,1 0 1 0 0,-1 0-1 0 0,0 1 0 0 0,0 0 0 0 0,1 0 1 0 0,-1 0-1 0 0,0 1 0 0 0,12 2 0 0 0,-13-2 343 0 0,0 1-1 0 0,0-1 0 0 0,0 1 0 0 0,0 0 0 0 0,0 0 1 0 0,0 1-1 0 0,-1 0 0 0 0,1 0 0 0 0,-1 0 1 0 0,0 0-1 0 0,0 0 0 0 0,0 1 0 0 0,0 0 1 0 0,0 0-1 0 0,4 7 0 0 0,-7-10 31 0 0,0 1 0 0 0,0 0 0 0 0,0 0 1 0 0,0 0-1 0 0,0 0 0 0 0,-1 0 0 0 0,1 0 0 0 0,-1 0 0 0 0,1 0 0 0 0,-1 0 0 0 0,0 0 0 0 0,0 0 0 0 0,0 0 1 0 0,0 0-1 0 0,0 0 0 0 0,0 0 0 0 0,-1 4 0 0 0,0-3 0 0 0,0 0-1 0 0,-1 0 1 0 0,1 0 0 0 0,-1 0 0 0 0,1 0-1 0 0,-1 0 1 0 0,0-1 0 0 0,0 1 0 0 0,-1-1-1 0 0,-1 3 1 0 0,-6 3 170 0 0,1-1 1 0 0,-1 0-1 0 0,0 0 1 0 0,-21 10-1 0 0,-11-1 147 0 0,38-15-435 0 0,0 1 0 0 0,-1-2 0 0 0,1 1-1 0 0,0 0 1 0 0,0-1 0 0 0,-1 0 0 0 0,1 0-1 0 0,-6-1 1 0 0,10 1-81 0 0,-1 0 0 0 0,1 0 0 0 0,-1 0-1 0 0,1 0 1 0 0,-1 0 0 0 0,1 0 0 0 0,0 0 0 0 0,-1 0 0 0 0,1 0-1 0 0,-1 0 1 0 0,1-1 0 0 0,-1 1 0 0 0,1 0 0 0 0,0 0 0 0 0,-1-1-1 0 0,1 1 1 0 0,0 0 0 0 0,-1-1 0 0 0,1 1 0 0 0,0 0 0 0 0,-1-1-1 0 0,1 1 1 0 0,0 0 0 0 0,-1-1 0 0 0,1 1 0 0 0,0-1 0 0 0,0 1 0 0 0,0 0-1 0 0,0-1 1 0 0,-1 1 0 0 0,1-1 0 0 0,0 1 0 0 0,0-1 0 0 0,0 1-1 0 0,0-1 1 0 0,0 1 0 0 0,0 0 0 0 0,0-1 0 0 0,0 1 0 0 0,0-1-1 0 0,0 1 1 0 0,0-1 0 0 0,0 1 0 0 0,1-1 0 0 0,-1 0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8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9674 0 0,'2'-1'847'0'0,"0"0"1"0"0,0 0-1 0 0,0 0 0 0 0,-1-1 1 0 0,1 1-1 0 0,0-1 0 0 0,1-1 1 0 0,10-9 1302 0 0,-8 9-1926 0 0,-1 1 0 0 0,1-1 1 0 0,0 1-1 0 0,0 0 1 0 0,0 0-1 0 0,0 1 1 0 0,1-1-1 0 0,-1 1 0 0 0,0 0 1 0 0,9 0-1 0 0,-12 1-206 0 0,0 0 0 0 0,-1 0-1 0 0,1 0 1 0 0,-1 1-1 0 0,1-1 1 0 0,0 0 0 0 0,-1 1-1 0 0,1-1 1 0 0,-1 1 0 0 0,1 0-1 0 0,-1-1 1 0 0,1 1 0 0 0,-1 0-1 0 0,0 0 1 0 0,1 0 0 0 0,-1 0-1 0 0,0 0 1 0 0,0 0-1 0 0,0 0 1 0 0,0 0 0 0 0,1 1-1 0 0,-2-1 1 0 0,1 0 0 0 0,0 1-1 0 0,0-1 1 0 0,0 0 0 0 0,-1 1-1 0 0,1-1 1 0 0,0 1 0 0 0,-1-1-1 0 0,0 1 1 0 0,1 0-1 0 0,-1-1 1 0 0,0 1 0 0 0,0-1-1 0 0,0 1 1 0 0,0 0 0 0 0,0 2-1 0 0,0 5 17 0 0,-1 0 0 0 0,0 0 0 0 0,-1 0 0 0 0,0 0 0 0 0,-5 15 0 0 0,-22 42 164 0 0,21-50-29 0 0,1 0 0 0 0,0 1 0 0 0,-9 34 0 0 0,16-49-148 0 0,-1 0-1 0 0,1 0 1 0 0,0 0 0 0 0,-1 1 0 0 0,1-1 0 0 0,0 0 0 0 0,1 0-1 0 0,-1 0 1 0 0,0 0 0 0 0,0 0 0 0 0,1 1 0 0 0,-1-1-1 0 0,1 0 1 0 0,0 0 0 0 0,0 0 0 0 0,0 0 0 0 0,0 0-1 0 0,0-1 1 0 0,2 4 0 0 0,-2-4-5 0 0,1 0 1 0 0,-1 1-1 0 0,1-1 0 0 0,0 0 1 0 0,-1 0-1 0 0,1 0 1 0 0,0-1-1 0 0,0 1 0 0 0,0 0 1 0 0,0-1-1 0 0,0 1 0 0 0,0-1 1 0 0,0 1-1 0 0,0-1 0 0 0,0 0 1 0 0,0 0-1 0 0,0 0 1 0 0,0 0-1 0 0,0 0 0 0 0,0-1 1 0 0,2 0-1 0 0,8-1-537 0 0,0-1 0 0 0,0-1 0 0 0,-1 0 0 0 0,22-10 0 0 0,-24 9-7044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9218 0 0,'-1'2'268'0'0,"0"0"1"0"0,0 1-1 0 0,0 0 1 0 0,0-1-1 0 0,1 1 1 0 0,-1-1-1 0 0,1 1 1 0 0,0-1-1 0 0,0 6 1 0 0,-1 3 797 0 0,-2 3 943 0 0,0 0 0 0 0,-9 19 0 0 0,3-5-3034 0 0,7-23-5432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8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 9218 0 0,'0'0'96'0'0,"0"0"1"0"0,0 0-1 0 0,0 0 0 0 0,0-1 1 0 0,-1 1-1 0 0,1 0 1 0 0,0 0-1 0 0,0 0 0 0 0,0 0 1 0 0,0-1-1 0 0,0 1 0 0 0,-1 0 1 0 0,1 0-1 0 0,0 0 0 0 0,0 0 1 0 0,0 0-1 0 0,-1 0 1 0 0,1-1-1 0 0,0 1 0 0 0,0 0 1 0 0,0 0-1 0 0,-1 0 0 0 0,1 0 1 0 0,0 0-1 0 0,0 0 0 0 0,0 0 1 0 0,-1 0-1 0 0,1 0 1 0 0,0 0-1 0 0,0 0 0 0 0,-1 0 1 0 0,1 0-1 0 0,0 0 0 0 0,0 0 1 0 0,0 0-1 0 0,-1 0 0 0 0,1 0 1 0 0,0 1-1 0 0,0-1 1 0 0,0 0-1 0 0,-1 0 0 0 0,1 0 1 0 0,0 0-1 0 0,0 0 0 0 0,0 1 1 0 0,-7 12 1576 0 0,0 23-438 0 0,7-35-1024 0 0,-2 17 568 0 0,0-1-1 0 0,1 1 0 0 0,2 0 1 0 0,1 18-1 0 0,-1-29-631 0 0,0-1 0 0 0,0 1 0 0 0,0 0 0 0 0,1-1 0 0 0,0 1 0 0 0,1-1 0 0 0,-1 0 1 0 0,1 0-1 0 0,0 0 0 0 0,1 0 0 0 0,-1-1 0 0 0,1 1 0 0 0,8 8 0 0 0,-9-12-105 0 0,-1 0 1 0 0,1 0-1 0 0,0 0 1 0 0,-1 0-1 0 0,1 0 1 0 0,0-1-1 0 0,0 0 1 0 0,0 1-1 0 0,1-1 1 0 0,-1 0-1 0 0,0-1 1 0 0,0 1 0 0 0,0 0-1 0 0,5-1 1 0 0,-2 0 4 0 0,0 0 0 0 0,0-1 0 0 0,0 1 0 0 0,-1-1 0 0 0,1-1 1 0 0,0 1-1 0 0,8-5 0 0 0,-1 1 0 0 0,-1-1 0 0 0,0-1-1 0 0,-1 0 1 0 0,0-1 0 0 0,0 0 0 0 0,13-13 0 0 0,-21 18-64 0 0,1-1 0 0 0,-1 1 0 0 0,0-1 0 0 0,0 0 0 0 0,0 0 0 0 0,0 0 1 0 0,-1 0-1 0 0,1-1 0 0 0,-1 1 0 0 0,0-1 0 0 0,-1 1 0 0 0,2-6 0 0 0,-2 7 0 0 0,-1 0 0 0 0,0-1-1 0 0,0 1 1 0 0,0 0 0 0 0,0 0-1 0 0,-1-1 1 0 0,1 1 0 0 0,-1 0 0 0 0,0 0-1 0 0,1 0 1 0 0,-2 0 0 0 0,1 0-1 0 0,0 0 1 0 0,-1 0 0 0 0,1 0 0 0 0,-1 0-1 0 0,0 0 1 0 0,0 1 0 0 0,-2-4-1 0 0,-4-1-6 0 0,1 0-1 0 0,-1 0 0 0 0,0 0 0 0 0,0 1 0 0 0,-1 0 1 0 0,0 1-1 0 0,0 0 0 0 0,0 0 0 0 0,-1 1 0 0 0,1 0 1 0 0,-1 1-1 0 0,0 0 0 0 0,0 0 0 0 0,0 1 1 0 0,0 1-1 0 0,-19-2 0 0 0,28 3-338 0 0,-2 1-201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9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55 9218 0 0,'-1'0'249'0'0,"-1"0"0"0"0,1-1 1 0 0,0 1-1 0 0,0 0 0 0 0,-1 0 0 0 0,1-1 0 0 0,0 1 0 0 0,0-1 1 0 0,0 1-1 0 0,0-1 0 0 0,0 1 0 0 0,0-1 0 0 0,0 0 0 0 0,0 0 1 0 0,0 1-1 0 0,0-1 0 0 0,0 0 0 0 0,0 0 0 0 0,1 0 1 0 0,-1 0-1 0 0,0 0 0 0 0,-1-2 0 0 0,2 2-63 0 0,0-1 0 0 0,0 1 0 0 0,0 0-1 0 0,1 0 1 0 0,-1 0 0 0 0,0 0 0 0 0,0-1 0 0 0,1 1 0 0 0,-1 0-1 0 0,1 0 1 0 0,-1 0 0 0 0,1 0 0 0 0,-1 0 0 0 0,1 0 0 0 0,0 0-1 0 0,-1 0 1 0 0,1 0 0 0 0,0 0 0 0 0,0 0 0 0 0,0 1 0 0 0,0-1-1 0 0,-1 0 1 0 0,1 0 0 0 0,2 0 0 0 0,-1 0-107 0 0,-1-1 0 0 0,1 1 0 0 0,0 0 0 0 0,0 0 0 0 0,0 0 0 0 0,1 0 0 0 0,-1 0 0 0 0,0 0 0 0 0,0 0 0 0 0,0 1 0 0 0,1-1 0 0 0,-1 1 0 0 0,0 0 0 0 0,1-1 0 0 0,-1 1 0 0 0,3 0-1 0 0,-5 1-60 0 0,1-1 0 0 0,0 0 0 0 0,0 0 0 0 0,0 1 0 0 0,0-1 0 0 0,-1 0 0 0 0,1 1 0 0 0,0-1 0 0 0,0 1 0 0 0,-1-1 0 0 0,1 1 0 0 0,0-1 0 0 0,-1 1 0 0 0,1-1 0 0 0,-1 1 0 0 0,1 0 0 0 0,0-1 0 0 0,-1 2 0 0 0,1-1 5 0 0,0 0 1 0 0,-1 1-1 0 0,1-1 0 0 0,-1 1 0 0 0,1-1 1 0 0,-1 1-1 0 0,0-1 0 0 0,0 1 0 0 0,0-1 1 0 0,0 1-1 0 0,0 0 0 0 0,0-1 0 0 0,0 2 1 0 0,-4 14 114 0 0,0-1 0 0 0,-1 0 0 0 0,0 0 0 0 0,-15 28 0 0 0,3-7 14 0 0,4-7 29 0 0,-10 25 148 0 0,21-49-236 0 0,0 0 0 0 0,1-1 0 0 0,0 1 0 0 0,0 0 1 0 0,0 0-1 0 0,1-1 0 0 0,0 11 0 0 0,0-14-71 0 0,0-1-1 0 0,0 0 1 0 0,1 0-1 0 0,-1 1 1 0 0,0-1-1 0 0,1 0 1 0 0,-1 0-1 0 0,1 0 1 0 0,-1 0-1 0 0,1 1 1 0 0,-1-1-1 0 0,1 0 1 0 0,0 0-1 0 0,-1 0 1 0 0,1 0-1 0 0,0 0 1 0 0,0 0-1 0 0,0-1 1 0 0,0 1-1 0 0,0 0 1 0 0,0 0-1 0 0,1 0 1 0 0,0 0 2 0 0,1 0 0 0 0,-1-1 0 0 0,0 1 1 0 0,0-1-1 0 0,1 1 0 0 0,-1-1 0 0 0,0 0 1 0 0,1 0-1 0 0,-1 0 0 0 0,0 0 0 0 0,3-1 0 0 0,6-1-24 0 0,-1 0-1 0 0,1-1 0 0 0,-1-1 1 0 0,10-4-1 0 0,18-14-1161 0 0,-34 19 830 0 0,4-2-405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49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2304 0 0,'-1'0'309'0'0,"1"0"0"0"0,0 0 0 0 0,-1 0 0 0 0,1 1-1 0 0,0-1 1 0 0,-1 0 0 0 0,1 0 0 0 0,0 1 0 0 0,0-1-1 0 0,0 0 1 0 0,-1 0 0 0 0,1 1 0 0 0,0-1 0 0 0,0 0-1 0 0,0 1 1 0 0,-1-1 0 0 0,1 0 0 0 0,0 1 0 0 0,0-1-1 0 0,0 1 1 0 0,0-1 0 0 0,0 0 0 0 0,0 1-1 0 0,0-1 1 0 0,0 0 0 0 0,0 1 0 0 0,0 0 0 0 0,-2 17 1366 0 0,2-10-263 0 0,-2 4 707 0 0,-1-1 1 0 0,-4 13 0 0 0,0-4-2069 0 0,2 1-5173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0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3081 0 0,'10'-11'197'0'0,"14"-9"7907"0"0,-22 25-4697 0 0,2 9-576 0 0,3 25-69 0 0,3 72 0 0 0,-8-73-1997 0 0,-1-30-564 0 0,-1-7-183 0 0,1 1 0 0 0,-1 0 0 0 0,1 0 0 0 0,-1-1-1 0 0,0 1 1 0 0,0 0 0 0 0,0 0 0 0 0,0 0 0 0 0,0-1 0 0 0,-1 4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1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9218 0 0,'3'-4'532'0'0,"1"0"0"0"0,-1 0 0 0 0,1 1 0 0 0,0-1 0 0 0,-1 1 0 0 0,2 0 0 0 0,-1 0 0 0 0,8-4 0 0 0,-5 3 105 0 0,29-15 1277 0 0,-34 18-1825 0 0,0 0 0 0 0,0 1 1 0 0,0-1-1 0 0,0 0 1 0 0,1 1-1 0 0,-1 0 0 0 0,0-1 1 0 0,0 1-1 0 0,0 0 0 0 0,0 0 1 0 0,1 0-1 0 0,-1 0 0 0 0,0 1 1 0 0,0-1-1 0 0,0 0 0 0 0,3 2 1 0 0,-4-1-66 0 0,0-1 0 0 0,0 1 0 0 0,0 0 0 0 0,-1 0 0 0 0,1 0 0 0 0,0 0 1 0 0,-1 0-1 0 0,1-1 0 0 0,0 1 0 0 0,-1 0 0 0 0,1 1 0 0 0,-1-1 0 0 0,0 0 0 0 0,1 0 0 0 0,-1 0 0 0 0,0 0 1 0 0,0 0-1 0 0,0 0 0 0 0,1 0 0 0 0,-1 0 0 0 0,0 0 0 0 0,-1 1 0 0 0,1-1 0 0 0,0 0 0 0 0,0 0 0 0 0,0 0 1 0 0,-1 2-1 0 0,-10 31 586 0 0,10-32-607 0 0,-44 90 1252 0 0,32-69-660 0 0,0 1-1 0 0,2 1 1 0 0,-13 40-1 0 0,23-63-544 0 0,1-1 0 0 0,0 1 0 0 0,-1-1 0 0 0,1 1 0 0 0,0 0 0 0 0,0-1 0 0 0,0 1 0 0 0,0-1 0 0 0,0 1 0 0 0,0-1 0 0 0,0 1 0 0 0,0-1 1 0 0,1 1-1 0 0,-1 0 0 0 0,1-1 0 0 0,-1 1 0 0 0,1-1 0 0 0,1 3 0 0 0,-1-4-35 0 0,-1 1 1 0 0,1 0-1 0 0,0-1 1 0 0,0 1 0 0 0,0 0-1 0 0,0-1 1 0 0,0 1-1 0 0,0-1 1 0 0,0 0-1 0 0,1 1 1 0 0,-1-1-1 0 0,0 0 1 0 0,0 1-1 0 0,0-1 1 0 0,0 0-1 0 0,0 0 1 0 0,0 0 0 0 0,1 0-1 0 0,-1 0 1 0 0,0-1-1 0 0,0 1 1 0 0,0 0-1 0 0,0 0 1 0 0,0-1-1 0 0,3 0 1 0 0,7-3-128 0 0,-1 0 1 0 0,21-10-1 0 0,1-6-3117 0 0,-24 15-4292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11058 0 0,'-1'2'461'0'0,"0"0"0"0"0,0 0-1 0 0,1 0 1 0 0,-1 0-1 0 0,1 1 1 0 0,-1-1 0 0 0,1 0-1 0 0,0 1 1 0 0,0 3 0 0 0,-1 3 927 0 0,-12 46 1738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2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12899 0 0,'0'-1'63'0'0,"0"0"0"0"0,0-1 0 0 0,0 1-1 0 0,0 0 1 0 0,0-1 0 0 0,1 1 0 0 0,-1 0 0 0 0,0 0 0 0 0,1 0 0 0 0,-1-1 0 0 0,0 1 0 0 0,1 0 0 0 0,-1 0 0 0 0,1 0 0 0 0,0 0 0 0 0,-1 0 0 0 0,1 0 0 0 0,0 0-1 0 0,0 0 1 0 0,0 0 0 0 0,0 0 0 0 0,0 0 0 0 0,1-1 0 0 0,28-20 37 0 0,-25 19 301 0 0,4-2 17 0 0,-1 0 1 0 0,1 1 0 0 0,0 0-1 0 0,0 0 1 0 0,1 1 0 0 0,-1 0-1 0 0,10-1 1 0 0,-14 3-229 0 0,-1 0 1 0 0,1 1-1 0 0,-1 0 1 0 0,1 0-1 0 0,0 0 1 0 0,-1 1-1 0 0,8 1 1 0 0,-9-1-101 0 0,-1-1 0 0 0,1 1 0 0 0,-1 0 0 0 0,0 0 0 0 0,1 1 0 0 0,-1-1 0 0 0,0 0 0 0 0,0 1 0 0 0,0-1 0 0 0,0 1 0 0 0,0 0 0 0 0,0 0 0 0 0,-1 0 0 0 0,3 3 0 0 0,-2-2-55 0 0,-1 0 0 0 0,1 0 1 0 0,-1 0-1 0 0,0 1 0 0 0,0-1 1 0 0,0 0-1 0 0,-1 1 0 0 0,1-1 1 0 0,-1 0-1 0 0,0 1 1 0 0,0-1-1 0 0,0 1 0 0 0,0-1 1 0 0,0 0-1 0 0,-1 1 0 0 0,0-1 1 0 0,0 0-1 0 0,-1 5 0 0 0,-3 7 174 0 0,-1 0 1 0 0,-13 21-1 0 0,15-27-51 0 0,-1 1 8 0 0,-16 34 672 0 0,19-41-765 0 0,1 0 0 0 0,1-1 1 0 0,-1 1-1 0 0,0 0 0 0 0,1 0 1 0 0,-1 0-1 0 0,1 0 0 0 0,0 0 0 0 0,0 0 1 0 0,0 0-1 0 0,0-1 0 0 0,1 1 1 0 0,0 5-1 0 0,0-6-42 0 0,0-1-1 0 0,0 0 1 0 0,0 1 0 0 0,0-1-1 0 0,0 0 1 0 0,1 0-1 0 0,-1 1 1 0 0,0-1 0 0 0,0 0-1 0 0,1 0 1 0 0,-1 0 0 0 0,1-1-1 0 0,-1 1 1 0 0,1 0 0 0 0,-1 0-1 0 0,1-1 1 0 0,-1 1 0 0 0,1-1-1 0 0,0 0 1 0 0,-1 1-1 0 0,1-1 1 0 0,0 0 0 0 0,-1 0-1 0 0,1 0 1 0 0,0 0 0 0 0,1 0-1 0 0,7-1 56 0 0,-1 0 0 0 0,0 0 0 0 0,12-3 0 0 0,-9 0-669 0 0,0 0-1 0 0,0 0 1 0 0,0-1 0 0 0,18-11-1 0 0,-19 10-7663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3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10138 0 0,'2'-2'404'0'0,"1"1"0"0"0,-1-1 0 0 0,1 0-1 0 0,0 1 1 0 0,0 0 0 0 0,4-2 0 0 0,3-2 314 0 0,-7 4-466 0 0,0-1 0 0 0,-1 1 0 0 0,1 0-1 0 0,0 0 1 0 0,1 0 0 0 0,-1 0 0 0 0,0 0 0 0 0,0 1 0 0 0,0-1 0 0 0,0 1-1 0 0,1 0 1 0 0,-1 0 0 0 0,0 0 0 0 0,0 0 0 0 0,6 2 0 0 0,-7-2-167 0 0,-1 1 1 0 0,1 0-1 0 0,0 0 1 0 0,0 0-1 0 0,-1 0 1 0 0,1 0-1 0 0,0 0 0 0 0,-1 0 1 0 0,0 1-1 0 0,1-1 1 0 0,-1 1-1 0 0,0-1 1 0 0,1 1-1 0 0,-1-1 1 0 0,0 1-1 0 0,0 0 1 0 0,0-1-1 0 0,0 1 1 0 0,-1 0-1 0 0,1 0 1 0 0,0-1-1 0 0,-1 1 0 0 0,1 0 1 0 0,-1 0-1 0 0,0 0 1 0 0,1 4-1 0 0,-2 1 73 0 0,1 0 0 0 0,-1 0 0 0 0,0-1-1 0 0,0 1 1 0 0,-1 0 0 0 0,-4 12 0 0 0,-2 8 151 0 0,1-1-47 0 0,2-7 45 0 0,0 0 1 0 0,2 0-1 0 0,0 0 1 0 0,-1 37-1 0 0,4-54-260 0 0,0 0-1 0 0,0 1 1 0 0,1-1 0 0 0,-1 0 0 0 0,0 0-1 0 0,1 0 1 0 0,0 0 0 0 0,-1 0-1 0 0,1 0 1 0 0,0 0 0 0 0,0 0 0 0 0,0 0-1 0 0,0 0 1 0 0,1 0 0 0 0,-1-1 0 0 0,0 1-1 0 0,1 0 1 0 0,2 2 0 0 0,-2-3-11 0 0,1 0-1 0 0,-1 1 1 0 0,1-1 0 0 0,-1 0 0 0 0,0 0 0 0 0,1-1 0 0 0,0 1 0 0 0,-1 0 0 0 0,1-1 0 0 0,-1 0 0 0 0,1 1 0 0 0,0-1-1 0 0,3 0 1 0 0,3-1-117 0 0,-1 0 0 0 0,1-1 0 0 0,-1 0 0 0 0,1 0 0 0 0,-1-1 0 0 0,0 0-1 0 0,0-1 1 0 0,9-4 0 0 0,-15 7-27 0 0,10-6-1319 0 0,-4 1-4194 0 0,-1 1-1578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4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6913 0 0,'-2'41'9686'0'0,"0"-25"-7472"0"0,-7 29 0 0 0,7-31-4496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4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11979 0 0,'1'-3'98'0'0,"0"0"1"0"0,1 0 0 0 0,-1 1-1 0 0,1-1 1 0 0,0 0 0 0 0,0 1-1 0 0,-1 0 1 0 0,2-1 0 0 0,-1 1-1 0 0,0 0 1 0 0,0 0 0 0 0,1 0-1 0 0,-1 0 1 0 0,1 1 0 0 0,3-2-1 0 0,3-2 534 0 0,0 0 0 0 0,1 0 0 0 0,11-2 0 0 0,-17 6-315 0 0,0 0 0 0 0,0 0-1 0 0,0 0 1 0 0,0 1 0 0 0,0 0 0 0 0,0-1 0 0 0,1 2 0 0 0,-1-1 0 0 0,0 0 0 0 0,0 1 0 0 0,0 0-1 0 0,0 0 1 0 0,5 2 0 0 0,-8-3-239 0 0,1 1 0 0 0,-1-1 0 0 0,0 1-1 0 0,0 0 1 0 0,0 0 0 0 0,0-1 0 0 0,1 1-1 0 0,-1 0 1 0 0,0 0 0 0 0,0 0 0 0 0,-1 0 0 0 0,1 0-1 0 0,0 0 1 0 0,0 1 0 0 0,0-1 0 0 0,-1 0-1 0 0,1 2 1 0 0,0-1-53 0 0,-1 0 0 0 0,0 0 0 0 0,1-1 0 0 0,-1 1 0 0 0,0 0 0 0 0,0 0 0 0 0,-1 0 0 0 0,1 0 0 0 0,0 0 0 0 0,-1-1 0 0 0,1 1 0 0 0,-1 0 0 0 0,1 0 0 0 0,-1-1 0 0 0,0 1 0 0 0,-1 2 0 0 0,-19 24 166 0 0,18-24-191 0 0,-1 1 1 0 0,1-1-1 0 0,0 0 1 0 0,0 1 0 0 0,0-1-1 0 0,-2 8 1 0 0,5-12-8 0 0,0 0 1 0 0,0 1-1 0 0,0-1 1 0 0,0 0-1 0 0,0 0 1 0 0,0 1-1 0 0,1-1 1 0 0,-1 0-1 0 0,0 1 1 0 0,0-1-1 0 0,0 0 1 0 0,1 0-1 0 0,-1 1 1 0 0,0-1-1 0 0,0 0 1 0 0,0 0 0 0 0,1 0-1 0 0,-1 1 1 0 0,0-1-1 0 0,1 0 1 0 0,-1 0-1 0 0,0 0 1 0 0,0 0-1 0 0,1 0 1 0 0,-1 0-1 0 0,0 0 1 0 0,1 1-1 0 0,-1-1 1 0 0,0 0-1 0 0,1 0 1 0 0,-1 0-1 0 0,0 0 1 0 0,1 0-1 0 0,-1 0 1 0 0,0 0-1 0 0,1-1 1 0 0,-1 1-1 0 0,19 0-291 0 0,-15 0 219 0 0,7 0-56 0 0,1 1 1 0 0,-1 0-1 0 0,1 1 1 0 0,-1 0-1 0 0,1 1 1 0 0,11 4 0 0 0,-18-5 140 0 0,-1 0 1 0 0,0 0 0 0 0,0 0 0 0 0,1 1 0 0 0,-1-1 0 0 0,-1 1 0 0 0,8 6-1 0 0,-10-7 53 0 0,1 0-1 0 0,0 0 0 0 0,-1 0 0 0 0,1 1 0 0 0,-1-1 0 0 0,1 1 0 0 0,-1-1 0 0 0,0 0 0 0 0,0 1 0 0 0,0 0 1 0 0,-1-1-1 0 0,1 1 0 0 0,0 0 0 0 0,-1 4 0 0 0,0-3 47 0 0,0-1 1 0 0,-1 1-1 0 0,0 0 0 0 0,0-1 1 0 0,0 1-1 0 0,0-1 0 0 0,0 1 1 0 0,-1-1-1 0 0,1 1 0 0 0,-1-1 0 0 0,0 0 1 0 0,0 0-1 0 0,0 0 0 0 0,-1 0 1 0 0,1 0-1 0 0,-4 3 0 0 0,1-1 76 0 0,0 0 0 0 0,0-1 0 0 0,-1 0 0 0 0,1 0 0 0 0,-1 0 0 0 0,0 0 0 0 0,-12 4 0 0 0,14-6-124 0 0,0-1-1 0 0,0-1 1 0 0,0 1 0 0 0,0 0 0 0 0,-1-1-1 0 0,-5 0 1 0 0,9 0-171 0 0,0 0 1 0 0,1 0-1 0 0,-1 0 0 0 0,0 0 1 0 0,0 0-1 0 0,0 0 1 0 0,0 0-1 0 0,0-1 0 0 0,0 1 1 0 0,0 0-1 0 0,1 0 0 0 0,-1-1 1 0 0,0 1-1 0 0,0 0 0 0 0,0-1 1 0 0,1 1-1 0 0,-1-1 0 0 0,0 0 1 0 0,0 1-1 0 0,1-1 1 0 0,-1 1-1 0 0,0-1 0 0 0,1 0 1 0 0,-1 1-1 0 0,1-1 0 0 0,-1 0 1 0 0,1 0-1 0 0,-1 0 0 0 0,1 1 1 0 0,0-1-1 0 0,-1 0 0 0 0,1 0 1 0 0,0 0-1 0 0,0 0 1 0 0,-1-1-1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75 920 0 0,'-3'-4'6037'0'0,"3"4"-5780"0"0,0-1-1 0 0,-1 1 0 0 0,1 0 0 0 0,0-1 1 0 0,0 1-1 0 0,-1-1 0 0 0,1 1 1 0 0,0 0-1 0 0,0-1 0 0 0,-1 1 0 0 0,1 0 1 0 0,0-1-1 0 0,-1 1 0 0 0,1 0 1 0 0,0-1-1 0 0,-1 1 0 0 0,1 0 0 0 0,-1 0 1 0 0,1 0-1 0 0,-1-1 0 0 0,1 1 1 0 0,0 0-1 0 0,-2 0 0 0 0,8-6 4500 0 0,5-4-4680 0 0,5-1 541 0 0,-6 3-256 0 0,1 0 0 0 0,0 2 1 0 0,12-7-1 0 0,-22 13-349 0 0,0-1 0 0 0,0 1 0 0 0,1 0 0 0 0,-1 0 0 0 0,0 0 0 0 0,0 0 0 0 0,0 0 0 0 0,0 0-1 0 0,0 0 1 0 0,0 0 0 0 0,0 1 0 0 0,0-1 0 0 0,0 0 0 0 0,1 1 0 0 0,-1-1 0 0 0,0 1 0 0 0,0-1 0 0 0,-1 1 0 0 0,1-1 0 0 0,0 1 0 0 0,0 0 0 0 0,0-1 0 0 0,0 1 0 0 0,0 0 0 0 0,-1 0 0 0 0,1 0 0 0 0,0-1 0 0 0,0 3 0 0 0,1-2 10 0 0,-1 1 0 0 0,0 0-1 0 0,0 0 1 0 0,0 0 0 0 0,0 0-1 0 0,0 0 1 0 0,0 0 0 0 0,0 0-1 0 0,-1 0 1 0 0,1 0-1 0 0,-1 0 1 0 0,1 0 0 0 0,-1 4-1 0 0,-1 3 48 0 0,-1-1 0 0 0,0 0 0 0 0,-1 0-1 0 0,1 0 1 0 0,-1 0 0 0 0,-5 8 0 0 0,-27 44 299 0 0,18-33-127 0 0,36-32-278 0 0,-14 3-3 0 0,-1 0 1 0 0,1 0-1 0 0,-1 0 0 0 0,1 1 1 0 0,0 0-1 0 0,-1 0 0 0 0,1 0 1 0 0,0 1-1 0 0,0-1 0 0 0,0 1 1 0 0,0 0-1 0 0,0 1 0 0 0,-1-1 1 0 0,1 1-1 0 0,0 0 0 0 0,0 0 1 0 0,-1 1-1 0 0,1-1 0 0 0,0 1 0 0 0,-1 0 1 0 0,0 0-1 0 0,1 0 0 0 0,-1 1 1 0 0,0 0-1 0 0,0 0 0 0 0,0 0 1 0 0,-1 0-1 0 0,1 0 0 0 0,-1 1 1 0 0,0-1-1 0 0,5 8 0 0 0,-5-7 129 0 0,0 0 0 0 0,0 1 0 0 0,0-1-1 0 0,-1 1 1 0 0,0-1 0 0 0,0 1 0 0 0,0 0-1 0 0,0 0 1 0 0,-1 0 0 0 0,0 0 0 0 0,0 0-1 0 0,0 0 1 0 0,-1 0 0 0 0,0 0 0 0 0,0 0-1 0 0,0 1 1 0 0,-2 8 0 0 0,1-10-28 0 0,0 1 1 0 0,-1-1-1 0 0,1 1 1 0 0,-1-1-1 0 0,0 0 1 0 0,-1 1-1 0 0,1-1 1 0 0,-1 0-1 0 0,0-1 1 0 0,0 1-1 0 0,0 0 1 0 0,0-1-1 0 0,0 0 1 0 0,-1 0-1 0 0,0 0 1 0 0,0 0-1 0 0,0 0 1 0 0,0-1-1 0 0,-6 4 1 0 0,2-3-26 0 0,1 0 0 0 0,-1 0 1 0 0,0-1-1 0 0,0 0 0 0 0,0 0 1 0 0,0 0-1 0 0,-10-1 1 0 0,15 0-95 0 0,1-1 1 0 0,-1 0 0 0 0,0 0-1 0 0,1-1 1 0 0,-1 1-1 0 0,0 0 1 0 0,1-1 0 0 0,-1 0-1 0 0,0 1 1 0 0,1-1 0 0 0,-1 0-1 0 0,1 0 1 0 0,-1-1 0 0 0,1 1-1 0 0,0 0 1 0 0,-1-1 0 0 0,1 0-1 0 0,0 1 1 0 0,0-1 0 0 0,0 0-1 0 0,0 0 1 0 0,1 0-1 0 0,-1 0 1 0 0,0-1 0 0 0,-1-2-1 0 0,1-5-2573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0:58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2304 0 0,'-5'4'7476'0'0,"5"-4"-7102"0"0,0 0 0 0 0,0 1 0 0 0,-2 11 3753 0 0,5 16-2109 0 0,-2-15-29 0 0,-1-8-1530 0 0,0 1-1 0 0,0-1 1 0 0,-1 1-1 0 0,1-1 1 0 0,-3 7-1 0 0,2-9-826 0 0,0 1 1 0 0,0-1-1 0 0,-1 1 0 0 0,0-1 0 0 0,-2 4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3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11979 0 0,'-4'1'409'0'0,"0"1"0"0"0,0 0 1 0 0,0 0-1 0 0,0 1 1 0 0,0-1-1 0 0,0 1 0 0 0,1 0 1 0 0,-1 0-1 0 0,1 0 1 0 0,0 1-1 0 0,0-1 1 0 0,0 1-1 0 0,-4 7 0 0 0,4-5-181 0 0,0 0 0 0 0,1-1 0 0 0,0 1 0 0 0,0 0-1 0 0,0 1 1 0 0,1-1 0 0 0,0 0 0 0 0,0 0-1 0 0,1 8 1 0 0,0 2-12 0 0,2 0 0 0 0,0 0 0 0 0,0 0 0 0 0,2 0 0 0 0,0 0 1 0 0,0-1-1 0 0,8 16 0 0 0,-10-27-156 0 0,0 0 0 0 0,0 0 0 0 0,0 0 0 0 0,0 0 0 0 0,1 0 0 0 0,0-1 0 0 0,-1 1 0 0 0,1-1 0 0 0,0 0 0 0 0,1 0 1 0 0,-1 0-1 0 0,1 0 0 0 0,-1 0 0 0 0,6 2 0 0 0,-7-4-43 0 0,0 0 0 0 0,1 0 1 0 0,-1-1-1 0 0,1 1 0 0 0,-1 0 1 0 0,1-1-1 0 0,-1 0 0 0 0,1 1 1 0 0,-1-1-1 0 0,1 0 0 0 0,-1-1 0 0 0,1 1 1 0 0,-1 0-1 0 0,1-1 0 0 0,-1 1 1 0 0,1-1-1 0 0,-1 0 0 0 0,1 0 1 0 0,-1 0-1 0 0,0 0 0 0 0,0 0 0 0 0,1 0 1 0 0,-1 0-1 0 0,0-1 0 0 0,0 0 1 0 0,2-2-1 0 0,1 0-4 0 0,0-2 0 0 0,-1 1-1 0 0,1 0 1 0 0,-1-1 0 0 0,-1 0 0 0 0,1 0 0 0 0,-1 0-1 0 0,0-1 1 0 0,0 1 0 0 0,-1-1 0 0 0,0 1 0 0 0,0-1-1 0 0,-1 0 1 0 0,0 0 0 0 0,0 0 0 0 0,0 1 0 0 0,-1-1-1 0 0,0 0 1 0 0,0 0 0 0 0,-1 0 0 0 0,0 0 0 0 0,0 0-1 0 0,0 0 1 0 0,-1 0 0 0 0,0 1 0 0 0,-1-1 0 0 0,1 1-1 0 0,-1 0 1 0 0,-4-7 0 0 0,3 8-10 0 0,0 0 1 0 0,-1 0-1 0 0,1 0 1 0 0,-1 1-1 0 0,0-1 1 0 0,0 1-1 0 0,0 0 1 0 0,-1 1-1 0 0,0-1 0 0 0,1 1 1 0 0,-1 0-1 0 0,0 1 1 0 0,-1-1-1 0 0,-11-2 1 0 0,14 4-131 0 0,0 0 1 0 0,1 1 0 0 0,-1-1 0 0 0,0 1-1 0 0,0 0 1 0 0,1 0 0 0 0,-1 0 0 0 0,0 0-1 0 0,0 1 1 0 0,1 0 0 0 0,-1-1 0 0 0,0 1-1 0 0,1 1 1 0 0,-1-1 0 0 0,1 0 0 0 0,-1 1-1 0 0,1 0 1 0 0,0 0 0 0 0,0 0 0 0 0,0 0-1 0 0,0 0 1 0 0,0 1 0 0 0,0-1 0 0 0,0 1-1 0 0,1 0 1 0 0,-1 0 0 0 0,-2 3 0 0 0,1 2-7113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70 7370 0 0,'-13'1'242'0'0,"10"0"674"0"0,0 0 1 0 0,1-1-1 0 0,-1 1 1 0 0,0-1-1 0 0,1 0 1 0 0,-1 0-1 0 0,0 0 1 0 0,0 0-1 0 0,1-1 1 0 0,-6 0-1 0 0,8 1-853 0 0,0-1 0 0 0,0 1 0 0 0,0 0 0 0 0,0-1 0 0 0,-1 1 0 0 0,1 0 0 0 0,0-1-1 0 0,0 1 1 0 0,0-1 0 0 0,0 1 0 0 0,0 0 0 0 0,0-1 0 0 0,0 1 0 0 0,0 0 0 0 0,0-1 0 0 0,0 1 0 0 0,0 0 0 0 0,0-1 0 0 0,1 1 0 0 0,-1-1-1 0 0,0 1 1 0 0,0 0 0 0 0,0-1 0 0 0,0 1 0 0 0,0 0 0 0 0,1 0 0 0 0,-1-1 0 0 0,0 1 0 0 0,0 0 0 0 0,1-1 0 0 0,-1 1 0 0 0,0 0 0 0 0,0 0-1 0 0,1-1 1 0 0,-1 1 0 0 0,0 0 0 0 0,1 0 0 0 0,-1 0 0 0 0,0 0 0 0 0,1-1 0 0 0,13-9 539 0 0,-3 3-555 0 0,1 0 1 0 0,-1 1-1 0 0,1 1 0 0 0,1 0 0 0 0,-1 0 1 0 0,1 1-1 0 0,0 1 0 0 0,21-3 1 0 0,-33 6-49 0 0,0-1 0 0 0,0 1 0 0 0,0 0 0 0 0,0 0 0 0 0,0 0 0 0 0,0 0 0 0 0,0 0 0 0 0,0 0 0 0 0,0 1 0 0 0,0-1 0 0 0,0 0 0 0 0,0 0 0 0 0,0 1 0 0 0,0-1 0 0 0,0 0 0 0 0,0 1 0 0 0,0-1 0 0 0,0 1 0 0 0,0 0 0 0 0,0-1 0 0 0,-1 1 0 0 0,1 0 0 0 0,1 0 0 0 0,-2 0-1 0 0,1 0-1 0 0,-1 1 0 0 0,0-1 1 0 0,1 0-1 0 0,-1 0 1 0 0,0 0-1 0 0,0 0 0 0 0,0 1 1 0 0,0-1-1 0 0,0 0 1 0 0,0 0-1 0 0,0 0 1 0 0,0 0-1 0 0,0 1 0 0 0,0-1 1 0 0,-1 2-1 0 0,-2 4 5 0 0,0 0 0 0 0,0 0-1 0 0,0 0 1 0 0,-9 12 0 0 0,-9 6 355 0 0,4-5-285 0 0,13-14 2 0 0,5-4 78 0 0,3-2-249 0 0,-1 1 0 0 0,0-1 0 0 0,1 1 0 0 0,-1 0 0 0 0,0 0 0 0 0,1 0 0 0 0,-1 0 0 0 0,0 0 0 0 0,0 1 0 0 0,6 3 0 0 0,-3-1 23 0 0,0 0-1 0 0,0 0 1 0 0,10 11-1 0 0,-14-13 113 0 0,0 0 0 0 0,-1 0 0 0 0,1 0 0 0 0,0 0-1 0 0,-1 1 1 0 0,0-1 0 0 0,1 0 0 0 0,-1 1 0 0 0,0-1-1 0 0,0 1 1 0 0,0 0 0 0 0,-1-1 0 0 0,1 1 0 0 0,-1-1-1 0 0,1 1 1 0 0,-1 0 0 0 0,0 0 0 0 0,0-1 0 0 0,0 1-1 0 0,0 0 1 0 0,-1-1 0 0 0,1 1 0 0 0,-1 3 0 0 0,-1-2 57 0 0,0 0 1 0 0,1 0 0 0 0,-2-1-1 0 0,1 1 1 0 0,0-1-1 0 0,0 1 1 0 0,-1-1 0 0 0,0 0-1 0 0,0 1 1 0 0,0-2 0 0 0,0 1-1 0 0,0 0 1 0 0,-1 0 0 0 0,-4 2-1 0 0,0 0-117 0 0,0-1 0 0 0,-1 0-1 0 0,1 0 1 0 0,-1-1 0 0 0,0 0-1 0 0,-1 0 1 0 0,1-1 0 0 0,0 0-1 0 0,-1 0 1 0 0,-16-1 0 0 0,18-2-640 0 0,1-1-180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16131 0 0,'1'0'112'0'0,"-1"0"-1"0"0,0 1 1 0 0,1-1-1 0 0,-1 0 0 0 0,0 1 1 0 0,0-1-1 0 0,1 1 1 0 0,-1-1-1 0 0,0 1 0 0 0,0-1 1 0 0,0 1-1 0 0,0-1 1 0 0,0 0-1 0 0,0 1 0 0 0,1-1 1 0 0,-1 1-1 0 0,0-1 1 0 0,0 1-1 0 0,0-1 0 0 0,-1 1 1 0 0,1 0-1 0 0,-1 14 316 0 0,1-13-248 0 0,-2 13 789 0 0,0 0 1 0 0,-2 1-1 0 0,-5 16 1 0 0,4-15-1063 0 0,4-14-969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16852 0 0,'2'10'448'0'0,"0"0"0"0"0,0 0 0 0 0,-2 0 1 0 0,1 0-1 0 0,-2 14 0 0 0,1-4 493 0 0,-2 35 1031 0 0,1 13-325 0 0,4-22-3807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6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4609 0 0,'13'-16'9304'0'0,"-8"10"-8482"0"0,1 0-561 0 0,0 1 0 0 0,-1 0 0 0 0,2 0 0 0 0,-1 0 0 0 0,0 1-1 0 0,1 0 1 0 0,0 0 0 0 0,0 1 0 0 0,0 0 0 0 0,0 0 0 0 0,1 0 0 0 0,-1 1 0 0 0,1 0 0 0 0,0 1-1 0 0,10-2 1 0 0,-17 3-241 0 0,-1 0 0 0 0,1 0-1 0 0,0 0 1 0 0,0 0-1 0 0,0 0 1 0 0,-1 0 0 0 0,1 0-1 0 0,0 0 1 0 0,0 1-1 0 0,0-1 1 0 0,-1 0 0 0 0,1 0-1 0 0,0 1 1 0 0,0-1-1 0 0,-1 1 1 0 0,1-1 0 0 0,0 0-1 0 0,-1 1 1 0 0,1-1-1 0 0,0 1 1 0 0,-1-1 0 0 0,1 1-1 0 0,-1 0 1 0 0,1 0-1 0 0,0 0 17 0 0,-1 0 0 0 0,0 0-1 0 0,1 0 1 0 0,-1 0-1 0 0,0 1 1 0 0,0-1 0 0 0,0 0-1 0 0,0 0 1 0 0,0 0-1 0 0,0 0 1 0 0,0 0 0 0 0,-1 0-1 0 0,1 0 1 0 0,0 0-1 0 0,-1 2 1 0 0,-2 2 94 0 0,1 1 0 0 0,-1-1 0 0 0,0 0 0 0 0,0 0 0 0 0,-5 6-1 0 0,3-5-80 0 0,0 1 86 0 0,-1 0 0 0 0,0-1 0 0 0,0 0-1 0 0,0 0 1 0 0,-1 0 0 0 0,-13 8 0 0 0,23-16-224 0 0,-1 0 6 0 0,0 0-1 0 0,1 1 1 0 0,-1-1 0 0 0,0 1-1 0 0,1-1 1 0 0,2 0 0 0 0,1 0-21 0 0,0 1 1 0 0,1 0 0 0 0,-1 1-1 0 0,0 0 1 0 0,0 0 0 0 0,0 0-1 0 0,0 1 1 0 0,0-1 0 0 0,0 2-1 0 0,0-1 1 0 0,0 1 0 0 0,0-1-1 0 0,0 2 1 0 0,0-1 0 0 0,6 4-1 0 0,-8-4 147 0 0,0 0-1 0 0,0 0 1 0 0,0 1-1 0 0,-1-1 0 0 0,1 1 1 0 0,-1 0-1 0 0,1 0 1 0 0,-1 0-1 0 0,0 1 0 0 0,0-1 1 0 0,0 1-1 0 0,-1 0 1 0 0,1-1-1 0 0,-1 1 0 0 0,0 0 1 0 0,0 0-1 0 0,-1 1 1 0 0,1-1-1 0 0,-1 0 1 0 0,0 1-1 0 0,1 5 0 0 0,-2-7 42 0 0,0 0 0 0 0,0 1 0 0 0,-1-1 0 0 0,0 0 0 0 0,0 0 0 0 0,0 0 0 0 0,0 0 0 0 0,0 0 0 0 0,0 0 0 0 0,-1 0 0 0 0,1-1 0 0 0,-1 1 0 0 0,0 0 0 0 0,0-1 0 0 0,0 1 0 0 0,0-1 0 0 0,0 0 0 0 0,-1 0 0 0 0,1 0 0 0 0,-1 0 0 0 0,-3 2 0 0 0,-6 4 202 0 0,-2 0-1 0 0,-27 12 1 0 0,31-16-186 0 0,0 0 1 0 0,0 0-1 0 0,-1-1 0 0 0,0-1 1 0 0,-11 2-1 0 0,17-4-287 0 0,0 1-1 0 0,0-1 0 0 0,1 0 1 0 0,-1 0-1 0 0,0-1 1 0 0,1 0-1 0 0,-1 1 1 0 0,0-2-1 0 0,1 1 1 0 0,-1 0-1 0 0,1-1 0 0 0,-1 0 1 0 0,1 0-1 0 0,-5-3 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6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12899 0 0,'-5'18'2403'0'0,"-1"-1"1"0"0,-7 18-1 0 0,-9 23 266 0 0,22-54-4611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7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9218 0 0,'1'-4'402'0'0,"0"1"1"0"0,1 0-1 0 0,0 0 0 0 0,0 0 0 0 0,0 0 1 0 0,0 0-1 0 0,0 0 0 0 0,0 0 0 0 0,1 1 1 0 0,-1-1-1 0 0,1 1 0 0 0,0 0 1 0 0,0 0-1 0 0,3-3 0 0 0,1 1 43 0 0,0 0 1 0 0,0 1-1 0 0,0-1 0 0 0,0 1 1 0 0,11-3-1 0 0,-16 6-371 0 0,-1-1 0 0 0,1 1 0 0 0,-1 0 0 0 0,1-1 1 0 0,0 1-1 0 0,-1 0 0 0 0,1 0 0 0 0,0 0 0 0 0,-1 0 0 0 0,1 0 0 0 0,0 0 1 0 0,-1 0-1 0 0,1 1 0 0 0,0-1 0 0 0,-1 1 0 0 0,1-1 0 0 0,-1 1 1 0 0,1 0-1 0 0,-1-1 0 0 0,1 1 0 0 0,-1 0 0 0 0,1 0 0 0 0,-1 0 0 0 0,0 0 1 0 0,1 0-1 0 0,-1 0 0 0 0,0 1 0 0 0,1 0 0 0 0,0 1-43 0 0,-1 0 0 0 0,1 1 0 0 0,-1-1-1 0 0,0 0 1 0 0,0 0 0 0 0,0 1 0 0 0,-1-1 0 0 0,1 0 0 0 0,-1 1-1 0 0,0-1 1 0 0,0 0 0 0 0,0 1 0 0 0,-1 3 0 0 0,-1 9-16 0 0,-1-1 0 0 0,-1 1 1 0 0,-5 14-1 0 0,4-15 602 0 0,0 1 0 0 0,-4 30 0 0 0,9-44-599 0 0,0-1-1 0 0,0 1 1 0 0,0-1 0 0 0,0 1-1 0 0,0-1 1 0 0,0 1 0 0 0,0-1-1 0 0,1 1 1 0 0,-1-1 0 0 0,0 1-1 0 0,1-1 1 0 0,-1 1 0 0 0,1-1-1 0 0,0 1 1 0 0,-1-1 0 0 0,1 0-1 0 0,0 0 1 0 0,0 1 0 0 0,0-1-1 0 0,0 0 1 0 0,1 2 0 0 0,0-2 34 0 0,0 0 1 0 0,0 0-1 0 0,1 0 1 0 0,-1 0-1 0 0,0 0 1 0 0,0 0-1 0 0,0 0 1 0 0,1-1 0 0 0,-1 1-1 0 0,0-1 1 0 0,1 0-1 0 0,3 0 1 0 0,4 0 103 0 0,0-1 1 0 0,0 0-1 0 0,0-1 1 0 0,0 0 0 0 0,13-5-1 0 0,10-5-540 0 0,-23 7 56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8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14283 0 0,'6'-5'1222'0'0,"0"0"0"0"0,0 0 0 0 0,0 0 1 0 0,11-5-1 0 0,-6 4-753 0 0,0 0 0 0 0,21-6 0 0 0,-28 11-449 0 0,-1 0 0 0 0,1 0 0 0 0,-1 0 0 0 0,1 1 0 0 0,0-1 0 0 0,-1 1 0 0 0,1 0 0 0 0,0 0 0 0 0,-1 0 0 0 0,1 0 0 0 0,-1 1 0 0 0,1-1 0 0 0,6 3 0 0 0,-9-3-12 0 0,0 1-1 0 0,-1-1 1 0 0,1 1 0 0 0,0-1 0 0 0,-1 1 0 0 0,1-1 0 0 0,0 1 0 0 0,-1-1-1 0 0,1 1 1 0 0,0-1 0 0 0,-1 1 0 0 0,1 0 0 0 0,-1-1 0 0 0,1 1 0 0 0,-1 0-1 0 0,0 0 1 0 0,1-1 0 0 0,-1 1 0 0 0,0 0 0 0 0,1 0 0 0 0,-1 0 0 0 0,0 0-1 0 0,0 1 1 0 0,0 0 6 0 0,0 0 0 0 0,0 1 0 0 0,0-1 0 0 0,-1 0 0 0 0,1 0 0 0 0,-1 0 0 0 0,1 0 0 0 0,-1 0 0 0 0,-1 3 0 0 0,-3 4 28 0 0,0 0 0 0 0,-1-1-1 0 0,-7 9 1 0 0,12-15-34 0 0,-25 27 103 0 0,16-19-24 0 0,1 2 1 0 0,-10 13-1 0 0,19-25-87 0 0,1 0 1 0 0,-1 0-1 0 0,0 1 0 0 0,0-1 1 0 0,0 0-1 0 0,1 0 0 0 0,-1 0 0 0 0,0 0 1 0 0,0 1-1 0 0,1-1 0 0 0,-1 0 1 0 0,0 0-1 0 0,0 0 0 0 0,1 0 1 0 0,-1 0-1 0 0,0 0 0 0 0,0 0 1 0 0,1 0-1 0 0,-1 0 0 0 0,0 0 1 0 0,0 0-1 0 0,1 0 0 0 0,-1 0 1 0 0,0 0-1 0 0,1 0 0 0 0,-1 0 1 0 0,0 0-1 0 0,0 0 0 0 0,1 0 1 0 0,-1 0-1 0 0,0 0 0 0 0,0-1 1 0 0,1 1-1 0 0,-1 0 0 0 0,17-4-14 0 0,-15 4 0 0 0,5-2-92 0 0,1 1 1 0 0,-1 0-1 0 0,0 1 1 0 0,0 0-1 0 0,1 0 0 0 0,-1 0 1 0 0,0 1-1 0 0,1 0 1 0 0,-1 0-1 0 0,8 4 1 0 0,-11-4 72 0 0,0 0 0 0 0,0 1 1 0 0,0 0-1 0 0,0 0 0 0 0,0 0 0 0 0,0 1 1 0 0,-1-1-1 0 0,1 1 0 0 0,-1 0 0 0 0,0 0 1 0 0,0 0-1 0 0,0 0 0 0 0,0 1 0 0 0,-1-1 1 0 0,1 1-1 0 0,-1-1 0 0 0,0 1 0 0 0,3 6 1 0 0,-5-8 70 0 0,1 0 0 0 0,0 0 0 0 0,-1 0 0 0 0,0 0 0 0 0,1 0 0 0 0,-1-1 0 0 0,0 1 0 0 0,0 0 0 0 0,0 0 0 0 0,0 0 0 0 0,0 0 0 0 0,-1 0 0 0 0,1 0 0 0 0,-1 0 1 0 0,1 0-1 0 0,-2 1 0 0 0,1 1 47 0 0,-1-1 0 0 0,0 0 0 0 0,0 0-1 0 0,0 0 1 0 0,-1 0 0 0 0,1 0 0 0 0,-6 5 0 0 0,-1-1 141 0 0,0 0 0 0 0,-1 0-1 0 0,0-1 1 0 0,-14 6 0 0 0,15-8-130 0 0,-1 0-1 0 0,1-1 1 0 0,0 0 0 0 0,-1 0 0 0 0,-19 1 0 0 0,25-3-159 0 0,0-1-1 0 0,0 1 1 0 0,-1-1 0 0 0,1-1 0 0 0,0 1-1 0 0,0-1 1 0 0,-1 1 0 0 0,1-1 0 0 0,0 0-1 0 0,0-1 1 0 0,0 1 0 0 0,0-1 0 0 0,0 0-1 0 0,1 1 1 0 0,-1-2 0 0 0,-4-2 0 0 0,5 2-595 0 0,1-1-199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8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2761 0 0,'0'2'474'0'0,"1"-1"0"0"0,0 1 1 0 0,-1 0-1 0 0,1 0 1 0 0,-1 0-1 0 0,0 0 1 0 0,0 0-1 0 0,1 1 1 0 0,-1-1-1 0 0,-1 0 1 0 0,1 0-1 0 0,0 0 0 0 0,0 0 1 0 0,-2 3-1 0 0,-9 29 6036 0 0,10-31-5771 0 0,-19 44 4483 0 0,1-20-6606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09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8290 0 0,'1'-2'572'0'0,"1"0"1"0"0,0 1 0 0 0,-1-1-1 0 0,1 0 1 0 0,0 1 0 0 0,0 0-1 0 0,1-1 1 0 0,3-1 0 0 0,-3 1 107 0 0,8-4 343 0 0,0 0 0 0 0,0 1-1 0 0,0 0 1 0 0,17-4 0 0 0,-23 7-853 0 0,0 1 1 0 0,0 1-1 0 0,-1-1 1 0 0,1 1 0 0 0,0-1-1 0 0,7 2 1 0 0,-10-1-113 0 0,0 1 1 0 0,1-1 0 0 0,-1 1-1 0 0,0-1 1 0 0,0 1 0 0 0,0 0-1 0 0,1 0 1 0 0,-1 0-1 0 0,0 0 1 0 0,0 0 0 0 0,0 1-1 0 0,-1-1 1 0 0,1 1 0 0 0,2 1-1 0 0,-3-2-36 0 0,0 1 0 0 0,0-1 0 0 0,-1 0 0 0 0,1 1-1 0 0,0-1 1 0 0,-1 1 0 0 0,1-1 0 0 0,-1 1 0 0 0,0 0-1 0 0,1-1 1 0 0,-1 1 0 0 0,0-1 0 0 0,0 1 0 0 0,0 0 0 0 0,0-1-1 0 0,0 1 1 0 0,0-1 0 0 0,0 1 0 0 0,-1 0 0 0 0,1-1-1 0 0,-1 1 1 0 0,1-1 0 0 0,-1 1 0 0 0,0-1 0 0 0,1 1 0 0 0,-1-1-1 0 0,0 0 1 0 0,-1 2 0 0 0,-3 5 54 0 0,0 0-1 0 0,-1 0 1 0 0,-8 8 0 0 0,14-16-76 0 0,-16 16 125 0 0,11-12-68 0 0,0 1 1 0 0,0 0-1 0 0,1 0 0 0 0,-6 8 0 0 0,10-13-57 0 0,0 0 0 0 0,0 1 0 0 0,0-1 0 0 0,0 0 1 0 0,0 0-1 0 0,0 0 0 0 0,0 0 0 0 0,0 0 0 0 0,1 1 0 0 0,-1-1 0 0 0,0 0 0 0 0,0 0 0 0 0,0 0 0 0 0,0 0 0 0 0,0 0 0 0 0,0 0 0 0 0,1 1 1 0 0,-1-1-1 0 0,0 0 0 0 0,0 0 0 0 0,0 0 0 0 0,0 0 0 0 0,1 0 0 0 0,-1 0 0 0 0,0 0 0 0 0,0 0 0 0 0,0 0 0 0 0,0 0 0 0 0,1 0 0 0 0,-1 0 1 0 0,0 0-1 0 0,0 0 0 0 0,0 0 0 0 0,1 0 0 0 0,-1 0 0 0 0,0 0 0 0 0,0 0 0 0 0,0 0 0 0 0,0 0 0 0 0,1 0 0 0 0,-1 0 0 0 0,0 0 0 0 0,0-1 1 0 0,0 1-1 0 0,0 0 0 0 0,1 0 0 0 0,13-3-72 0 0,-12 3 49 0 0,4-1-42 0 0,0 1 0 0 0,0 0 0 0 0,0 0-1 0 0,0 1 1 0 0,0 0 0 0 0,0 0-1 0 0,0 0 1 0 0,0 1 0 0 0,0-1-1 0 0,-1 1 1 0 0,1 1 0 0 0,-1-1-1 0 0,1 1 1 0 0,-1 0 0 0 0,9 7 0 0 0,-11-8 65 0 0,0 1 1 0 0,0-1-1 0 0,-1 1 1 0 0,1 0-1 0 0,0 0 1 0 0,-1 0 0 0 0,0 0-1 0 0,0 1 1 0 0,0-1-1 0 0,0 1 1 0 0,1 3-1 0 0,-2-4 43 0 0,0 0-1 0 0,0 0 0 0 0,-1 0 1 0 0,0-1-1 0 0,1 1 0 0 0,-1 0 1 0 0,0 0-1 0 0,0 0 0 0 0,-1 0 1 0 0,1-1-1 0 0,-1 1 0 0 0,1 0 0 0 0,-1 0 1 0 0,0 0-1 0 0,0-1 0 0 0,-2 5 1 0 0,0-2 58 0 0,0 0-1 0 0,-1-1 1 0 0,1 0 0 0 0,-1 1 0 0 0,0-1-1 0 0,0-1 1 0 0,0 1 0 0 0,0-1 0 0 0,-1 1-1 0 0,-7 3 1 0 0,1-1 88 0 0,0 0 0 0 0,-1-1 0 0 0,-19 6 0 0 0,29-10-289 0 0,0 0-1 0 0,0 0 1 0 0,0-1-1 0 0,-1 1 1 0 0,1-1-1 0 0,0 0 1 0 0,-1 1-1 0 0,1-1 1 0 0,0 0-1 0 0,-1 0 1 0 0,1 0-1 0 0,0-1 0 0 0,0 1 1 0 0,-1-1-1 0 0,1 1 1 0 0,0-1-1 0 0,0 0 1 0 0,-4-1-1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8290 0 0,'0'-1'442'0'0,"-1"0"1"0"0,1 1 0 0 0,0-1 0 0 0,-1 0-1 0 0,1 1 1 0 0,0-1 0 0 0,0 0 0 0 0,0 1-1 0 0,-1-1 1 0 0,1 0 0 0 0,0 0-1 0 0,0 1 1 0 0,0-1 0 0 0,0 0 0 0 0,0 1-1 0 0,0-1 1 0 0,1 0 0 0 0,-1 0-1 0 0,0 0 1 0 0,4 1 2838 0 0,0 9-2384 0 0,1 13-522 0 0,-1-1 0 0 0,-1 1-1 0 0,-1 0 1 0 0,-1 32 0 0 0,0-31-173 0 0,-2 20-110 0 0,-11 79-1 0 0,12-118-347 0 0,3-9-2346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10594 0 0,'0'2'680'0'0,"1"1"0"0"0,-1 0 0 0 0,1 0 1 0 0,-1-1-1 0 0,0 1 0 0 0,0 0 0 0 0,0 0 0 0 0,-1 3 0 0 0,1 0 502 0 0,-1 16 1180 0 0,-4 22 0 0 0,0 3-2622 0 0,5-44-1473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28 7370 0 0,'-2'-1'258'0'0,"1"0"0"0"0,0 0 0 0 0,-1 0 0 0 0,1-1 0 0 0,-1 1 0 0 0,1 1 0 0 0,-1-1 0 0 0,1 0 1 0 0,-1 0-1 0 0,0 1 0 0 0,1-1 0 0 0,-1 1 0 0 0,0-1 0 0 0,0 1 0 0 0,0 0 0 0 0,1-1 1 0 0,-1 1-1 0 0,0 0 0 0 0,0 0 0 0 0,0 0 0 0 0,1 1 0 0 0,-1-1 0 0 0,0 0 0 0 0,0 1 0 0 0,1-1 1 0 0,-1 1-1 0 0,0 0 0 0 0,1-1 0 0 0,-1 1 0 0 0,0 0 0 0 0,1 0 0 0 0,-3 2 0 0 0,0-1 60 0 0,1 2 1 0 0,-1-1-1 0 0,0 0 0 0 0,1 1 0 0 0,0 0 0 0 0,0-1 0 0 0,0 1 0 0 0,0 0 1 0 0,0 1-1 0 0,-3 7 0 0 0,1 4-145 0 0,0-1 1 0 0,1 1-1 0 0,1 0 1 0 0,0 0-1 0 0,1 0 1 0 0,1 0-1 0 0,1 0 1 0 0,0 0-1 0 0,1 1 0 0 0,0-1 1 0 0,2 0-1 0 0,0 0 1 0 0,6 19-1 0 0,-8-30-141 0 0,1-1-1 0 0,0 0 0 0 0,0 0 0 0 0,0 1 1 0 0,0-1-1 0 0,1-1 0 0 0,0 1 0 0 0,-1 0 1 0 0,1-1-1 0 0,1 1 0 0 0,-1-1 0 0 0,0 0 0 0 0,1 0 1 0 0,0 0-1 0 0,6 3 0 0 0,-6-4-8 0 0,0 0-1 0 0,0-1 0 0 0,0 0 0 0 0,0 0 1 0 0,0 0-1 0 0,0 0 0 0 0,0 0 1 0 0,0-1-1 0 0,1 0 0 0 0,-1 0 1 0 0,0 0-1 0 0,0 0 0 0 0,1-1 1 0 0,-1 0-1 0 0,0 0 0 0 0,0 0 1 0 0,5-2-1 0 0,0 0-2 0 0,0-1 1 0 0,-1 0-1 0 0,0-1 1 0 0,1 0-1 0 0,-2 0 0 0 0,1-1 1 0 0,0 0-1 0 0,-1 0 1 0 0,0-1-1 0 0,-1 0 1 0 0,0 0-1 0 0,0-1 0 0 0,8-13 1 0 0,-10 16-10 0 0,-1-1 1 0 0,-1 1-1 0 0,1-1 0 0 0,-1 1 1 0 0,0-1-1 0 0,0 0 0 0 0,-1 0 1 0 0,0 0-1 0 0,0 0 1 0 0,0-1-1 0 0,-1 1 0 0 0,0 0 1 0 0,0 0-1 0 0,0 0 0 0 0,-1 0 1 0 0,0 0-1 0 0,0 0 1 0 0,-1 0-1 0 0,0 0 0 0 0,0 0 1 0 0,-5-11-1 0 0,-2 3-51 0 0,0 0 0 0 0,-1 0 0 0 0,-1 1 1 0 0,0 0-1 0 0,-1 1 0 0 0,0 0 0 0 0,-1 1 0 0 0,-17-12 0 0 0,27 21-148 0 0,0-1 0 0 0,0 1-1 0 0,-1 0 1 0 0,0 0 0 0 0,1 1 0 0 0,-1-1-1 0 0,0 1 1 0 0,0 0 0 0 0,1 0 0 0 0,-1 0-1 0 0,-6-1 1 0 0,8 3-939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 7834 0 0,'0'-1'218'0'0,"-1"1"1"0"0,1-1-1 0 0,-1 1 1 0 0,1-1-1 0 0,0 1 1 0 0,-1-1-1 0 0,1 1 1 0 0,0-1-1 0 0,0 1 0 0 0,-1-1 1 0 0,1 1-1 0 0,0-1 1 0 0,0 1-1 0 0,0-1 1 0 0,0 1-1 0 0,0-1 1 0 0,0 0-1 0 0,0 1 1 0 0,0-1-1 0 0,0 1-26 0 0,0 0-1 0 0,1 0 0 0 0,-1 1 1 0 0,1-1-1 0 0,-1 0 1 0 0,0 1-1 0 0,1-1 0 0 0,-1 0 1 0 0,0 1-1 0 0,0-1 0 0 0,1 1 1 0 0,-1-1-1 0 0,0 0 1 0 0,0 1-1 0 0,0-1 0 0 0,0 1 1 0 0,1-1-1 0 0,-1 1 0 0 0,0-1 1 0 0,0 1-1 0 0,0-1 1 0 0,0 1-1 0 0,0-1 0 0 0,0 0 1 0 0,0 1-1 0 0,0 0 0 0 0,12 76 3619 0 0,-9-42-3215 0 0,-1 48 0 0 0,-7-42-430 0 0,3-32-383 0 0,1 0 1 0 0,0 0 0 0 0,0 0 0 0 0,2 16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9218 0 0,'0'1'120'0'0,"-1"-1"0"0"0,0 1 0 0 0,1 0 1 0 0,-1-1-1 0 0,1 1 0 0 0,-1 0 0 0 0,1 0 0 0 0,-1 0 0 0 0,1-1 0 0 0,0 1 1 0 0,-1 0-1 0 0,1 0 0 0 0,0 0 0 0 0,0 0 0 0 0,0 0 0 0 0,0 0 0 0 0,0 0 1 0 0,0 1-1 0 0,-1 22 1517 0 0,2-18-899 0 0,-2 17 1208 0 0,1 9-1198 0 0,1-12-3371 0 0,2-14-1973 0 0,-1-6 4031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 9674 0 0,'0'0'78'0'0,"0"0"0"0"0,0-1 0 0 0,-1 1 0 0 0,1 0 0 0 0,0 0 0 0 0,0 0 0 0 0,0-1 0 0 0,0 1 0 0 0,0 0 0 0 0,0 0 1 0 0,0-1-1 0 0,0 1 0 0 0,0 0 0 0 0,0 0 0 0 0,0-1 0 0 0,0 1 0 0 0,0 0 0 0 0,0 0 0 0 0,0-1 0 0 0,0 1 0 0 0,0 0 0 0 0,0 0 0 0 0,0-1 0 0 0,0 1 0 0 0,0 0 0 0 0,0 0 0 0 0,1-1 0 0 0,-1 1 0 0 0,0 0 0 0 0,0 0 0 0 0,0 0 0 0 0,0 0 0 0 0,1-1 1 0 0,-1 1-1 0 0,0 0 0 0 0,0 0 0 0 0,0 0 0 0 0,1 0 0 0 0,-1-1 0 0 0,0 1 0 0 0,0 0 0 0 0,0 0 0 0 0,1 0 0 0 0,-1 0 0 0 0,1 0 99 0 0,-1 0 0 0 0,1 1 0 0 0,0-1 0 0 0,-1 0 0 0 0,0 1 0 0 0,1-1 0 0 0,-1 0 0 0 0,1 1-1 0 0,-1-1 1 0 0,1 1 0 0 0,-1-1 0 0 0,0 1 0 0 0,1-1 0 0 0,-1 1 0 0 0,0-1 0 0 0,1 1 0 0 0,-1-1 0 0 0,0 1 0 0 0,0 0 0 0 0,5 13 1246 0 0,-1-1 0 0 0,3 20 0 0 0,2 61-61 0 0,-7-75-1063 0 0,1 29 333 0 0,-5 81-1 0 0,1-126-3268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36 7370 0 0,'-1'-2'96'0'0,"0"1"1"0"0,1-1-1 0 0,-1 1 1 0 0,0-1-1 0 0,1 1 1 0 0,0-1-1 0 0,-1 0 1 0 0,1 1-1 0 0,0-1 1 0 0,0 0 0 0 0,0 1-1 0 0,0-1 1 0 0,0-1-1 0 0,0-2 1178 0 0,2-2 4732 0 0,2 14-3242 0 0,3 12-1027 0 0,-2 9-1204 0 0,-2 0 0 0 0,0 0 1 0 0,-2 1-1 0 0,-3 28 1 0 0,1-3-483 0 0,2-53-1005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11979 0 0,'0'3'632'0'0,"-1"-1"0"0"0,1 1 0 0 0,-1 0 1 0 0,1 0-1 0 0,0-1 0 0 0,0 1 0 0 0,0 0 1 0 0,1 3-1 0 0,0 0 328 0 0,-1 11 436 0 0,0 0 0 0 0,-4 20-1 0 0,3-29-2373 0 0,-1 0 0 0 0,0 0 0 0 0,-5 12 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13363 0 0,'0'-2'164'0'0,"1"0"0"0"0,-1 0 0 0 0,1 0 0 0 0,0 0 0 0 0,0 0 0 0 0,0 0 0 0 0,0 1 0 0 0,0-1 0 0 0,0 0 0 0 0,1 0 0 0 0,-1 1 0 0 0,0-1-1 0 0,3-2 1 0 0,22-18 1272 0 0,-22 19-1080 0 0,0 0 1 0 0,1 1-1 0 0,-1-1 0 0 0,0 1 0 0 0,1 0 0 0 0,-1 1 0 0 0,1-1 0 0 0,6-1 0 0 0,-10 3-315 0 0,0-1 1 0 0,0 1-1 0 0,0 0 0 0 0,1 0 0 0 0,-1 0 0 0 0,0 0 0 0 0,0 0 0 0 0,0 0 0 0 0,0 0 1 0 0,0 1-1 0 0,0-1 0 0 0,0 0 0 0 0,0 0 0 0 0,0 1 0 0 0,0-1 0 0 0,0 1 0 0 0,0-1 0 0 0,0 1 1 0 0,0-1-1 0 0,-1 1 0 0 0,1 0 0 0 0,0-1 0 0 0,0 1 0 0 0,0 0 0 0 0,-1 0 0 0 0,1-1 1 0 0,0 1-1 0 0,-1 0 0 0 0,1 0 0 0 0,-1 0 0 0 0,1 0 0 0 0,-1 0 0 0 0,1 0 0 0 0,-1 0 1 0 0,0 0-1 0 0,0 0 0 0 0,1 0 0 0 0,-1 0 0 0 0,0 0 0 0 0,0 0 0 0 0,0 0 0 0 0,0 0 1 0 0,0 2-1 0 0,-1 9 43 0 0,0-1-1 0 0,-1 1 1 0 0,-1-1 0 0 0,1 0 0 0 0,-2 0 0 0 0,-4 12-1 0 0,-4 12 156 0 0,4-9 20 0 0,4-19-97 0 0,2 1 0 0 0,-1 0 0 0 0,1 0 1 0 0,0 0-1 0 0,0 0 0 0 0,1 0 0 0 0,0 0 0 0 0,1 15 0 0 0,1-21-136 0 0,-1-1 0 0 0,0 0 1 0 0,1 0-1 0 0,0 1 0 0 0,-1-1 0 0 0,1 0 1 0 0,0 0-1 0 0,-1 0 0 0 0,1 0 0 0 0,0 0 0 0 0,0 0 1 0 0,0 0-1 0 0,0 0 0 0 0,0 0 0 0 0,0 0 1 0 0,0-1-1 0 0,0 1 0 0 0,0 0 0 0 0,1-1 1 0 0,-1 1-1 0 0,0-1 0 0 0,0 1 0 0 0,1-1 0 0 0,-1 0 1 0 0,0 1-1 0 0,1-1 0 0 0,-1 0 0 0 0,0 0 1 0 0,1 0-1 0 0,1 0 0 0 0,6 0 29 0 0,1-1-1 0 0,-1 0 1 0 0,12-2-1 0 0,-11 1-6 0 0,0 1-35 0 0,10-2-528 0 0,30-8 1 0 0,-43 8-4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11058 0 0,'2'12'6185'0'0,"2"15"-4488"0"0,7 42 125 0 0,3 115-1 0 0,-14-182-2307 0 0,2 12 1160 0 0,1-7-7450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7834 0 0,'-5'24'6840'0'0,"1"0"-3486"0"0,2-8-2056 0 0,-1 0 0 0 0,-7 19 0 0 0,5-19-977 0 0,-5 10-2545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15203 0 0,'1'-2'101'0'0,"-1"-1"0"0"0,1 1 0 0 0,0-1 0 0 0,0 0 0 0 0,0 1 0 0 0,1 0 0 0 0,-1-1 0 0 0,1 1 0 0 0,-1 0 0 0 0,1 0 0 0 0,0 0 0 0 0,-1 0 0 0 0,1 0 0 0 0,0 0 0 0 0,3-2 0 0 0,6-4 217 0 0,19-11 0 0 0,-26 17 11 0 0,1-1 30 0 0,1 0-1 0 0,-1 0 1 0 0,1 1 0 0 0,0-1 0 0 0,0 1-1 0 0,0 1 1 0 0,0-1 0 0 0,9 0 0 0 0,-14 2-285 0 0,1 0 0 0 0,-1 0 0 0 0,0 0 0 0 0,1 0 1 0 0,-1 1-1 0 0,1-1 0 0 0,-1 0 0 0 0,1 0 0 0 0,-1 1 1 0 0,0-1-1 0 0,1 1 0 0 0,-1 0 0 0 0,0-1 0 0 0,0 1 1 0 0,1 0-1 0 0,-1 0 0 0 0,1 0 0 0 0,-1 1-61 0 0,0-1 0 0 0,0 1 0 0 0,0-1 0 0 0,0 0 1 0 0,-1 1-1 0 0,1-1 0 0 0,-1 1 0 0 0,1 0 0 0 0,-1-1 0 0 0,1 1 0 0 0,-1-1 0 0 0,0 1 0 0 0,0 0 0 0 0,0-1 0 0 0,0 1 1 0 0,0 0-1 0 0,0-1 0 0 0,-1 4 0 0 0,0 0-3 0 0,0 1 0 0 0,-1 0 1 0 0,0-1-1 0 0,0 0 0 0 0,0 1 1 0 0,-1-1-1 0 0,-3 6 0 0 0,2-5-42 0 0,1 0-1 0 0,0 0 1 0 0,0 0-1 0 0,-2 8 1 0 0,7-14-90 0 0,0 0 0 0 0,-1 0 0 0 0,1 0 0 0 0,0-1 0 0 0,-1 1 0 0 0,1-1 0 0 0,0 1 0 0 0,-1-1 0 0 0,1 0 1 0 0,-1 1-1 0 0,2-2 0 0 0,-1 1-49 0 0,3-1-75 0 0,1 0 1 0 0,0 0-1 0 0,0 0 0 0 0,0 1 0 0 0,1 0 1 0 0,-1 0-1 0 0,0 1 0 0 0,0 0 0 0 0,1 0 1 0 0,-1 0-1 0 0,0 1 0 0 0,12 2 0 0 0,-13-2 343 0 0,0 1-1 0 0,0-1 0 0 0,0 1 0 0 0,0 0 0 0 0,0 0 1 0 0,0 1-1 0 0,-1 0 0 0 0,1 0 0 0 0,-1 0 1 0 0,0 0-1 0 0,0 0 0 0 0,0 1 0 0 0,0 0 1 0 0,0 0-1 0 0,4 7 0 0 0,-7-10 31 0 0,0 1 0 0 0,0 0 0 0 0,0 0 1 0 0,0 0-1 0 0,0 0 0 0 0,-1 0 0 0 0,1 0 0 0 0,-1 0 0 0 0,1 0 0 0 0,-1 0 0 0 0,0 0 0 0 0,0 0 0 0 0,0 0 1 0 0,0 0-1 0 0,0 0 0 0 0,0 0 0 0 0,-1 4 0 0 0,0-3 0 0 0,0 0-1 0 0,-1 0 1 0 0,1 0 0 0 0,-1 0 0 0 0,1 0-1 0 0,-1 0 1 0 0,0-1 0 0 0,0 1 0 0 0,-1-1-1 0 0,-1 3 1 0 0,-6 3 170 0 0,1-1 1 0 0,-1 0-1 0 0,0 0 1 0 0,-21 10-1 0 0,-11-1 147 0 0,38-15-435 0 0,0 1 0 0 0,-1-2 0 0 0,1 1-1 0 0,0 0 1 0 0,0-1 0 0 0,-1 0 0 0 0,1 0-1 0 0,-6-1 1 0 0,10 1-81 0 0,-1 0 0 0 0,1 0 0 0 0,-1 0-1 0 0,1 0 1 0 0,-1 0 0 0 0,1 0 0 0 0,0 0 0 0 0,-1 0 0 0 0,1 0-1 0 0,-1 0 1 0 0,1-1 0 0 0,-1 1 0 0 0,1 0 0 0 0,0 0 0 0 0,-1-1-1 0 0,1 1 1 0 0,0 0 0 0 0,-1-1 0 0 0,1 1 0 0 0,0 0 0 0 0,-1-1-1 0 0,1 1 1 0 0,0 0 0 0 0,-1-1 0 0 0,1 1 0 0 0,0-1 0 0 0,0 1 0 0 0,0 0-1 0 0,0-1 1 0 0,-1 1 0 0 0,1-1 0 0 0,0 1 0 0 0,0-1 0 0 0,0 1-1 0 0,0-1 1 0 0,0 1 0 0 0,0 0 0 0 0,0-1 0 0 0,0 1 0 0 0,0-1-1 0 0,0 1 1 0 0,0-1 0 0 0,0 1 0 0 0,1-1 0 0 0,-1 0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9674 0 0,'2'-1'847'0'0,"0"0"1"0"0,0 0-1 0 0,0 0 0 0 0,-1-1 1 0 0,1 1-1 0 0,0-1 0 0 0,1-1 1 0 0,10-9 1302 0 0,-8 9-1926 0 0,-1 1 0 0 0,1-1 1 0 0,0 1-1 0 0,0 0 1 0 0,0 0-1 0 0,0 1 1 0 0,1-1-1 0 0,-1 1 0 0 0,0 0 1 0 0,9 0-1 0 0,-12 1-206 0 0,0 0 0 0 0,-1 0-1 0 0,1 0 1 0 0,-1 1-1 0 0,1-1 1 0 0,0 0 0 0 0,-1 1-1 0 0,1-1 1 0 0,-1 1 0 0 0,1 0-1 0 0,-1-1 1 0 0,1 1 0 0 0,-1 0-1 0 0,0 0 1 0 0,1 0 0 0 0,-1 0-1 0 0,0 0 1 0 0,0 0-1 0 0,0 0 1 0 0,0 0 0 0 0,1 1-1 0 0,-2-1 1 0 0,1 0 0 0 0,0 1-1 0 0,0-1 1 0 0,0 0 0 0 0,-1 1-1 0 0,1-1 1 0 0,0 1 0 0 0,-1-1-1 0 0,0 1 1 0 0,1 0-1 0 0,-1-1 1 0 0,0 1 0 0 0,0-1-1 0 0,0 1 1 0 0,0 0 0 0 0,0 2-1 0 0,0 5 17 0 0,-1 0 0 0 0,0 0 0 0 0,-1 0 0 0 0,0 0 0 0 0,-5 15 0 0 0,-22 42 164 0 0,21-50-29 0 0,1 0 0 0 0,0 1 0 0 0,-9 34 0 0 0,16-49-148 0 0,-1 0-1 0 0,1 0 1 0 0,0 0 0 0 0,-1 1 0 0 0,1-1 0 0 0,0 0 0 0 0,1 0-1 0 0,-1 0 1 0 0,0 0 0 0 0,0 0 0 0 0,1 1 0 0 0,-1-1-1 0 0,1 0 1 0 0,0 0 0 0 0,0 0 0 0 0,0 0 0 0 0,0 0-1 0 0,0-1 1 0 0,2 4 0 0 0,-2-4-5 0 0,1 0 1 0 0,-1 1-1 0 0,1-1 0 0 0,0 0 1 0 0,-1 0-1 0 0,1 0 1 0 0,0-1-1 0 0,0 1 0 0 0,0 0 1 0 0,0-1-1 0 0,0 1 0 0 0,0-1 1 0 0,0 1-1 0 0,0-1 0 0 0,0 0 1 0 0,0 0-1 0 0,0 0 1 0 0,0 0-1 0 0,0 0 0 0 0,0-1 1 0 0,2 0-1 0 0,8-1-537 0 0,0-1 0 0 0,0-1 0 0 0,-1 0 0 0 0,22-10 0 0 0,-24 9-7044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9218 0 0,'-1'2'268'0'0,"0"0"1"0"0,0 1-1 0 0,0 0 1 0 0,0-1-1 0 0,1 1 1 0 0,-1-1-1 0 0,1 1 1 0 0,0-1-1 0 0,0 6 1 0 0,-1 3 797 0 0,-2 3 943 0 0,0 0 0 0 0,-9 19 0 0 0,3-5-3034 0 0,7-23-5432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 9218 0 0,'0'0'96'0'0,"0"0"1"0"0,0 0-1 0 0,0 0 0 0 0,0-1 1 0 0,-1 1-1 0 0,1 0 1 0 0,0 0-1 0 0,0 0 0 0 0,0 0 1 0 0,0-1-1 0 0,0 1 0 0 0,-1 0 1 0 0,1 0-1 0 0,0 0 0 0 0,0 0 1 0 0,0 0-1 0 0,-1 0 1 0 0,1-1-1 0 0,0 1 0 0 0,0 0 1 0 0,0 0-1 0 0,-1 0 0 0 0,1 0 1 0 0,0 0-1 0 0,0 0 0 0 0,0 0 1 0 0,-1 0-1 0 0,1 0 1 0 0,0 0-1 0 0,0 0 0 0 0,-1 0 1 0 0,1 0-1 0 0,0 0 0 0 0,0 0 1 0 0,0 0-1 0 0,-1 0 0 0 0,1 0 1 0 0,0 1-1 0 0,0-1 1 0 0,0 0-1 0 0,-1 0 0 0 0,1 0 1 0 0,0 0-1 0 0,0 0 0 0 0,0 1 1 0 0,-7 12 1576 0 0,0 23-438 0 0,7-35-1024 0 0,-2 17 568 0 0,0-1-1 0 0,1 1 0 0 0,2 0 1 0 0,1 18-1 0 0,-1-29-631 0 0,0-1 0 0 0,0 1 0 0 0,0 0 0 0 0,1-1 0 0 0,0 1 0 0 0,1-1 0 0 0,-1 0 1 0 0,1 0-1 0 0,0 0 0 0 0,1 0 0 0 0,-1-1 0 0 0,1 1 0 0 0,8 8 0 0 0,-9-12-105 0 0,-1 0 1 0 0,1 0-1 0 0,0 0 1 0 0,-1 0-1 0 0,1 0 1 0 0,0-1-1 0 0,0 0 1 0 0,0 1-1 0 0,1-1 1 0 0,-1 0-1 0 0,0-1 1 0 0,0 1 0 0 0,0 0-1 0 0,5-1 1 0 0,-2 0 4 0 0,0 0 0 0 0,0-1 0 0 0,0 1 0 0 0,-1-1 0 0 0,1-1 1 0 0,0 1-1 0 0,8-5 0 0 0,-1 1 0 0 0,-1-1 0 0 0,0-1-1 0 0,-1 0 1 0 0,0-1 0 0 0,0 0 0 0 0,13-13 0 0 0,-21 18-64 0 0,1-1 0 0 0,-1 1 0 0 0,0-1 0 0 0,0 0 0 0 0,0 0 0 0 0,0 0 1 0 0,-1 0-1 0 0,1-1 0 0 0,-1 1 0 0 0,0-1 0 0 0,-1 1 0 0 0,2-6 0 0 0,-2 7 0 0 0,-1 0 0 0 0,0-1-1 0 0,0 1 1 0 0,0 0 0 0 0,0 0-1 0 0,-1-1 1 0 0,1 1 0 0 0,-1 0 0 0 0,0 0-1 0 0,1 0 1 0 0,-2 0 0 0 0,1 0-1 0 0,0 0 1 0 0,-1 0 0 0 0,1 0 0 0 0,-1 0-1 0 0,0 0 1 0 0,0 1 0 0 0,-2-4-1 0 0,-4-1-6 0 0,1 0-1 0 0,-1 0 0 0 0,0 0 0 0 0,0 1 0 0 0,-1 0 1 0 0,0 1-1 0 0,0 0 0 0 0,0 0 0 0 0,-1 1 0 0 0,1 0 1 0 0,-1 1-1 0 0,0 0 0 0 0,0 0 0 0 0,0 1 1 0 0,0 1-1 0 0,-19-2 0 0 0,28 3-338 0 0,-2 1-201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55 9218 0 0,'-1'0'249'0'0,"-1"0"0"0"0,1-1 1 0 0,0 1-1 0 0,0 0 0 0 0,-1 0 0 0 0,1-1 0 0 0,0 1 0 0 0,0-1 1 0 0,0 1-1 0 0,0-1 0 0 0,0 1 0 0 0,0-1 0 0 0,0 0 0 0 0,0 0 1 0 0,0 1-1 0 0,0-1 0 0 0,0 0 0 0 0,0 0 0 0 0,1 0 1 0 0,-1 0-1 0 0,0 0 0 0 0,-1-2 0 0 0,2 2-63 0 0,0-1 0 0 0,0 1 0 0 0,0 0-1 0 0,1 0 1 0 0,-1 0 0 0 0,0 0 0 0 0,0-1 0 0 0,1 1 0 0 0,-1 0-1 0 0,1 0 1 0 0,-1 0 0 0 0,1 0 0 0 0,-1 0 0 0 0,1 0 0 0 0,0 0-1 0 0,-1 0 1 0 0,1 0 0 0 0,0 0 0 0 0,0 0 0 0 0,0 1 0 0 0,0-1-1 0 0,-1 0 1 0 0,1 0 0 0 0,2 0 0 0 0,-1 0-107 0 0,-1-1 0 0 0,1 1 0 0 0,0 0 0 0 0,0 0 0 0 0,0 0 0 0 0,1 0 0 0 0,-1 0 0 0 0,0 0 0 0 0,0 0 0 0 0,0 1 0 0 0,1-1 0 0 0,-1 1 0 0 0,0 0 0 0 0,1-1 0 0 0,-1 1 0 0 0,3 0-1 0 0,-5 1-60 0 0,1-1 0 0 0,0 0 0 0 0,0 0 0 0 0,0 1 0 0 0,0-1 0 0 0,-1 0 0 0 0,1 1 0 0 0,0-1 0 0 0,0 1 0 0 0,-1-1 0 0 0,1 1 0 0 0,0-1 0 0 0,-1 1 0 0 0,1-1 0 0 0,-1 1 0 0 0,1 0 0 0 0,0-1 0 0 0,-1 2 0 0 0,1-1 5 0 0,0 0 1 0 0,-1 1-1 0 0,1-1 0 0 0,-1 1 0 0 0,1-1 1 0 0,-1 1-1 0 0,0-1 0 0 0,0 1 0 0 0,0-1 1 0 0,0 1-1 0 0,0 0 0 0 0,0-1 0 0 0,0 2 1 0 0,-4 14 114 0 0,0-1 0 0 0,-1 0 0 0 0,0 0 0 0 0,-15 28 0 0 0,3-7 14 0 0,4-7 29 0 0,-10 25 148 0 0,21-49-236 0 0,0 0 0 0 0,1-1 0 0 0,0 1 0 0 0,0 0 1 0 0,0 0-1 0 0,1-1 0 0 0,0 11 0 0 0,0-14-71 0 0,0-1-1 0 0,0 0 1 0 0,1 0-1 0 0,-1 1 1 0 0,0-1-1 0 0,1 0 1 0 0,-1 0-1 0 0,1 0 1 0 0,-1 0-1 0 0,1 1 1 0 0,-1-1-1 0 0,1 0 1 0 0,0 0-1 0 0,-1 0 1 0 0,1 0-1 0 0,0 0 1 0 0,0 0-1 0 0,0-1 1 0 0,0 1-1 0 0,0 0 1 0 0,0 0-1 0 0,1 0 1 0 0,0 0 2 0 0,1 0 0 0 0,-1-1 0 0 0,0 1 1 0 0,0-1-1 0 0,1 1 0 0 0,-1-1 0 0 0,0 0 1 0 0,1 0-1 0 0,-1 0 0 0 0,0 0 0 0 0,3-1 0 0 0,6-1-24 0 0,-1 0-1 0 0,1-1 0 0 0,-1-1 1 0 0,10-4-1 0 0,18-14-1161 0 0,-34 19 830 0 0,4-2-405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2304 0 0,'-1'0'309'0'0,"1"0"0"0"0,0 0 0 0 0,-1 0 0 0 0,1 1-1 0 0,0-1 1 0 0,-1 0 0 0 0,1 0 0 0 0,0 1 0 0 0,0-1-1 0 0,0 0 1 0 0,-1 0 0 0 0,1 1 0 0 0,0-1 0 0 0,0 0-1 0 0,0 1 1 0 0,-1-1 0 0 0,1 0 0 0 0,0 1 0 0 0,0-1-1 0 0,0 1 1 0 0,0-1 0 0 0,0 0 0 0 0,0 1-1 0 0,0-1 1 0 0,0 0 0 0 0,0 1 0 0 0,0 0 0 0 0,-2 17 1366 0 0,2-10-263 0 0,-2 4 707 0 0,-1-1 1 0 0,-4 13 0 0 0,0-4-2069 0 0,2 1-5173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3081 0 0,'10'-11'197'0'0,"14"-9"7907"0"0,-22 25-4697 0 0,2 9-576 0 0,3 25-69 0 0,3 72 0 0 0,-8-73-1997 0 0,-1-30-564 0 0,-1-7-183 0 0,1 1 0 0 0,-1 0 0 0 0,1 0 0 0 0,-1-1-1 0 0,0 1 1 0 0,0 0 0 0 0,0 0 0 0 0,0 0 0 0 0,0-1 0 0 0,-1 4 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9218 0 0,'3'-4'532'0'0,"1"0"0"0"0,-1 0 0 0 0,1 1 0 0 0,0-1 0 0 0,-1 1 0 0 0,2 0 0 0 0,-1 0 0 0 0,8-4 0 0 0,-5 3 105 0 0,29-15 1277 0 0,-34 18-1825 0 0,0 0 0 0 0,0 1 1 0 0,0-1-1 0 0,0 0 1 0 0,1 1-1 0 0,-1 0 0 0 0,0-1 1 0 0,0 1-1 0 0,0 0 0 0 0,0 0 1 0 0,1 0-1 0 0,-1 0 0 0 0,0 1 1 0 0,0-1-1 0 0,0 0 0 0 0,3 2 1 0 0,-4-1-66 0 0,0-1 0 0 0,0 1 0 0 0,0 0 0 0 0,-1 0 0 0 0,1 0 0 0 0,0 0 1 0 0,-1 0-1 0 0,1-1 0 0 0,0 1 0 0 0,-1 0 0 0 0,1 1 0 0 0,-1-1 0 0 0,0 0 0 0 0,1 0 0 0 0,-1 0 0 0 0,0 0 1 0 0,0 0-1 0 0,0 0 0 0 0,1 0 0 0 0,-1 0 0 0 0,0 0 0 0 0,-1 1 0 0 0,1-1 0 0 0,0 0 0 0 0,0 0 0 0 0,0 0 1 0 0,-1 2-1 0 0,-10 31 586 0 0,10-32-607 0 0,-44 90 1252 0 0,32-69-660 0 0,0 1-1 0 0,2 1 1 0 0,-13 40-1 0 0,23-63-544 0 0,1-1 0 0 0,0 1 0 0 0,-1-1 0 0 0,1 1 0 0 0,0 0 0 0 0,0-1 0 0 0,0 1 0 0 0,0-1 0 0 0,0 1 0 0 0,0-1 0 0 0,0 1 0 0 0,0-1 1 0 0,1 1-1 0 0,-1 0 0 0 0,1-1 0 0 0,-1 1 0 0 0,1-1 0 0 0,1 3 0 0 0,-1-4-35 0 0,-1 1 1 0 0,1 0-1 0 0,0-1 1 0 0,0 1 0 0 0,0 0-1 0 0,0-1 1 0 0,0 1-1 0 0,0-1 1 0 0,0 0-1 0 0,1 1 1 0 0,-1-1-1 0 0,0 0 1 0 0,0 1-1 0 0,0-1 1 0 0,0 0-1 0 0,0 0 1 0 0,0 0 0 0 0,1 0-1 0 0,-1 0 1 0 0,0-1-1 0 0,0 1 1 0 0,0 0-1 0 0,0 0 1 0 0,0-1-1 0 0,3 0 1 0 0,7-3-128 0 0,-1 0 1 0 0,21-10-1 0 0,1-6-3117 0 0,-24 15-4292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11058 0 0,'-1'2'461'0'0,"0"0"0"0"0,0 0-1 0 0,1 0 1 0 0,-1 0-1 0 0,1 1 1 0 0,-1-1 0 0 0,1 0-1 0 0,0 1 1 0 0,0 3 0 0 0,-1 3 927 0 0,-12 46 1738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12899 0 0,'0'-1'63'0'0,"0"0"0"0"0,0-1 0 0 0,0 1-1 0 0,0 0 1 0 0,0-1 0 0 0,1 1 0 0 0,-1 0 0 0 0,0 0 0 0 0,1 0 0 0 0,-1-1 0 0 0,0 1 0 0 0,1 0 0 0 0,-1 0 0 0 0,1 0 0 0 0,0 0 0 0 0,-1 0 0 0 0,1 0 0 0 0,0 0-1 0 0,0 0 1 0 0,0 0 0 0 0,0 0 0 0 0,0 0 0 0 0,1-1 0 0 0,28-20 37 0 0,-25 19 301 0 0,4-2 17 0 0,-1 0 1 0 0,1 1 0 0 0,0 0-1 0 0,0 0 1 0 0,1 1 0 0 0,-1 0-1 0 0,10-1 1 0 0,-14 3-229 0 0,-1 0 1 0 0,1 1-1 0 0,-1 0 1 0 0,1 0-1 0 0,0 0 1 0 0,-1 1-1 0 0,8 1 1 0 0,-9-1-101 0 0,-1-1 0 0 0,1 1 0 0 0,-1 0 0 0 0,0 0 0 0 0,1 1 0 0 0,-1-1 0 0 0,0 0 0 0 0,0 1 0 0 0,0-1 0 0 0,0 1 0 0 0,0 0 0 0 0,0 0 0 0 0,-1 0 0 0 0,3 3 0 0 0,-2-2-55 0 0,-1 0 0 0 0,1 0 1 0 0,-1 0-1 0 0,0 1 0 0 0,0-1 1 0 0,0 0-1 0 0,-1 1 0 0 0,1-1 1 0 0,-1 0-1 0 0,0 1 1 0 0,0-1-1 0 0,0 1 0 0 0,0-1 1 0 0,0 0-1 0 0,-1 1 0 0 0,0-1 1 0 0,0 0-1 0 0,-1 5 0 0 0,-3 7 174 0 0,-1 0 1 0 0,-13 21-1 0 0,15-27-51 0 0,-1 1 8 0 0,-16 34 672 0 0,19-41-765 0 0,1 0 0 0 0,1-1 1 0 0,-1 1-1 0 0,0 0 0 0 0,1 0 1 0 0,-1 0-1 0 0,1 0 0 0 0,0 0 0 0 0,0 0 1 0 0,0 0-1 0 0,0-1 0 0 0,1 1 1 0 0,0 5-1 0 0,0-6-42 0 0,0-1-1 0 0,0 0 1 0 0,0 1 0 0 0,0-1-1 0 0,0 0 1 0 0,1 0-1 0 0,-1 1 1 0 0,0-1 0 0 0,0 0-1 0 0,1 0 1 0 0,-1 0 0 0 0,1-1-1 0 0,-1 1 1 0 0,1 0 0 0 0,-1 0-1 0 0,1-1 1 0 0,-1 1 0 0 0,1-1-1 0 0,0 0 1 0 0,-1 1-1 0 0,1-1 1 0 0,0 0 0 0 0,-1 0-1 0 0,1 0 1 0 0,0 0 0 0 0,1 0-1 0 0,7-1 56 0 0,-1 0 0 0 0,0 0 0 0 0,12-3 0 0 0,-9 0-669 0 0,0 0-1 0 0,0 0 1 0 0,0-1 0 0 0,18-11-1 0 0,-19 10-7663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10138 0 0,'2'-2'404'0'0,"1"1"0"0"0,-1-1 0 0 0,1 0-1 0 0,0 1 1 0 0,0 0 0 0 0,4-2 0 0 0,3-2 314 0 0,-7 4-466 0 0,0-1 0 0 0,-1 1 0 0 0,1 0-1 0 0,0 0 1 0 0,1 0 0 0 0,-1 0 0 0 0,0 0 0 0 0,0 1 0 0 0,0-1 0 0 0,0 1-1 0 0,1 0 1 0 0,-1 0 0 0 0,0 0 0 0 0,0 0 0 0 0,6 2 0 0 0,-7-2-167 0 0,-1 1 1 0 0,1 0-1 0 0,0 0 1 0 0,0 0-1 0 0,-1 0 1 0 0,1 0-1 0 0,0 0 0 0 0,-1 0 1 0 0,0 1-1 0 0,1-1 1 0 0,-1 1-1 0 0,0-1 1 0 0,1 1-1 0 0,-1-1 1 0 0,0 1-1 0 0,0 0 1 0 0,0-1-1 0 0,0 1 1 0 0,-1 0-1 0 0,1 0 1 0 0,0-1-1 0 0,-1 1 0 0 0,1 0 1 0 0,-1 0-1 0 0,0 0 1 0 0,1 4-1 0 0,-2 1 73 0 0,1 0 0 0 0,-1 0 0 0 0,0-1-1 0 0,0 1 1 0 0,-1 0 0 0 0,-4 12 0 0 0,-2 8 151 0 0,1-1-47 0 0,2-7 45 0 0,0 0 1 0 0,2 0-1 0 0,0 0 1 0 0,-1 37-1 0 0,4-54-260 0 0,0 0-1 0 0,0 1 1 0 0,1-1 0 0 0,-1 0 0 0 0,0 0-1 0 0,1 0 1 0 0,0 0 0 0 0,-1 0-1 0 0,1 0 1 0 0,0 0 0 0 0,0 0 0 0 0,0 0-1 0 0,0 0 1 0 0,1 0 0 0 0,-1-1 0 0 0,0 1-1 0 0,1 0 1 0 0,2 2 0 0 0,-2-3-11 0 0,1 0-1 0 0,-1 1 1 0 0,1-1 0 0 0,-1 0 0 0 0,0 0 0 0 0,1-1 0 0 0,0 1 0 0 0,-1 0 0 0 0,1-1 0 0 0,-1 0 0 0 0,1 1 0 0 0,0-1-1 0 0,3 0 1 0 0,3-1-117 0 0,-1 0 0 0 0,1-1 0 0 0,-1 0 0 0 0,1 0 0 0 0,-1-1 0 0 0,0 0-1 0 0,0-1 1 0 0,9-4 0 0 0,-15 7-27 0 0,10-6-1319 0 0,-4 1-4194 0 0,-1 1-1578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6913 0 0,'-2'41'9686'0'0,"0"-25"-7472"0"0,-7 29 0 0 0,7-31-4496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11979 0 0,'1'-3'98'0'0,"0"0"1"0"0,1 0 0 0 0,-1 1-1 0 0,1-1 1 0 0,0 0 0 0 0,0 1-1 0 0,-1 0 1 0 0,2-1 0 0 0,-1 1-1 0 0,0 0 1 0 0,0 0 0 0 0,1 0-1 0 0,-1 0 1 0 0,1 1 0 0 0,3-2-1 0 0,3-2 534 0 0,0 0 0 0 0,1 0 0 0 0,11-2 0 0 0,-17 6-315 0 0,0 0 0 0 0,0 0-1 0 0,0 0 1 0 0,0 1 0 0 0,0 0 0 0 0,0-1 0 0 0,1 2 0 0 0,-1-1 0 0 0,0 0 0 0 0,0 1 0 0 0,0 0-1 0 0,0 0 1 0 0,5 2 0 0 0,-8-3-239 0 0,1 1 0 0 0,-1-1 0 0 0,0 1-1 0 0,0 0 1 0 0,0 0 0 0 0,0-1 0 0 0,1 1-1 0 0,-1 0 1 0 0,0 0 0 0 0,0 0 0 0 0,-1 0 0 0 0,1 0-1 0 0,0 0 1 0 0,0 1 0 0 0,0-1 0 0 0,-1 0-1 0 0,1 2 1 0 0,0-1-53 0 0,-1 0 0 0 0,0 0 0 0 0,1-1 0 0 0,-1 1 0 0 0,0 0 0 0 0,0 0 0 0 0,-1 0 0 0 0,1 0 0 0 0,0 0 0 0 0,-1-1 0 0 0,1 1 0 0 0,-1 0 0 0 0,1 0 0 0 0,-1-1 0 0 0,0 1 0 0 0,-1 2 0 0 0,-19 24 166 0 0,18-24-191 0 0,-1 1 1 0 0,1-1-1 0 0,0 0 1 0 0,0 1 0 0 0,0-1-1 0 0,-2 8 1 0 0,5-12-8 0 0,0 0 1 0 0,0 1-1 0 0,0-1 1 0 0,0 0-1 0 0,0 0 1 0 0,0 1-1 0 0,1-1 1 0 0,-1 0-1 0 0,0 1 1 0 0,0-1-1 0 0,0 0 1 0 0,1 0-1 0 0,-1 1 1 0 0,0-1-1 0 0,0 0 1 0 0,0 0 0 0 0,1 0-1 0 0,-1 1 1 0 0,0-1-1 0 0,1 0 1 0 0,-1 0-1 0 0,0 0 1 0 0,0 0-1 0 0,1 0 1 0 0,-1 0-1 0 0,0 0 1 0 0,1 1-1 0 0,-1-1 1 0 0,0 0-1 0 0,1 0 1 0 0,-1 0-1 0 0,0 0 1 0 0,1 0-1 0 0,-1 0 1 0 0,0 0-1 0 0,1-1 1 0 0,-1 1-1 0 0,19 0-291 0 0,-15 0 219 0 0,7 0-56 0 0,1 1 1 0 0,-1 0-1 0 0,1 1 1 0 0,-1 0-1 0 0,1 1 1 0 0,11 4 0 0 0,-18-5 140 0 0,-1 0 1 0 0,0 0 0 0 0,0 0 0 0 0,1 1 0 0 0,-1-1 0 0 0,-1 1 0 0 0,8 6-1 0 0,-10-7 53 0 0,1 0-1 0 0,0 0 0 0 0,-1 0 0 0 0,1 1 0 0 0,-1-1 0 0 0,1 1 0 0 0,-1-1 0 0 0,0 0 0 0 0,0 1 0 0 0,0 0 1 0 0,-1-1-1 0 0,1 1 0 0 0,0 0 0 0 0,-1 4 0 0 0,0-3 47 0 0,0-1 1 0 0,-1 1-1 0 0,0 0 0 0 0,0-1 1 0 0,0 1-1 0 0,0-1 0 0 0,0 1 1 0 0,-1-1-1 0 0,1 1 0 0 0,-1-1 0 0 0,0 0 1 0 0,0 0-1 0 0,0 0 0 0 0,-1 0 1 0 0,1 0-1 0 0,-4 3 0 0 0,1-1 76 0 0,0 0 0 0 0,0-1 0 0 0,-1 0 0 0 0,1 0 0 0 0,-1 0 0 0 0,0 0 0 0 0,-12 4 0 0 0,14-6-124 0 0,0-1-1 0 0,0-1 1 0 0,0 1 0 0 0,0 0 0 0 0,-1-1-1 0 0,-5 0 1 0 0,9 0-171 0 0,0 0 1 0 0,1 0-1 0 0,-1 0 0 0 0,0 0 1 0 0,0 0-1 0 0,0 0 1 0 0,0 0-1 0 0,0-1 0 0 0,0 1 1 0 0,0 0-1 0 0,1 0 0 0 0,-1-1 1 0 0,0 1-1 0 0,0 0 0 0 0,0-1 1 0 0,1 1-1 0 0,-1-1 0 0 0,0 0 1 0 0,0 1-1 0 0,1-1 1 0 0,-1 1-1 0 0,0-1 0 0 0,1 0 1 0 0,-1 1-1 0 0,1-1 0 0 0,-1 0 1 0 0,1 0-1 0 0,-1 0 0 0 0,1 1 1 0 0,0-1-1 0 0,-1 0 0 0 0,1 0 1 0 0,0 0-1 0 0,0 0 1 0 0,-1-1-1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75 920 0 0,'-3'-4'6037'0'0,"3"4"-5780"0"0,0-1-1 0 0,-1 1 0 0 0,1 0 0 0 0,0-1 1 0 0,0 1-1 0 0,-1-1 0 0 0,1 1 1 0 0,0 0-1 0 0,0-1 0 0 0,-1 1 0 0 0,1 0 1 0 0,0-1-1 0 0,-1 1 0 0 0,1 0 1 0 0,0-1-1 0 0,-1 1 0 0 0,1 0 0 0 0,-1 0 1 0 0,1 0-1 0 0,-1-1 0 0 0,1 1 1 0 0,0 0-1 0 0,-2 0 0 0 0,8-6 4500 0 0,5-4-4680 0 0,5-1 541 0 0,-6 3-256 0 0,1 0 0 0 0,0 2 1 0 0,12-7-1 0 0,-22 13-349 0 0,0-1 0 0 0,0 1 0 0 0,1 0 0 0 0,-1 0 0 0 0,0 0 0 0 0,0 0 0 0 0,0 0 0 0 0,0 0-1 0 0,0 0 1 0 0,0 0 0 0 0,0 1 0 0 0,0-1 0 0 0,0 0 0 0 0,1 1 0 0 0,-1-1 0 0 0,0 1 0 0 0,0-1 0 0 0,-1 1 0 0 0,1-1 0 0 0,0 1 0 0 0,0 0 0 0 0,0-1 0 0 0,0 1 0 0 0,0 0 0 0 0,-1 0 0 0 0,1 0 0 0 0,0-1 0 0 0,0 3 0 0 0,1-2 10 0 0,-1 1 0 0 0,0 0-1 0 0,0 0 1 0 0,0 0 0 0 0,0 0-1 0 0,0 0 1 0 0,0 0 0 0 0,0 0-1 0 0,-1 0 1 0 0,1 0-1 0 0,-1 0 1 0 0,1 0 0 0 0,-1 4-1 0 0,-1 3 48 0 0,-1-1 0 0 0,0 0 0 0 0,-1 0-1 0 0,1 0 1 0 0,-1 0 0 0 0,-5 8 0 0 0,-27 44 299 0 0,18-33-127 0 0,36-32-278 0 0,-14 3-3 0 0,-1 0 1 0 0,1 0-1 0 0,-1 0 0 0 0,1 1 1 0 0,0 0-1 0 0,-1 0 0 0 0,1 0 1 0 0,0 1-1 0 0,0-1 0 0 0,0 1 1 0 0,0 0-1 0 0,0 1 0 0 0,-1-1 1 0 0,1 1-1 0 0,0 0 0 0 0,0 0 1 0 0,-1 1-1 0 0,1-1 0 0 0,0 1 0 0 0,-1 0 1 0 0,0 0-1 0 0,1 0 0 0 0,-1 1 1 0 0,0 0-1 0 0,0 0 0 0 0,0 0 1 0 0,-1 0-1 0 0,1 0 0 0 0,-1 1 1 0 0,0-1-1 0 0,5 8 0 0 0,-5-7 129 0 0,0 0 0 0 0,0 1 0 0 0,0-1-1 0 0,-1 1 1 0 0,0-1 0 0 0,0 1 0 0 0,0 0-1 0 0,0 0 1 0 0,-1 0 0 0 0,0 0 0 0 0,0 0-1 0 0,0 0 1 0 0,-1 0 0 0 0,0 0 0 0 0,0 0-1 0 0,0 1 1 0 0,-2 8 0 0 0,1-10-28 0 0,0 1 1 0 0,-1-1-1 0 0,1 1 1 0 0,-1-1-1 0 0,0 0 1 0 0,-1 1-1 0 0,1-1 1 0 0,-1 0-1 0 0,0-1 1 0 0,0 1-1 0 0,0 0 1 0 0,0-1-1 0 0,0 0 1 0 0,-1 0-1 0 0,0 0 1 0 0,0 0-1 0 0,0 0 1 0 0,0-1-1 0 0,-6 4 1 0 0,2-3-26 0 0,1 0 0 0 0,-1 0 1 0 0,0-1-1 0 0,0 0 0 0 0,0 0 1 0 0,0 0-1 0 0,-10-1 1 0 0,15 0-95 0 0,1-1 1 0 0,-1 0 0 0 0,0 0-1 0 0,1-1 1 0 0,-1 1-1 0 0,0 0 1 0 0,1-1 0 0 0,-1 0-1 0 0,0 1 1 0 0,1-1 0 0 0,-1 0-1 0 0,1 0 1 0 0,-1-1 0 0 0,1 1-1 0 0,0 0 1 0 0,-1-1 0 0 0,1 0-1 0 0,0 1 1 0 0,0-1 0 0 0,0 0-1 0 0,0 0 1 0 0,1 0-1 0 0,-1 0 1 0 0,0-1 0 0 0,-1-2-1 0 0,1-5-2573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2304 0 0,'-5'4'7476'0'0,"5"-4"-7102"0"0,0 0 0 0 0,0 1 0 0 0,-2 11 3753 0 0,5 16-2109 0 0,-2-15-29 0 0,-1-8-1530 0 0,0 1-1 0 0,0-1 1 0 0,-1 1-1 0 0,1-1 1 0 0,-3 7-1 0 0,2-9-826 0 0,0 1 1 0 0,0-1-1 0 0,-1 1 0 0 0,0-1 0 0 0,-2 4 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11979 0 0,'-4'1'409'0'0,"0"1"0"0"0,0 0 1 0 0,0 0-1 0 0,0 1 1 0 0,0-1-1 0 0,0 1 0 0 0,1 0 1 0 0,-1 0-1 0 0,1 0 1 0 0,0 1-1 0 0,0-1 1 0 0,0 1-1 0 0,-4 7 0 0 0,4-5-181 0 0,0 0 0 0 0,1-1 0 0 0,0 1 0 0 0,0 0-1 0 0,0 1 1 0 0,1-1 0 0 0,0 0 0 0 0,0 0-1 0 0,1 8 1 0 0,0 2-12 0 0,2 0 0 0 0,0 0 0 0 0,0 0 0 0 0,2 0 0 0 0,0 0 1 0 0,0-1-1 0 0,8 16 0 0 0,-10-27-156 0 0,0 0 0 0 0,0 0 0 0 0,0 0 0 0 0,0 0 0 0 0,1 0 0 0 0,0-1 0 0 0,-1 1 0 0 0,1-1 0 0 0,0 0 0 0 0,1 0 1 0 0,-1 0-1 0 0,1 0 0 0 0,-1 0 0 0 0,6 2 0 0 0,-7-4-43 0 0,0 0 0 0 0,1 0 1 0 0,-1-1-1 0 0,1 1 0 0 0,-1 0 1 0 0,1-1-1 0 0,-1 0 0 0 0,1 1 1 0 0,-1-1-1 0 0,1 0 0 0 0,-1-1 0 0 0,1 1 1 0 0,-1 0-1 0 0,1-1 0 0 0,-1 1 1 0 0,1-1-1 0 0,-1 0 0 0 0,1 0 1 0 0,-1 0-1 0 0,0 0 0 0 0,0 0 0 0 0,1 0 1 0 0,-1 0-1 0 0,0-1 0 0 0,0 0 1 0 0,2-2-1 0 0,1 0-4 0 0,0-2 0 0 0,-1 1-1 0 0,1 0 1 0 0,-1-1 0 0 0,-1 0 0 0 0,1 0 0 0 0,-1 0-1 0 0,0-1 1 0 0,0 1 0 0 0,-1-1 0 0 0,0 1 0 0 0,0-1-1 0 0,-1 0 1 0 0,0 0 0 0 0,0 0 0 0 0,0 1 0 0 0,-1-1-1 0 0,0 0 1 0 0,0 0 0 0 0,-1 0 0 0 0,0 0 0 0 0,0 0-1 0 0,0 0 1 0 0,-1 0 0 0 0,0 1 0 0 0,-1-1 0 0 0,1 1-1 0 0,-1 0 1 0 0,-4-7 0 0 0,3 8-10 0 0,0 0 1 0 0,-1 0-1 0 0,1 0 1 0 0,-1 1-1 0 0,0-1 1 0 0,0 1-1 0 0,0 0 1 0 0,-1 1-1 0 0,0-1 0 0 0,1 1 1 0 0,-1 0-1 0 0,0 1 1 0 0,-1-1-1 0 0,-11-2 1 0 0,14 4-131 0 0,0 0 1 0 0,1 1 0 0 0,-1-1 0 0 0,0 1-1 0 0,0 0 1 0 0,1 0 0 0 0,-1 0 0 0 0,0 0-1 0 0,0 1 1 0 0,1 0 0 0 0,-1-1 0 0 0,0 1-1 0 0,1 1 1 0 0,-1-1 0 0 0,1 0 0 0 0,-1 1-1 0 0,1 0 1 0 0,0 0 0 0 0,0 0 0 0 0,0 0-1 0 0,0 0 1 0 0,0 1 0 0 0,0-1 0 0 0,0 1-1 0 0,1 0 1 0 0,-1 0 0 0 0,-2 3 0 0 0,1 2-7113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70 7370 0 0,'-13'1'242'0'0,"10"0"674"0"0,0 0 1 0 0,1-1-1 0 0,-1 1 1 0 0,0-1-1 0 0,1 0 1 0 0,-1 0-1 0 0,0 0 1 0 0,0 0-1 0 0,1-1 1 0 0,-6 0-1 0 0,8 1-853 0 0,0-1 0 0 0,0 1 0 0 0,0 0 0 0 0,0-1 0 0 0,-1 1 0 0 0,1 0 0 0 0,0-1-1 0 0,0 1 1 0 0,0-1 0 0 0,0 1 0 0 0,0 0 0 0 0,0-1 0 0 0,0 1 0 0 0,0 0 0 0 0,0-1 0 0 0,0 1 0 0 0,0 0 0 0 0,0-1 0 0 0,1 1 0 0 0,-1-1-1 0 0,0 1 1 0 0,0 0 0 0 0,0-1 0 0 0,0 1 0 0 0,0 0 0 0 0,1 0 0 0 0,-1-1 0 0 0,0 1 0 0 0,0 0 0 0 0,1-1 0 0 0,-1 1 0 0 0,0 0 0 0 0,0 0-1 0 0,1-1 1 0 0,-1 1 0 0 0,0 0 0 0 0,1 0 0 0 0,-1 0 0 0 0,0 0 0 0 0,1-1 0 0 0,13-9 539 0 0,-3 3-555 0 0,1 0 1 0 0,-1 1-1 0 0,1 1 0 0 0,1 0 0 0 0,-1 0 1 0 0,1 1-1 0 0,0 1 0 0 0,21-3 1 0 0,-33 6-49 0 0,0-1 0 0 0,0 1 0 0 0,0 0 0 0 0,0 0 0 0 0,0 0 0 0 0,0 0 0 0 0,0 0 0 0 0,0 0 0 0 0,0 1 0 0 0,0-1 0 0 0,0 0 0 0 0,0 0 0 0 0,0 1 0 0 0,0-1 0 0 0,0 0 0 0 0,0 1 0 0 0,0-1 0 0 0,0 1 0 0 0,0 0 0 0 0,0-1 0 0 0,-1 1 0 0 0,1 0 0 0 0,1 0 0 0 0,-2 0-1 0 0,1 0-1 0 0,-1 1 0 0 0,0-1 1 0 0,1 0-1 0 0,-1 0 1 0 0,0 0-1 0 0,0 0 0 0 0,0 1 1 0 0,0-1-1 0 0,0 0 1 0 0,0 0-1 0 0,0 0 1 0 0,0 0-1 0 0,0 1 0 0 0,0-1 1 0 0,-1 2-1 0 0,-2 4 5 0 0,0 0 0 0 0,0 0-1 0 0,0 0 1 0 0,-9 12 0 0 0,-9 6 355 0 0,4-5-285 0 0,13-14 2 0 0,5-4 78 0 0,3-2-249 0 0,-1 1 0 0 0,0-1 0 0 0,1 1 0 0 0,-1 0 0 0 0,0 0 0 0 0,1 0 0 0 0,-1 0 0 0 0,0 0 0 0 0,0 1 0 0 0,6 3 0 0 0,-3-1 23 0 0,0 0-1 0 0,0 0 1 0 0,10 11-1 0 0,-14-13 113 0 0,0 0 0 0 0,-1 0 0 0 0,1 0 0 0 0,0 0-1 0 0,-1 1 1 0 0,0-1 0 0 0,1 0 0 0 0,-1 1 0 0 0,0-1-1 0 0,0 1 1 0 0,0 0 0 0 0,-1-1 0 0 0,1 1 0 0 0,-1-1-1 0 0,1 1 1 0 0,-1 0 0 0 0,0 0 0 0 0,0-1 0 0 0,0 1-1 0 0,0 0 1 0 0,-1-1 0 0 0,1 1 0 0 0,-1 3 0 0 0,-1-2 57 0 0,0 0 1 0 0,1 0 0 0 0,-2-1-1 0 0,1 1 1 0 0,0-1-1 0 0,0 1 1 0 0,-1-1 0 0 0,0 0-1 0 0,0 1 1 0 0,0-2 0 0 0,0 1-1 0 0,0 0 1 0 0,-1 0 0 0 0,-4 2-1 0 0,0 0-117 0 0,0-1 0 0 0,-1 0-1 0 0,1 0 1 0 0,-1-1 0 0 0,0 0-1 0 0,-1 0 1 0 0,1-1 0 0 0,0 0-1 0 0,-1 0 1 0 0,-16-1 0 0 0,18-2-640 0 0,1-1-180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16131 0 0,'1'0'112'0'0,"-1"0"-1"0"0,0 1 1 0 0,1-1-1 0 0,-1 0 0 0 0,0 1 1 0 0,0-1-1 0 0,1 1 1 0 0,-1-1-1 0 0,0 1 0 0 0,0-1 1 0 0,0 1-1 0 0,0-1 1 0 0,0 0-1 0 0,0 1 0 0 0,1-1 1 0 0,-1 1-1 0 0,0-1 1 0 0,0 1-1 0 0,0-1 0 0 0,-1 1 1 0 0,1 0-1 0 0,-1 14 316 0 0,1-13-248 0 0,-2 13 789 0 0,0 0 1 0 0,-2 1-1 0 0,-5 16 1 0 0,4-15-1063 0 0,4-14-969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16852 0 0,'2'10'448'0'0,"0"0"0"0"0,0 0 0 0 0,-2 0 1 0 0,1 0-1 0 0,-2 14 0 0 0,1-4 493 0 0,-2 35 1031 0 0,1 13-325 0 0,4-22-3807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4609 0 0,'13'-16'9304'0'0,"-8"10"-8482"0"0,1 0-561 0 0,0 1 0 0 0,-1 0 0 0 0,2 0 0 0 0,-1 0 0 0 0,0 1-1 0 0,1 0 1 0 0,0 0 0 0 0,0 1 0 0 0,0 0 0 0 0,0 0 0 0 0,1 0 0 0 0,-1 1 0 0 0,1 0 0 0 0,0 1-1 0 0,10-2 1 0 0,-17 3-241 0 0,-1 0 0 0 0,1 0-1 0 0,0 0 1 0 0,0 0-1 0 0,0 0 1 0 0,-1 0 0 0 0,1 0-1 0 0,0 0 1 0 0,0 1-1 0 0,0-1 1 0 0,-1 0 0 0 0,1 0-1 0 0,0 1 1 0 0,0-1-1 0 0,-1 1 1 0 0,1-1 0 0 0,0 0-1 0 0,-1 1 1 0 0,1-1-1 0 0,0 1 1 0 0,-1-1 0 0 0,1 1-1 0 0,-1 0 1 0 0,1 0-1 0 0,0 0 17 0 0,-1 0 0 0 0,0 0-1 0 0,1 0 1 0 0,-1 0-1 0 0,0 1 1 0 0,0-1 0 0 0,0 0-1 0 0,0 0 1 0 0,0 0-1 0 0,0 0 1 0 0,0 0 0 0 0,-1 0-1 0 0,1 0 1 0 0,0 0-1 0 0,-1 2 1 0 0,-2 2 94 0 0,1 1 0 0 0,-1-1 0 0 0,0 0 0 0 0,0 0 0 0 0,-5 6-1 0 0,3-5-80 0 0,0 1 86 0 0,-1 0 0 0 0,0-1 0 0 0,0 0-1 0 0,0 0 1 0 0,-1 0 0 0 0,-13 8 0 0 0,23-16-224 0 0,-1 0 6 0 0,0 0-1 0 0,1 1 1 0 0,-1-1 0 0 0,0 1-1 0 0,1-1 1 0 0,2 0 0 0 0,1 0-21 0 0,0 1 1 0 0,1 0 0 0 0,-1 1-1 0 0,0 0 1 0 0,0 0 0 0 0,0 0-1 0 0,0 1 1 0 0,0-1 0 0 0,0 2-1 0 0,0-1 1 0 0,0 1 0 0 0,0-1-1 0 0,0 2 1 0 0,0-1 0 0 0,6 4-1 0 0,-8-4 147 0 0,0 0-1 0 0,0 0 1 0 0,0 1-1 0 0,-1-1 0 0 0,1 1 1 0 0,-1 0-1 0 0,1 0 1 0 0,-1 0-1 0 0,0 1 0 0 0,0-1 1 0 0,0 1-1 0 0,-1 0 1 0 0,1-1-1 0 0,-1 1 0 0 0,0 0 1 0 0,0 0-1 0 0,-1 1 1 0 0,1-1-1 0 0,-1 0 1 0 0,0 1-1 0 0,1 5 0 0 0,-2-7 42 0 0,0 0 0 0 0,0 1 0 0 0,-1-1 0 0 0,0 0 0 0 0,0 0 0 0 0,0 0 0 0 0,0 0 0 0 0,0 0 0 0 0,0 0 0 0 0,-1 0 0 0 0,1-1 0 0 0,-1 1 0 0 0,0 0 0 0 0,0-1 0 0 0,0 1 0 0 0,0-1 0 0 0,0 0 0 0 0,-1 0 0 0 0,1 0 0 0 0,-1 0 0 0 0,-3 2 0 0 0,-6 4 202 0 0,-2 0-1 0 0,-27 12 1 0 0,31-16-186 0 0,0 0 1 0 0,0 0-1 0 0,-1-1 0 0 0,0-1 1 0 0,-11 2-1 0 0,17-4-287 0 0,0 1-1 0 0,0-1 0 0 0,1 0 1 0 0,-1 0-1 0 0,0-1 1 0 0,1 0-1 0 0,-1 1 1 0 0,0-2-1 0 0,1 1 1 0 0,-1 0-1 0 0,1-1 0 0 0,-1 0 1 0 0,1 0-1 0 0,-5-3 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12899 0 0,'-5'18'2403'0'0,"-1"-1"1"0"0,-7 18-1 0 0,-9 23 266 0 0,22-54-4611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9218 0 0,'1'-4'402'0'0,"0"1"1"0"0,1 0-1 0 0,0 0 0 0 0,0 0 0 0 0,0 0 1 0 0,0 0-1 0 0,0 0 0 0 0,0 0 0 0 0,1 1 1 0 0,-1-1-1 0 0,1 1 0 0 0,0 0 1 0 0,0 0-1 0 0,3-3 0 0 0,1 1 43 0 0,0 0 1 0 0,0 1-1 0 0,0-1 0 0 0,0 1 1 0 0,11-3-1 0 0,-16 6-371 0 0,-1-1 0 0 0,1 1 0 0 0,-1 0 0 0 0,1-1 1 0 0,0 1-1 0 0,-1 0 0 0 0,1 0 0 0 0,0 0 0 0 0,-1 0 0 0 0,1 0 0 0 0,0 0 1 0 0,-1 0-1 0 0,1 1 0 0 0,0-1 0 0 0,-1 1 0 0 0,1-1 0 0 0,-1 1 1 0 0,1 0-1 0 0,-1-1 0 0 0,1 1 0 0 0,-1 0 0 0 0,1 0 0 0 0,-1 0 0 0 0,0 0 1 0 0,1 0-1 0 0,-1 0 0 0 0,0 1 0 0 0,1 0 0 0 0,0 1-43 0 0,-1 0 0 0 0,1 1 0 0 0,-1-1-1 0 0,0 0 1 0 0,0 0 0 0 0,0 1 0 0 0,-1-1 0 0 0,1 0 0 0 0,-1 1-1 0 0,0-1 1 0 0,0 0 0 0 0,0 1 0 0 0,-1 3 0 0 0,-1 9-16 0 0,-1-1 0 0 0,-1 1 1 0 0,-5 14-1 0 0,4-15 602 0 0,0 1 0 0 0,-4 30 0 0 0,9-44-599 0 0,0-1-1 0 0,0 1 1 0 0,0-1 0 0 0,0 1-1 0 0,0-1 1 0 0,0 1 0 0 0,0-1-1 0 0,1 1 1 0 0,-1-1 0 0 0,0 1-1 0 0,1-1 1 0 0,-1 1 0 0 0,1-1-1 0 0,0 1 1 0 0,-1-1 0 0 0,1 0-1 0 0,0 0 1 0 0,0 1 0 0 0,0-1-1 0 0,0 0 1 0 0,1 2 0 0 0,0-2 34 0 0,0 0 1 0 0,0 0-1 0 0,1 0 1 0 0,-1 0-1 0 0,0 0 1 0 0,0 0-1 0 0,0 0 1 0 0,1-1 0 0 0,-1 1-1 0 0,0-1 1 0 0,1 0-1 0 0,3 0 1 0 0,4 0 103 0 0,0-1 1 0 0,0 0-1 0 0,0-1 1 0 0,0 0 0 0 0,13-5-1 0 0,10-5-540 0 0,-23 7 56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14283 0 0,'6'-5'1222'0'0,"0"0"0"0"0,0 0 0 0 0,0 0 1 0 0,11-5-1 0 0,-6 4-753 0 0,0 0 0 0 0,21-6 0 0 0,-28 11-449 0 0,-1 0 0 0 0,1 0 0 0 0,-1 0 0 0 0,1 1 0 0 0,0-1 0 0 0,-1 1 0 0 0,1 0 0 0 0,0 0 0 0 0,-1 0 0 0 0,1 0 0 0 0,-1 1 0 0 0,1-1 0 0 0,6 3 0 0 0,-9-3-12 0 0,0 1-1 0 0,-1-1 1 0 0,1 1 0 0 0,0-1 0 0 0,-1 1 0 0 0,1-1 0 0 0,0 1 0 0 0,-1-1-1 0 0,1 1 1 0 0,0-1 0 0 0,-1 1 0 0 0,1 0 0 0 0,-1-1 0 0 0,1 1 0 0 0,-1 0-1 0 0,0 0 1 0 0,1-1 0 0 0,-1 1 0 0 0,0 0 0 0 0,1 0 0 0 0,-1 0 0 0 0,0 0-1 0 0,0 1 1 0 0,0 0 6 0 0,0 0 0 0 0,0 1 0 0 0,0-1 0 0 0,-1 0 0 0 0,1 0 0 0 0,-1 0 0 0 0,1 0 0 0 0,-1 0 0 0 0,-1 3 0 0 0,-3 4 28 0 0,0 0 0 0 0,-1-1-1 0 0,-7 9 1 0 0,12-15-34 0 0,-25 27 103 0 0,16-19-24 0 0,1 2 1 0 0,-10 13-1 0 0,19-25-87 0 0,1 0 1 0 0,-1 0-1 0 0,0 1 0 0 0,0-1 1 0 0,0 0-1 0 0,1 0 0 0 0,-1 0 0 0 0,0 0 1 0 0,0 1-1 0 0,1-1 0 0 0,-1 0 1 0 0,0 0-1 0 0,0 0 0 0 0,1 0 1 0 0,-1 0-1 0 0,0 0 0 0 0,0 0 1 0 0,1 0-1 0 0,-1 0 0 0 0,0 0 1 0 0,0 0-1 0 0,1 0 0 0 0,-1 0 1 0 0,0 0-1 0 0,1 0 0 0 0,-1 0 1 0 0,0 0-1 0 0,0 0 0 0 0,1 0 1 0 0,-1 0-1 0 0,0 0 0 0 0,0-1 1 0 0,1 1-1 0 0,-1 0 0 0 0,17-4-14 0 0,-15 4 0 0 0,5-2-92 0 0,1 1 1 0 0,-1 0-1 0 0,0 1 1 0 0,0 0-1 0 0,1 0 0 0 0,-1 0 1 0 0,0 1-1 0 0,1 0 1 0 0,-1 0-1 0 0,8 4 1 0 0,-11-4 72 0 0,0 0 0 0 0,0 1 1 0 0,0 0-1 0 0,0 0 0 0 0,0 0 0 0 0,0 1 1 0 0,-1-1-1 0 0,1 1 0 0 0,-1 0 0 0 0,0 0 1 0 0,0 0-1 0 0,0 0 0 0 0,0 1 0 0 0,-1-1 1 0 0,1 1-1 0 0,-1-1 0 0 0,0 1 0 0 0,3 6 1 0 0,-5-8 70 0 0,1 0 0 0 0,0 0 0 0 0,-1 0 0 0 0,0 0 0 0 0,1 0 0 0 0,-1-1 0 0 0,0 1 0 0 0,0 0 0 0 0,0 0 0 0 0,0 0 0 0 0,0 0 0 0 0,-1 0 0 0 0,1 0 0 0 0,-1 0 1 0 0,1 0-1 0 0,-2 1 0 0 0,1 1 47 0 0,-1-1 0 0 0,0 0 0 0 0,0 0-1 0 0,0 0 1 0 0,-1 0 0 0 0,1 0 0 0 0,-6 5 0 0 0,-1-1 141 0 0,0 0 0 0 0,-1 0-1 0 0,0-1 1 0 0,-14 6 0 0 0,15-8-130 0 0,-1 0-1 0 0,1-1 1 0 0,0 0 0 0 0,-1 0 0 0 0,-19 1 0 0 0,25-3-159 0 0,0-1-1 0 0,0 1 1 0 0,-1-1 0 0 0,1-1 0 0 0,0 1-1 0 0,0-1 1 0 0,-1 1 0 0 0,1-1 0 0 0,0 0-1 0 0,0-1 1 0 0,0 1 0 0 0,0-1 0 0 0,0 0-1 0 0,1 1 1 0 0,-1-2 0 0 0,-4-2 0 0 0,5 2-595 0 0,1-1-199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2761 0 0,'0'2'474'0'0,"1"-1"0"0"0,0 1 1 0 0,-1 0-1 0 0,1 0 1 0 0,-1 0-1 0 0,0 0 1 0 0,0 0-1 0 0,1 1 1 0 0,-1-1-1 0 0,-1 0 1 0 0,1 0-1 0 0,0 0 0 0 0,0 0 1 0 0,-2 3-1 0 0,-9 29 6036 0 0,10-31-5771 0 0,-19 44 4483 0 0,1-20-6606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1:4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8290 0 0,'1'-2'572'0'0,"1"0"1"0"0,0 1 0 0 0,-1-1-1 0 0,1 0 1 0 0,0 1 0 0 0,0 0-1 0 0,1-1 1 0 0,3-1 0 0 0,-3 1 107 0 0,8-4 343 0 0,0 0 0 0 0,0 1-1 0 0,0 0 1 0 0,17-4 0 0 0,-23 7-853 0 0,0 1 1 0 0,0 1-1 0 0,-1-1 1 0 0,1 1 0 0 0,0-1-1 0 0,7 2 1 0 0,-10-1-113 0 0,0 1 1 0 0,1-1 0 0 0,-1 1-1 0 0,0-1 1 0 0,0 1 0 0 0,0 0-1 0 0,1 0 1 0 0,-1 0-1 0 0,0 0 1 0 0,0 0 0 0 0,0 1-1 0 0,-1-1 1 0 0,1 1 0 0 0,2 1-1 0 0,-3-2-36 0 0,0 1 0 0 0,0-1 0 0 0,-1 0 0 0 0,1 1-1 0 0,0-1 1 0 0,-1 1 0 0 0,1-1 0 0 0,-1 1 0 0 0,0 0-1 0 0,1-1 1 0 0,-1 1 0 0 0,0-1 0 0 0,0 1 0 0 0,0 0 0 0 0,0-1-1 0 0,0 1 1 0 0,0-1 0 0 0,0 1 0 0 0,-1 0 0 0 0,1-1-1 0 0,-1 1 1 0 0,1-1 0 0 0,-1 1 0 0 0,0-1 0 0 0,1 1 0 0 0,-1-1-1 0 0,0 0 1 0 0,-1 2 0 0 0,-3 5 54 0 0,0 0-1 0 0,-1 0 1 0 0,-8 8 0 0 0,14-16-76 0 0,-16 16 125 0 0,11-12-68 0 0,0 1 1 0 0,0 0-1 0 0,1 0 0 0 0,-6 8 0 0 0,10-13-57 0 0,0 0 0 0 0,0 1 0 0 0,0-1 0 0 0,0 0 1 0 0,0 0-1 0 0,0 0 0 0 0,0 0 0 0 0,0 0 0 0 0,1 1 0 0 0,-1-1 0 0 0,0 0 0 0 0,0 0 0 0 0,0 0 0 0 0,0 0 0 0 0,0 0 0 0 0,0 0 0 0 0,1 1 1 0 0,-1-1-1 0 0,0 0 0 0 0,0 0 0 0 0,0 0 0 0 0,0 0 0 0 0,1 0 0 0 0,-1 0 0 0 0,0 0 0 0 0,0 0 0 0 0,0 0 0 0 0,0 0 0 0 0,1 0 0 0 0,-1 0 1 0 0,0 0-1 0 0,0 0 0 0 0,0 0 0 0 0,1 0 0 0 0,-1 0 0 0 0,0 0 0 0 0,0 0 0 0 0,0 0 0 0 0,0 0 0 0 0,1 0 0 0 0,-1 0 0 0 0,0 0 0 0 0,0-1 1 0 0,0 1-1 0 0,0 0 0 0 0,1 0 0 0 0,13-3-72 0 0,-12 3 49 0 0,4-1-42 0 0,0 1 0 0 0,0 0 0 0 0,0 0-1 0 0,0 1 1 0 0,0 0 0 0 0,0 0-1 0 0,0 0 1 0 0,0 1 0 0 0,0-1-1 0 0,-1 1 1 0 0,1 1 0 0 0,-1-1-1 0 0,1 1 1 0 0,-1 0 0 0 0,9 7 0 0 0,-11-8 65 0 0,0 1 1 0 0,0-1-1 0 0,-1 1 1 0 0,1 0-1 0 0,0 0 1 0 0,-1 0 0 0 0,0 0-1 0 0,0 1 1 0 0,0-1-1 0 0,0 1 1 0 0,1 3-1 0 0,-2-4 43 0 0,0 0-1 0 0,0 0 0 0 0,-1 0 1 0 0,0-1-1 0 0,1 1 0 0 0,-1 0 1 0 0,0 0-1 0 0,0 0 0 0 0,-1 0 1 0 0,1-1-1 0 0,-1 1 0 0 0,1 0 0 0 0,-1 0 1 0 0,0 0-1 0 0,0-1 0 0 0,-2 5 1 0 0,0-2 58 0 0,0 0-1 0 0,-1-1 1 0 0,1 0 0 0 0,-1 1 0 0 0,0-1-1 0 0,0-1 1 0 0,0 1 0 0 0,0-1 0 0 0,-1 1-1 0 0,-7 3 1 0 0,1-1 88 0 0,0 0 0 0 0,-1-1 0 0 0,-19 6 0 0 0,29-10-289 0 0,0 0-1 0 0,0 0 1 0 0,0-1-1 0 0,-1 1 1 0 0,1-1-1 0 0,0 0 1 0 0,-1 1-1 0 0,1-1 1 0 0,0 0-1 0 0,-1 0 1 0 0,1 0-1 0 0,0-1 0 0 0,0 1 1 0 0,-1-1-1 0 0,1 1 1 0 0,0-1-1 0 0,0 0 1 0 0,-4-1-1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25.8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 17382,'-47'2721'0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27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32 688 0 0,'-19'-21'16073'0'0,"17"16"-14211"0"0,0-1-825 0 0,38 99-962 0 0,16 41-1749 0 0,-13-48-3183 0 0,-37-82 4765 0 0,0 1 0 0 0,1-1 0 0 0,0 0 1 0 0,-1 0-1 0 0,1 0 0 0 0,6 6 0 0 0,-8-10 250 0 0,-1 1 1 0 0,1-1-1 0 0,0 1 1 0 0,0 0-1 0 0,0-1 1 0 0,0 1-1 0 0,-1-1 0 0 0,1 0 1 0 0,0 1-1 0 0,0-1 1 0 0,0 0-1 0 0,0 0 1 0 0,0 1-1 0 0,0-1 0 0 0,0 0 1 0 0,0 0-1 0 0,0 0 1 0 0,0 0-1 0 0,0 0 0 0 0,0 0 1 0 0,0-1-1 0 0,0 1 1 0 0,0 0-1 0 0,0 0 1 0 0,0-1-1 0 0,0 1 0 0 0,0-1 1 0 0,0 1-1 0 0,0-1 1 0 0,-1 1-1 0 0,1-1 1 0 0,0 1-1 0 0,0-1 0 0 0,0 0 1 0 0,-1 1-1 0 0,1-1 1 0 0,0 0-1 0 0,0-1 1 0 0,10-13-16 0 0,0 0 1 0 0,-1-1 0 0 0,-1 0 0 0 0,0 0 0 0 0,7-21-1 0 0,1-1-85 0 0,-1 5-201 0 0,31-49-1 0 0,-45 80 152 0 0,0 0-1 0 0,-1 1 1 0 0,1-1 0 0 0,0 0-1 0 0,0 1 1 0 0,0-1 0 0 0,0 1-1 0 0,0 0 1 0 0,3-1-1 0 0,1-2 204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33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17153,'0'2787'0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34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91 4609 0 0,'6'-12'15442'0'0,"-6"12"-15340"0"0,2 2-143 0 0,-1-1 0 0 0,1 0 0 0 0,-1 0 0 0 0,0 0 0 0 0,1 1 0 0 0,-1-1 0 0 0,0 1-1 0 0,0-1 1 0 0,0 1 0 0 0,0-1 0 0 0,2 4 0 0 0,35 128 79 0 0,-27-86-2911 0 0,25 60-1 0 0,-34-101 3030 0 0,0-1 1 0 0,1 0-1 0 0,-1 1 1 0 0,1-1-1 0 0,7 8 1 0 0,-10-12-26 0 0,1 0 0 0 0,0-1 1 0 0,-1 1-1 0 0,1 0 0 0 0,0-1 1 0 0,0 1-1 0 0,0-1 0 0 0,0 1 1 0 0,-1-1-1 0 0,1 1 0 0 0,0-1 1 0 0,0 0-1 0 0,0 1 0 0 0,0-1 0 0 0,0 0 1 0 0,2 0-1 0 0,-2 0-48 0 0,1 0 0 0 0,-1 0-1 0 0,0-1 1 0 0,0 1 0 0 0,1 0 0 0 0,-1-1-1 0 0,0 1 1 0 0,0-1 0 0 0,0 0 0 0 0,0 1-1 0 0,0-1 1 0 0,0 0 0 0 0,0 0 0 0 0,0 0-1 0 0,0 1 1 0 0,1-3 0 0 0,9-10 91 0 0,0 0 1 0 0,-2-1-1 0 0,16-27 0 0 0,17-49 172 0 0,-18 27-2726 0 0,24-104 1 0 0,-40 146 670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35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16259,'0'2798'0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36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0 132 4377 0 0,'13'7'16010'0'0,"-11"-6"-16737"0"0,5 4 727 0 0,-1 0 0 0 0,1 0 0 0 0,-1 1 0 0 0,-1-1 0 0 0,1 2 0 0 0,8 11 0 0 0,25 47 0 0 0,-17-26 0 0 0,-10-19-388 0 0,14 23-537 0 0,-23-39 356 0 0,0 0 1 0 0,0 0-1 0 0,1 0 0 0 0,-1-1 1 0 0,1 0-1 0 0,0 1 0 0 0,6 3 1 0 0,-8-6 673 0 0,-1-1 1 0 0,1 1-1 0 0,0-1 1 0 0,-1 1 0 0 0,1-1-1 0 0,0 0 1 0 0,-1 1 0 0 0,1-1-1 0 0,0 0 1 0 0,-1 0 0 0 0,1 0-1 0 0,0-1 1 0 0,-1 1 0 0 0,1 0-1 0 0,0-1 1 0 0,-1 1-1 0 0,1-1 1 0 0,0 1 0 0 0,-1-1-1 0 0,1 0 1 0 0,-1 1 0 0 0,1-1-1 0 0,-1 0 1 0 0,0 0 0 0 0,1 0-1 0 0,1-2 1 0 0,4-4 594 0 0,0 1 0 0 0,-1-1 1 0 0,9-11-1 0 0,-14 16-689 0 0,33-45-1572 0 0,-1-2 0 0 0,43-92 0 0 0,-33 35 955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38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18764,'0'2895'0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39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7142 0 0,'10'7'12518'0'0,"13"22"-12478"0"0,-1 1 0 0 0,-1 1 0 0 0,21 44 0 0 0,25 38-2271 0 0,-66-113 2190 0 0,1 4-458 0 0,1 0 0 0 0,-1-1 0 0 0,1 1 0 0 0,0-1-1 0 0,0 0 1 0 0,4 3 0 0 0,-6-5 560 0 0,0-1 0 0 0,0 1 0 0 0,-1-1 0 0 0,1 1 0 0 0,0-1 0 0 0,0 0 0 0 0,0 1 0 0 0,0-1 0 0 0,0 0 0 0 0,0 0 0 0 0,0 0 0 0 0,0 0 0 0 0,0 0 0 0 0,0 0 0 0 0,0 0 0 0 0,0 0 0 0 0,0 0 0 0 0,0 0 0 0 0,0 0 0 0 0,0-1 0 0 0,0 1 0 0 0,0 0 0 0 0,0-1 0 0 0,-1 1 0 0 0,1-1 0 0 0,0 1 0 0 0,0-1 0 0 0,0 1 0 0 0,-1-1 0 0 0,1 0 0 0 0,0 1 0 0 0,1-2 0 0 0,4-5 756 0 0,1 0-1 0 0,-1 0 0 0 0,6-10 0 0 0,27-51-1124 0 0,-23 36 809 0 0,72-143-3020 0 0,-77 153-3280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41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17853,'0'2944'0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42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 5529 0 0,'12'5'13746'0'0,"12"12"-13361"0"0,-11-5-385 0 0,-1 0 0 0 0,-1 0 0 0 0,0 1 0 0 0,16 26 0 0 0,27 61 0 0 0,-51-94 0 0 0,0-1 0 0 0,-1 0 0 0 0,0 0 0 0 0,1 0 0 0 0,0 0 0 0 0,4 5 0 0 0,-6-9 0 0 0,-1-1 0 0 0,0 1 0 0 0,1-1 0 0 0,-1 1 0 0 0,1-1 0 0 0,-1 1 0 0 0,1-1 0 0 0,-1 0 0 0 0,1 1 0 0 0,-1-1 0 0 0,1 0 0 0 0,-1 1 0 0 0,1-1 0 0 0,-1 0 0 0 0,1 0 0 0 0,0 1 0 0 0,-1-1 0 0 0,1 0 0 0 0,-1 0 0 0 0,1 0 0 0 0,0 0 0 0 0,-1 0 0 0 0,1 0 0 0 0,0 0 0 0 0,-1 0 0 0 0,1 0 0 0 0,-1 0 0 0 0,1 0 0 0 0,0 0 0 0 0,-1-1 0 0 0,1 1 0 0 0,0 0 0 0 0,-1 0 0 0 0,1-1 0 0 0,-1 1 0 0 0,1 0 0 0 0,-1-1 0 0 0,1 1 0 0 0,-1 0 0 0 0,1-1 0 0 0,-1 1 0 0 0,1-1 0 0 0,-1 1 0 0 0,0-1 0 0 0,1 0 0 0 0,19-26-101 0 0,-2-1 0 0 0,19-35 0 0 0,7-13-2294 0 0,-31 56 905 0 0,37-55-362 0 0,-43 66 1455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43.7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1 18544,'-154'2892'0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44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0 113 5069 0 0,'8'5'13121'0'0,"24"17"-11651"0"0,-20-9-1470 0 0,-1 1 0 0 0,-1 0 0 0 0,13 22 0 0 0,16 23 0 0 0,-34-53 0 0 0,0-1 0 0 0,0 1 0 0 0,0-1 0 0 0,1 0 0 0 0,0 0 0 0 0,0-1 0 0 0,8 5 0 0 0,-13-8 0 0 0,1-1 1 0 0,-1 1-1 0 0,1-1 0 0 0,-1 1 1 0 0,1-1-1 0 0,-1 0 0 0 0,1 1 0 0 0,0-1 1 0 0,-1 0-1 0 0,1 0 0 0 0,0 0 1 0 0,-1 0-1 0 0,1-1 0 0 0,0 1 0 0 0,-1 0 1 0 0,1-1-1 0 0,-1 1 0 0 0,1-1 1 0 0,-1 0-1 0 0,1 1 0 0 0,-1-1 0 0 0,1 0 1 0 0,-1 0-1 0 0,0 0 0 0 0,1 0 1 0 0,-1 0-1 0 0,0 0 0 0 0,2-2 0 0 0,4-4-16 0 0,-1 0 0 0 0,0-1 0 0 0,8-13 0 0 0,-7 11-63 0 0,22-35-1555 0 0,-2-2-1 0 0,40-95 0 0 0,-62 130 1242 0 0,2 1-68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46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17703,'37'2902'0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47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89 6913 0 0,'-7'9'12747'0'0,"13"-5"-12747"0"0,-1-1 0 0 0,0 1 0 0 0,0 1 0 0 0,-1-1 0 0 0,1 1 0 0 0,-1-1 0 0 0,0 1 0 0 0,0 0 0 0 0,5 11 0 0 0,1-1 0 0 0,5 6 0 0 0,-2-2 0 0 0,24 27 0 0 0,-34-42 0 0 0,1 0 0 0 0,0 0 0 0 0,1 0 0 0 0,-1-1 0 0 0,1 1 0 0 0,-1-1 0 0 0,1-1 0 0 0,0 1 0 0 0,0 0 0 0 0,1-1 0 0 0,8 3 0 0 0,-11-5 2 0 0,1 0 0 0 0,-1 1 0 0 0,0-1 0 0 0,0 0 0 0 0,1-1 0 0 0,-1 1 0 0 0,0-1 0 0 0,0 1 0 0 0,1-1 1 0 0,-1 0-1 0 0,0 0 0 0 0,0 0 0 0 0,0-1 0 0 0,0 1 0 0 0,0-1 0 0 0,0 1 0 0 0,-1-1 0 0 0,1 0 0 0 0,3-3 0 0 0,5-5-74 0 0,-1-1 0 0 0,0 0 0 0 0,9-14 1 0 0,-3 5-561 0 0,-2 4 103 0 0,-1 0 0 0 0,-1-1-1 0 0,-1-1 1 0 0,0 1 0 0 0,-1-2-1 0 0,-1 1 1 0 0,11-35 0 0 0,-15 39-114 0 0,-1 4-3195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50.0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17282,'0'2910'0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6:51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77 228 0 0,'3'13'21029'0'0,"9"3"-23776"0"0,-6-8 3897 0 0,30 53-1150 0 0,-21-34 0 0 0,1-1 0 0 0,1 0 0 0 0,23 26 0 0 0,-39-50 1 0 0,0-1 0 0 0,0 0 0 0 0,0 0 0 0 0,1 0 0 0 0,-1 0 0 0 0,0 0 0 0 0,1 0 0 0 0,-1 0 0 0 0,1 0 0 0 0,-1-1 0 0 0,1 1 0 0 0,-1 0 0 0 0,1-1 0 0 0,-1 1 0 0 0,1-1 0 0 0,-1 0 0 0 0,1 1 0 0 0,0-1-1 0 0,-1 0 1 0 0,1 0 0 0 0,0 0 0 0 0,-1 0 0 0 0,1 0 0 0 0,0-1 0 0 0,-1 1 0 0 0,1 0 0 0 0,-1-1 0 0 0,1 1 0 0 0,-1-1 0 0 0,1 0 0 0 0,-1 1 0 0 0,1-1 0 0 0,-1 0 0 0 0,1 0 0 0 0,-1 0 0 0 0,0 0 0 0 0,2-2 0 0 0,5-4-59 0 0,0-1 0 0 0,-1-1 0 0 0,0 1 0 0 0,10-16 0 0 0,-8 11-306 0 0,16-21-924 0 0,54-79-1243 0 0,-34 32-2152 0 0,-39 70 151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59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19093,'0'2756'0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00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1 105 6681 0 0,'1'11'14004'0'0,"10"4"-15829"0"0,-5-8 2625 0 0,13 23-800 0 0,19 45 0 0 0,-5-11 0 0 0,-32-63 0 0 0,-1 1 0 0 0,1 0 0 0 0,0-1 0 0 0,0 1 0 0 0,0-1 0 0 0,1 1 0 0 0,-1-1 0 0 0,0 0 0 0 0,0 0 0 0 0,1 1 0 0 0,-1-1 0 0 0,1 0 0 0 0,-1 0 0 0 0,1 0 0 0 0,-1 0 0 0 0,1 0 0 0 0,0-1 0 0 0,-1 1 0 0 0,3 0 0 0 0,-2-1 0 0 0,-1 0 0 0 0,1 0 0 0 0,-1 0 0 0 0,1-1 0 0 0,-1 1 0 0 0,1 0 0 0 0,-1-1 0 0 0,1 1 0 0 0,-1-1 0 0 0,1 0 0 0 0,-1 1 0 0 0,1-1 0 0 0,-1 0 0 0 0,0 0 0 0 0,0 0 0 0 0,1 0 0 0 0,-1 0 0 0 0,0 0 0 0 0,0 0 0 0 0,0 0 0 0 0,2-3 0 0 0,17-24-231 0 0,33-59-1 0 0,-23 33-1555 0 0,-1 5-456 0 0,20-32-2827 0 0,-38 66 730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02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0 17935,'-53'2919'0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03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32 2765 0 0,'-5'-5'16893'0'0,"9"8"-16891"0"0,1 6-2 0 0,0 0 0 0 0,0 0 0 0 0,-1 1 0 0 0,-1 0 0 0 0,1 0 0 0 0,-2 0 0 0 0,3 15 0 0 0,4 11 0 0 0,-7-29 0 0 0,12 35 0 0 0,-13-39 0 0 0,1 1 0 0 0,-1 0 0 0 0,1-1 0 0 0,0 1 0 0 0,1-1 0 0 0,-1 0 0 0 0,0 0 0 0 0,5 5 0 0 0,-6-8 0 0 0,0 1 1 0 0,0-1-1 0 0,0 1 0 0 0,0-1 0 0 0,0 0 0 0 0,-1 1 1 0 0,1-1-1 0 0,0 0 0 0 0,0 1 0 0 0,0-1 0 0 0,0 0 0 0 0,0 0 1 0 0,0 0-1 0 0,0 0 0 0 0,0 0 0 0 0,0 0 0 0 0,0 0 1 0 0,0 0-1 0 0,0-1 0 0 0,0 1 0 0 0,0 0 0 0 0,0-1 0 0 0,0 1 1 0 0,0 0-1 0 0,0-1 0 0 0,0 1 0 0 0,0-1 0 0 0,0 0 1 0 0,-1 1-1 0 0,1-1 0 0 0,0 1 0 0 0,0-1 0 0 0,0-1 0 0 0,5-4-13 0 0,-1 1-1 0 0,0-1 0 0 0,5-9 0 0 0,-7 11-29 0 0,33-46 39 0 0,47-71-87 0 0,-68 91-3195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04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17125,'0'2869'0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05.7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5989 0 0,'8'-30'16259'0'0,"0"27"-18847"0"0,-6 3 2588 0 0,0-1 0 0 0,0 1 0 0 0,1 1 0 0 0,-1-1 0 0 0,0 0 0 0 0,0 0 0 0 0,0 1 0 0 0,0-1 0 0 0,1 1 0 0 0,-1 0 0 0 0,0 0 0 0 0,0 0 0 0 0,0 0 0 0 0,0 0 0 0 0,-1 0 0 0 0,1 0 0 0 0,0 0 0 0 0,0 1 0 0 0,-1-1 0 0 0,1 1 0 0 0,1 2 0 0 0,5 4 0 0 0,-1 1 0 0 0,11 20 0 0 0,-7-12 0 0 0,7 14 0 0 0,2 6 0 0 0,-18-35 0 0 0,0 1 0 0 0,0 0 0 0 0,1-1 0 0 0,-1 1 0 0 0,0-1 0 0 0,1 0 0 0 0,0 0 0 0 0,-1 0 0 0 0,5 3 0 0 0,-5-5 0 0 0,0 1 0 0 0,0-1 0 0 0,0 0 0 0 0,0 1 0 0 0,0-1 0 0 0,0 0 0 0 0,0 0 0 0 0,0 0 0 0 0,-1-1 0 0 0,1 1 0 0 0,0 0 0 0 0,0-1 0 0 0,0 1 0 0 0,0-1 0 0 0,0 0 0 0 0,0 1 0 0 0,-1-1 0 0 0,1 0 0 0 0,0 0 0 0 0,-1 0 0 0 0,3-2 0 0 0,6-4 0 0 0,-1 0 0 0 0,10-11 0 0 0,-16 15 0 0 0,36-35-1316 0 0,-2-1 0 0 0,-1-2 0 0 0,31-47 0 0 0,-47 60 214 0 0,-14 22 695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07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17775,'0'2894'0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08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0 103 6221 0 0,'14'-4'11803'0'0,"-10"7"-11653"0"0,0-1-1 0 0,-1 1 1 0 0,1-1 0 0 0,-1 1 0 0 0,0 0 0 0 0,0 0 0 0 0,0 0-1 0 0,0 1 1 0 0,-1-1 0 0 0,5 8 0 0 0,-1 2-118 0 0,10 27 0 0 0,-13-30-45 0 0,1 0 1 0 0,0 0-1 0 0,1-1 0 0 0,0 1 1 0 0,11 15-1 0 0,-15-23 14 0 0,0-1 0 0 0,0 0 0 0 0,-1 0 0 0 0,1-1 1 0 0,0 1-1 0 0,1 0 0 0 0,-1 0 0 0 0,0 0 0 0 0,0-1 0 0 0,0 1 0 0 0,0-1 0 0 0,1 1 0 0 0,-1-1 0 0 0,0 1 0 0 0,0-1 0 0 0,1 0 0 0 0,-1 1 0 0 0,0-1 0 0 0,3 0 0 0 0,-2 0-7 0 0,0-1 0 0 0,1 1-1 0 0,-1 0 1 0 0,0-1 0 0 0,0 0-1 0 0,0 0 1 0 0,0 0 0 0 0,0 0-1 0 0,0 0 1 0 0,4-2 0 0 0,2-3-383 0 0,-1-1 1 0 0,1 0-1 0 0,-1-1 1 0 0,7-8 0 0 0,-12 14 114 0 0,41-51-2422 0 0,-22 27 2523 0 0,-1-1 1 0 0,29-53-1 0 0,-38 55-3948 0 0,-7 14-211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10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17011,'0'2927'0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11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37 6449 0 0,'-6'8'9709'0'0,"6"-7"-9519"0"0,7 11 4250 0 0,40 69-5568 0 0,-19-35 1128 0 0,-27-45 0 0 0,-1 0 0 0 0,1 0 0 0 0,-1 0 0 0 0,1 0 0 0 0,-1 0 0 0 0,1 0 0 0 0,0 0 0 0 0,-1 0 0 0 0,1 0 0 0 0,0 0 0 0 0,0-1 0 0 0,0 1 0 0 0,-1 0 0 0 0,1-1 0 0 0,0 1 0 0 0,0-1 0 0 0,0 1 0 0 0,0-1 0 0 0,0 1 0 0 0,0-1 0 0 0,0 1 0 0 0,0-1 0 0 0,1 0 0 0 0,-1 0 0 0 0,0 0 0 0 0,0 1 0 0 0,0-1 0 0 0,0 0 0 0 0,0 0 0 0 0,0-1 0 0 0,0 1 0 0 0,2 0 0 0 0,0-2 0 0 0,0 1 0 0 0,0-1 0 0 0,0 0 0 0 0,0 0 0 0 0,0 0 0 0 0,-1 0 0 0 0,1 0 0 0 0,-1-1 0 0 0,3-2 0 0 0,15-18-1093 0 0,0 0 0 0 0,-2-1 0 0 0,24-42-1 0 0,-41 64 1067 0 0,0 0-1 0 0,0-1 1 0 0,0 1 0 0 0,-1 0-1 0 0,1-1 1 0 0,-1 1-1 0 0,0 0 1 0 0,1-1-1 0 0,-1 1 1 0 0,0-1-1 0 0,-1-2 1 0 0,1-3-106 0 0,0 4-335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15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0 17692,'-51'2928'0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16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5069 0 0,'0'-16'10526'0'0,"1"15"-10275"0"0,0 1-105 0 0,-1-1 1 0 0,1 1 0 0 0,0 0 0 0 0,0 0-1 0 0,0 0 1 0 0,0 0 0 0 0,-1 0-1 0 0,1 0 1 0 0,0 0 0 0 0,0 1 0 0 0,0-1-1 0 0,-1 0 1 0 0,1 0 0 0 0,0 1-1 0 0,0-1 1 0 0,-1 0 0 0 0,1 1 0 0 0,0-1-1 0 0,-1 1 1 0 0,1-1 0 0 0,0 1-1 0 0,-1-1 1 0 0,1 1 0 0 0,0-1-1 0 0,0 2 1 0 0,4 6-147 0 0,1 1 0 0 0,-1 0 0 0 0,0 0 0 0 0,-1 1 0 0 0,0 0 0 0 0,5 19 0 0 0,2 4 0 0 0,-3-10 0 0 0,7 20 0 0 0,-13-40 0 0 0,-1-1 0 0 0,1 1 0 0 0,0 0 0 0 0,0 0 0 0 0,-1-1 0 0 0,2 1 0 0 0,-1-1 0 0 0,0 1 0 0 0,1-1 0 0 0,-1 0 0 0 0,4 2 0 0 0,-5-4 0 0 0,0 1 0 0 0,0-1 0 0 0,0 1 0 0 0,0-1 0 0 0,0 0 0 0 0,1 0 0 0 0,-1 0 0 0 0,0 0 0 0 0,0 0 0 0 0,0 0 0 0 0,0 0 0 0 0,1 0 0 0 0,-1 0 0 0 0,0 0 0 0 0,0 0 0 0 0,0-1 0 0 0,0 1 0 0 0,0-1 0 0 0,0 1 0 0 0,0-1 0 0 0,0 1 0 0 0,0-1 0 0 0,0 1 0 0 0,0-1 0 0 0,0 0 0 0 0,1-1 0 0 0,4-3 0 0 0,-1 0 0 0 0,0 0 0 0 0,5-6 0 0 0,-6 6 0 0 0,19-24-1123 0 0,-1-1 0 0 0,-1-2 0 0 0,-2 0 1 0 0,29-64-1 0 0,-44 88 704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18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18691,'0'3067'0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19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0 114 5297 0 0,'5'-4'11141'0'0,"1"4"-9282"0"0,-4 0-1744 0 0,0 1 0 0 0,1 0 0 0 0,-1 0 0 0 0,0 1 0 0 0,0-1 0 0 0,0 0 0 0 0,0 1 0 0 0,0-1 0 0 0,0 1 0 0 0,0 0 0 0 0,0-1 0 0 0,2 4 0 0 0,16 26-341 0 0,-18-27 320 0 0,26 51-94 0 0,-21-37 0 0 0,1-2 0 0 0,16 24 0 0 0,-23-38 0 0 0,0 0 0 0 0,0-1 0 0 0,0 1 0 0 0,1-1 0 0 0,-1 1 0 0 0,0-1 0 0 0,1 1 0 0 0,-1-1 0 0 0,1 0 0 0 0,-1 0 0 0 0,1 0 0 0 0,0 0 0 0 0,-1 0 0 0 0,1 0 0 0 0,0 0 0 0 0,0-1 0 0 0,0 1 0 0 0,0-1 0 0 0,-1 1 0 0 0,1-1 0 0 0,0 0 0 0 0,4 1 0 0 0,-3-2 0 0 0,-1 0 0 0 0,1 1 0 0 0,0-1 0 0 0,0-1 0 0 0,0 1 0 0 0,0 0 0 0 0,-1 0 0 0 0,1-1 0 0 0,-1 0 0 0 0,1 1 0 0 0,-1-1 0 0 0,0 0 0 0 0,5-5 0 0 0,26-30-1806 0 0,37-52 1 0 0,-54 67 899 0 0,26-39 416 0 0,6-10-1216 0 0,-36 57 1258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21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1 18861,'-83'2913'0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22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17 134 5761 0 0,'-16'-30'15652'0'0,"16"29"-15354"0"0,1 1-396 0 0,-1-1 1 0 0,0 1-1 0 0,0 0 0 0 0,1-1 1 0 0,-1 1-1 0 0,0 0 0 0 0,1 0 1 0 0,-1 0-1 0 0,0-1 0 0 0,1 1 1 0 0,-1 0-1 0 0,1 0 0 0 0,-1 0 1 0 0,0 0-1 0 0,1 0 0 0 0,-1 0 1 0 0,1 0-1 0 0,-1 0 1 0 0,0 0-1 0 0,1 0 0 0 0,1 0 98 0 0,-1 0 0 0 0,0 0 0 0 0,0 1 0 0 0,0-1 0 0 0,0 1 0 0 0,0-1 0 0 0,0 1 0 0 0,0-1 0 0 0,0 1 0 0 0,0 0 0 0 0,0 0 0 0 0,0-1 0 0 0,0 1 0 0 0,-1 0 0 0 0,2 1 0 0 0,13 17 0 0 0,-11-13 0 0 0,26 40 0 0 0,-22-33 0 0 0,0 0 0 0 0,0-1 0 0 0,1 0 0 0 0,17 16 0 0 0,-25-27 0 0 0,0 0 0 0 0,0 0 0 0 0,1 0 0 0 0,-1 0 0 0 0,0-1 0 0 0,1 1 0 0 0,-1 0 0 0 0,1-1 0 0 0,-1 1 0 0 0,1-1 0 0 0,-1 0 0 0 0,1 1 0 0 0,-1-1 0 0 0,1 0 0 0 0,-1 0 0 0 0,1 0 0 0 0,-1 0 0 0 0,1 0 0 0 0,-1-1 0 0 0,1 1 0 0 0,-1 0 0 0 0,1-1 0 0 0,-1 1 0 0 0,1-1 0 0 0,-1 1 0 0 0,1-1 0 0 0,-1 1 0 0 0,0-1 0 0 0,1 0 0 0 0,-1 0 0 0 0,0 0 0 0 0,2-2 0 0 0,4-3 0 0 0,1-1 0 0 0,-2 0 0 0 0,1 0 0 0 0,5-9 0 0 0,-6 9 0 0 0,11-16 11 0 0,-1 0-1 0 0,0 0 1 0 0,17-38 0 0 0,-9 0-3567 0 0,-21 53 3113 0 0,0 1-304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26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27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29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30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31.7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32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34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41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43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44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50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52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53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55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7:56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7:58.0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00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00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02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03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05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06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08.5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09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13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14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16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17.7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19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21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23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25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39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 15889,'0'3236'0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40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34 3685 0 0,'-10'8'16802'0'0,"14"-6"-17629"0"0,4 4 827 0 0,-1 1 0 0 0,1 0 0 0 0,-1 0 0 0 0,0 0 0 0 0,0 1 0 0 0,8 14 0 0 0,-2-4 0 0 0,18 26 0 0 0,-23-31 0 0 0,0 0 0 0 0,2 0 0 0 0,0-1 0 0 0,21 21 0 0 0,-31-33 0 0 0,1 1 0 0 0,0-1 0 0 0,-1 1 0 0 0,1-1 0 0 0,0 1 0 0 0,0-1 0 0 0,0 1 0 0 0,-1-1 0 0 0,1 0 0 0 0,0 1 0 0 0,0-1 0 0 0,0 0 0 0 0,0 0 0 0 0,0 0 0 0 0,0 0 0 0 0,-1 0 0 0 0,1 0 0 0 0,0 0 0 0 0,0 0 0 0 0,0 0 0 0 0,0 0 0 0 0,0 0 0 0 0,0 0 0 0 0,-1-1 0 0 0,1 1 0 0 0,0 0 0 0 0,0 0 0 0 0,0-1 0 0 0,0 1 0 0 0,-1-1 0 0 0,1 1 0 0 0,0-1 0 0 0,0 1 0 0 0,-1-1 0 0 0,1 0 0 0 0,-1 1 0 0 0,1-1 0 0 0,0 0 0 0 0,-1 1 0 0 0,1-1 0 0 0,-1 0 0 0 0,1-1 0 0 0,3-4 0 0 0,-1-1 0 0 0,1 0 0 0 0,-1 0 0 0 0,2-8 0 0 0,-2 5 0 0 0,2-2-183 0 0,47-108 319 0 0,-22 71-3071 0 0,-21 36-1507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42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0 17287,'0'3112'0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43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23 460 0 0,'-28'-15'16367'0'0,"24"8"-13534"0"0,11 11-2833 0 0,2 4 0 0 0,6 12 0 0 0,-1 1 0 0 0,-1 1 0 0 0,-1 0 0 0 0,10 26 0 0 0,-10-20 0 0 0,2-2 0 0 0,22 35 0 0 0,-35-60 0 0 0,-1 1 0 0 0,2-1 0 0 0,-1 0 0 0 0,0 1 0 0 0,0-1 0 0 0,0 0 0 0 0,1 1 0 0 0,-1-1 0 0 0,0 0 0 0 0,1 0 0 0 0,-1 0 0 0 0,1 0 0 0 0,0 0 0 0 0,-1-1 0 0 0,3 2 0 0 0,-3-2 0 0 0,0 0 0 0 0,0 0 0 0 0,0-1 0 0 0,0 1 0 0 0,0 0 0 0 0,0 0 0 0 0,0-1 0 0 0,0 1 0 0 0,0-1 0 0 0,0 1 0 0 0,0-1 0 0 0,-1 1 0 0 0,1-1 0 0 0,0 1 0 0 0,0-1 0 0 0,-1 0 0 0 0,1 1 0 0 0,0-1 0 0 0,0 0 0 0 0,-1 0 0 0 0,1 0 0 0 0,-1 1 0 0 0,1-1 0 0 0,-1 0 0 0 0,1 0 0 0 0,-1 0 0 0 0,0 0 0 0 0,1-1 0 0 0,37-88-639 0 0,-27 58-1244 0 0,2 1 1 0 0,2 1 0 0 0,28-45-1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45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18075,'0'3226'0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46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4145 0 0,'5'4'16995'0'0,"0"-1"-18475"0"0,2 1 1482 0 0,0 1-1 0 0,0 0 1 0 0,-1 0-1 0 0,0 1 1 0 0,0 0-1 0 0,0 0 1 0 0,6 9-1 0 0,31 53-154 0 0,-22-33-252 0 0,-5-9-445 0 0,13 21-2073 0 0,-25-43 2372 0 0,-1 1 0 0 0,1-1 0 0 0,0 1-1 0 0,1-1 1 0 0,-1 0 0 0 0,10 6-1 0 0,-13-9 578 0 0,1-1-1 0 0,-1 1 0 0 0,0 0 0 0 0,1-1 0 0 0,-1 1 0 0 0,1-1 0 0 0,-1 1 0 0 0,0-1 1 0 0,1 0-1 0 0,-1 0 0 0 0,1 1 0 0 0,-1-1 0 0 0,1 0 0 0 0,-1 0 0 0 0,1-1 0 0 0,-1 1 1 0 0,1 0-1 0 0,-1 0 0 0 0,0-1 0 0 0,2 0 0 0 0,0 0 173 0 0,-1 0 0 0 0,1-1 0 0 0,-1 1 1 0 0,1-1-1 0 0,-1 0 0 0 0,0 0 0 0 0,0 0 0 0 0,0 0 0 0 0,3-4 0 0 0,2-4 741 0 0,0-1-1 0 0,-1 1 1 0 0,8-21-1 0 0,-13 28-877 0 0,71-162-5747 0 0,-63 146 5521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8:48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18594,'314'3254'0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8:50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71 3917 0 0,'-13'-11'13736'0'0,"17"11"-13607"0"0,0 0 0 0 0,0 1 1 0 0,-1 0-1 0 0,1 0 1 0 0,0 0-1 0 0,-1 0 1 0 0,1 0-1 0 0,-1 1 1 0 0,1-1-1 0 0,-1 1 1 0 0,0 0-1 0 0,0 0 1 0 0,0 0-1 0 0,0 1 1 0 0,0-1-1 0 0,4 5 0 0 0,3 5-251 0 0,0 1-1 0 0,14 22 0 0 0,-9-12 298 0 0,8 12-175 0 0,-11-16 0 0 0,25 31 0 0 0,-36-50 0 0 0,-1 1 0 0 0,1 0 0 0 0,-1-1 0 0 0,1 1 0 0 0,-1 0 0 0 0,1-1 0 0 0,0 1 0 0 0,-1-1 0 0 0,1 1 0 0 0,0-1 0 0 0,-1 1 0 0 0,1-1 0 0 0,0 0 0 0 0,0 1 0 0 0,-1-1 0 0 0,1 0 0 0 0,0 0 0 0 0,0 1 0 0 0,0-1 0 0 0,-1 0 0 0 0,1 0 0 0 0,0 0 0 0 0,0 0 0 0 0,0 0 0 0 0,-1 0 0 0 0,1 0 0 0 0,0 0 0 0 0,0 0 0 0 0,0-1 0 0 0,-1 1 0 0 0,1 0 0 0 0,0 0 0 0 0,0-1 0 0 0,-1 1 0 0 0,1 0 0 0 0,0-1 0 0 0,0 1 0 0 0,-1-1 0 0 0,1 1 0 0 0,0-1 0 0 0,-1 1 0 0 0,1-1 0 0 0,-1 0 0 0 0,1 1 0 0 0,-1-1 0 0 0,1 0 0 0 0,0 0 0 0 0,2-5 0 0 0,1-1 0 0 0,-1 1 0 0 0,0-1 0 0 0,4-9 0 0 0,-4 7 0 0 0,20-50-1524 0 0,-9 19-1784 0 0,39-71 0 0 0,-45 98-818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9:51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18354,'208'3104'0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9:52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8 183 3457 0 0,'-7'-20'17867'0'0,"7"19"-17649"0"0,9 3-2100 0 0,-3 2 1882 0 0,0 1 0 0 0,0 0 0 0 0,0 0 0 0 0,0 0 0 0 0,-1 0 0 0 0,5 7 0 0 0,27 38 0 0 0,-37-50 0 0 0,16 25 0 0 0,13 18 0 0 0,-25-39 0 0 0,-1 0 0 0 0,0-1 0 0 0,1 1 0 0 0,0-1 0 0 0,0 1 0 0 0,0-1 0 0 0,8 4 0 0 0,-11-7 0 0 0,0 1 0 0 0,0-1 0 0 0,0 0 0 0 0,0 0 0 0 0,0 1 0 0 0,1-1 0 0 0,-1 0 0 0 0,0 0 0 0 0,0 0 1 0 0,0 0-1 0 0,0-1 0 0 0,0 1 0 0 0,1 0 0 0 0,-1 0 0 0 0,0-1 0 0 0,0 1 0 0 0,0-1 0 0 0,0 1 0 0 0,0-1 0 0 0,0 1 0 0 0,0-1 0 0 0,0 1 0 0 0,0-1 0 0 0,0 0 0 0 0,-1 0 0 0 0,1 1 0 0 0,0-1 0 0 0,0 0 0 0 0,-1 0 0 0 0,1 0 0 0 0,0 0 0 0 0,-1 0 0 0 0,2-2 0 0 0,2-4-3 0 0,-1 0 0 0 0,1-1 0 0 0,3-10 0 0 0,-7 18 2 0 0,24-72-33 0 0,-11 30-2070 0 0,2 1 1 0 0,37-72-1 0 0,-50 110 1946 0 0,0-1 0 0 0,0 1 0 0 0,0 1 0 0 0,1-1 1 0 0,0 0-1 0 0,5-4 0 0 0,0 1-3300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9:54.5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16552,'186'3140'0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9:55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65 4609 0 0,'-9'2'15559'0'0,"12"7"-16067"0"0,36 56 508 0 0,25 38 0 0 0,-62-99 0 0 0,0-1 0 0 0,1 1 0 0 0,0-1 0 0 0,-1 0 0 0 0,1 0 0 0 0,0 0 0 0 0,1-1 0 0 0,-1 1 0 0 0,4 2 0 0 0,-6-5 0 0 0,0 1 0 0 0,0-1 0 0 0,0 0 0 0 0,0 1 0 0 0,0-1 0 0 0,1 0 0 0 0,-1 0 0 0 0,0 0 0 0 0,0 0 0 0 0,0 1 0 0 0,0-2 0 0 0,0 1 0 0 0,0 0 0 0 0,0 0 0 0 0,0 0 0 0 0,0 0 0 0 0,0-1 0 0 0,0 1 0 0 0,0 0 0 0 0,0-1 0 0 0,0 1 0 0 0,0-1 0 0 0,0 0 0 0 0,0 1 0 0 0,0-1 0 0 0,0 0 0 0 0,0 1 0 0 0,0-1 0 0 0,-1 0 0 0 0,1 0 0 0 0,0 1 0 0 0,-1-1 0 0 0,1 0 0 0 0,0 0 0 0 0,-1 0 0 0 0,1 0 0 0 0,0-2 0 0 0,9-19-519 0 0,-1 1-1 0 0,-1-2 0 0 0,9-36 1 0 0,-2 9-2249 0 0,4-20 390 0 0,-13 54 2121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9:57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18051,'184'3099'0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29:58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4377 0 0,'0'10'10823'0'0,"6"3"-6649"0"0,20 34-3866 0 0,-14-26-319 0 0,17 42 0 0 0,-26-55 11 0 0,12 28 0 0 0,-14-34 0 0 0,0-1 0 0 0,0 1 0 0 0,0 0 0 0 0,0-1 0 0 0,0 1 0 0 0,0-1 0 0 0,0 1 0 0 0,1-1 0 0 0,-1 1 0 0 0,1-1 0 0 0,-1 0 0 0 0,1 0 0 0 0,-1 0 0 0 0,1 0 0 0 0,3 2 0 0 0,-4-3 0 0 0,0 0 0 0 0,0 0 0 0 0,0 0 0 0 0,0 0 0 0 0,0-1 0 0 0,0 1 0 0 0,0 0 0 0 0,0 0 0 0 0,0-1 0 0 0,0 1 0 0 0,0 0 0 0 0,0-1 0 0 0,0 1 0 0 0,0-1 0 0 0,0 1 0 0 0,-1-1 0 0 0,1 1 0 0 0,0-1 0 0 0,0 0 0 0 0,-1 0 0 0 0,1 1 0 0 0,0-1 0 0 0,-1 0 0 0 0,2-1 0 0 0,15-25 0 0 0,-13 21 0 0 0,13-28-2194 0 0,0 0 0 0 0,11-40 0 0 0,-16 43 1538 0 0,3-4 197 0 0,-8 21-2750 0 0,-1 5-556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9:59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19108,'0'3046'0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0:01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3917 0 0,'1'1'13848'0'0,"8"6"-11953"0"0,0 3-1895 0 0,-1 1 0 0 0,0-1 0 0 0,11 23 0 0 0,-10-18 0 0 0,17 24 0 0 0,-23-35 0 0 0,0 0 0 0 0,1-1 0 0 0,-1 1 0 0 0,1-1 0 0 0,0 0 0 0 0,0 0 0 0 0,0 0 0 0 0,0 0 0 0 0,1-1 0 0 0,5 3 0 0 0,-8-4 2 0 0,1 0 0 0 0,0-1-1 0 0,-1 1 1 0 0,1-1 0 0 0,0 1 0 0 0,-1-1-1 0 0,1 0 1 0 0,0 0 0 0 0,0 0-1 0 0,-1-1 1 0 0,1 1 0 0 0,0-1 0 0 0,-1 1-1 0 0,1-1 1 0 0,-1 0 0 0 0,1 0-1 0 0,0 0 1 0 0,-1 0 0 0 0,0 0 0 0 0,1-1-1 0 0,-1 1 1 0 0,0-1 0 0 0,0 0-1 0 0,2-1 1 0 0,6-7-81 0 0,-1 1 0 0 0,-1-1 0 0 0,14-21 0 0 0,-5 8-680 0 0,77-100-6454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0:44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17219,'185'3340'0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0:46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0 7142 0 0,'-3'18'13511'0'0,"8"-12"-14504"0"0,83 161 215 0 0,-83-154 380 0 0,3 4-1102 0 0,11 20-1 0 0,-17-33 1304 0 0,0 0 0 0 0,1-1 0 0 0,-1 0 0 0 0,1 1 0 0 0,0-1 0 0 0,0 0 0 0 0,0 0 0 0 0,0 0 1 0 0,0-1-1 0 0,1 1 0 0 0,4 2 0 0 0,-7-5 322 0 0,0 1-1 0 0,0-1 1 0 0,0 0 0 0 0,0 0 0 0 0,0 0 0 0 0,0 0 0 0 0,0 0 0 0 0,0 0 0 0 0,0 0 0 0 0,0 0 0 0 0,0 0-1 0 0,-1 0 1 0 0,1-1 0 0 0,0 1 0 0 0,0 0 0 0 0,0 0 0 0 0,0-1 0 0 0,0 1 0 0 0,0-1 0 0 0,0 1-1 0 0,-1-1 1 0 0,1 1 0 0 0,0-1 0 0 0,0 0 0 0 0,-1 1 0 0 0,1-1 0 0 0,0 0 0 0 0,-1 1 0 0 0,1-1 0 0 0,-1 0-1 0 0,1 0 1 0 0,0-1 0 0 0,3-4 459 0 0,-1-1-1 0 0,0 1 1 0 0,3-10-1 0 0,-2 8-498 0 0,29-81-966 0 0,5-49-5654 0 0,-35 124 2137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0:51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16404,'180'3224'0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0:52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4 106 4837 0 0,'-4'-6'13158'0'0,"10"8"-13006"0"0,-1 0 1 0 0,0 1-1 0 0,0-1 0 0 0,0 1 1 0 0,0 1-1 0 0,-1-1 0 0 0,1 1 0 0 0,-1-1 1 0 0,0 1-1 0 0,0 1 0 0 0,6 7 1 0 0,6 10-311 0 0,16 28 0 0 0,-18-26 290 0 0,3 4-454 0 0,-11-16-116 0 0,0-1 0 0 0,1 0 0 0 0,0-1 0 0 0,1 1 1 0 0,0-2-1 0 0,1 1 0 0 0,10 9 0 0 0,-18-19 525 0 0,0 1 0 0 0,0-1 0 0 0,0 1-1 0 0,0-1 1 0 0,0 0 0 0 0,-1 1 0 0 0,1-1 0 0 0,0 0-1 0 0,0 0 1 0 0,0 0 0 0 0,0 1 0 0 0,0-1 0 0 0,0 0 0 0 0,0 0-1 0 0,0 0 1 0 0,0-1 0 0 0,0 1 0 0 0,0 0 0 0 0,0 0-1 0 0,0 0 1 0 0,0-1 0 0 0,0 1 0 0 0,-1 0 0 0 0,1-1-1 0 0,0 1 1 0 0,0-1 0 0 0,0 1 0 0 0,0-1 0 0 0,-1 0-1 0 0,1 1 1 0 0,0-1 0 0 0,-1 0 0 0 0,1 1 0 0 0,0-1-1 0 0,-1 0 1 0 0,1 0 0 0 0,-1 1 0 0 0,1-2 0 0 0,3-5 60 0 0,0 0 0 0 0,0 0 0 0 0,4-11 0 0 0,-6 14-275 0 0,28-74-81 0 0,17-37-2485 0 0,-37 93 660 0 0,1 0 0 0 0,2 1 1 0 0,16-22-1 0 0,-20 32-1671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0:54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17415,'115'3245'0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0:55.0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16 109 3457 0 0,'-15'-23'15741'0'0,"15"23"-15417"0"0,1-1-319 0 0,-1 1-1 0 0,1-1 0 0 0,0 1 1 0 0,-1 0-1 0 0,1 0 1 0 0,-1-1-1 0 0,1 1 0 0 0,-1 0 1 0 0,1 0-1 0 0,0-1 1 0 0,-1 1-1 0 0,1 0 1 0 0,-1 0-1 0 0,1 0 0 0 0,0 0 1 0 0,-1 0-1 0 0,1 0 1 0 0,-1 0-1 0 0,1 0 0 0 0,0 0 1 0 0,-1 1-1 0 0,1-1 1 0 0,0 0-1 0 0,-1 0 1 0 0,1 0-1 0 0,-1 1 0 0 0,1-1 1 0 0,-1 0-1 0 0,1 1 1 0 0,-1-1-1 0 0,1 0 0 0 0,-1 1 1 0 0,1 0-1 0 0,17 14-16 0 0,53 67 12 0 0,-48-54 0 0 0,41 41 0 0 0,-64-69 0 0 0,1 1 0 0 0,0 0 0 0 0,0 0 0 0 0,-1-1 0 0 0,1 1 0 0 0,0 0 0 0 0,0-1 0 0 0,0 1 0 0 0,0-1 0 0 0,0 1 0 0 0,0-1 0 0 0,0 0 0 0 0,0 1 0 0 0,0-1 0 0 0,0 0 0 0 0,0 0 0 0 0,0 1 0 0 0,0-1 0 0 0,0 0 0 0 0,0 0 0 0 0,0 0 0 0 0,0 0 0 0 0,0-1 0 0 0,0 1 0 0 0,2 0 0 0 0,-2-1 0 0 0,1 0 0 0 0,-1-1 0 0 0,1 1 0 0 0,-1 0 0 0 0,1 0 0 0 0,-1-1 0 0 0,1 1 0 0 0,-1-1 0 0 0,0 1 0 0 0,0-1 0 0 0,0 0 0 0 0,0 1 0 0 0,1-3 0 0 0,47-102 12 0 0,6-12-4290 0 0,-37 87-827 0 0,-9 19 186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0:56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17619,'184'3324'0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0:57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93 3225 0 0,'6'-10'14926'0'0,"-6"10"-14653"0"0,3 1-169 0 0,-1 0 0 0 0,0-1 1 0 0,1 1-1 0 0,-1 0 0 0 0,0 0 1 0 0,0 1-1 0 0,1-1 0 0 0,-1 0 0 0 0,0 1 1 0 0,-1-1-1 0 0,1 1 0 0 0,3 3 1 0 0,20 24-311 0 0,-22-25 292 0 0,8 13-86 0 0,0 1 0 0 0,12 23 0 0 0,-14-22 0 0 0,24 36 0 0 0,-32-55 0 0 0,-1 1 0 0 0,0-1 0 0 0,1 0 0 0 0,-1 1 0 0 0,1-1 0 0 0,-1 1 0 0 0,0-1 0 0 0,1 0 0 0 0,-1 1 0 0 0,1-1 0 0 0,-1 0 0 0 0,1 1 0 0 0,-1-1 0 0 0,1 0 0 0 0,-1 0 0 0 0,1 1 0 0 0,0-1 0 0 0,-1 0 0 0 0,1 0 0 0 0,-1 0 0 0 0,1 0 0 0 0,0 0 0 0 0,-1 0 0 0 0,1 0 0 0 0,0 0 0 0 0,0 0 0 0 0,0-1 0 0 0,0 1 0 0 0,1-1 0 0 0,-1 1 0 0 0,0-1 0 0 0,0 1 0 0 0,0-1 0 0 0,0 0 0 0 0,0 0 0 0 0,0 1 0 0 0,1-3 0 0 0,3-3 0 0 0,0-1 0 0 0,-1 1 0 0 0,5-9 0 0 0,-5 8 0 0 0,143-221-8102 0 0,-139 215 3946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1:01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18324,'0'3156'0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1:04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3917 0 0,'5'-6'17803'0'0,"2"4"-19863"0"0,-4 2 2060 0 0,0 0 0 0 0,0-1 0 0 0,-1 1 0 0 0,1 1 0 0 0,0-1 0 0 0,0 0 0 0 0,-1 0 0 0 0,1 1 0 0 0,0 0 0 0 0,-1 0 0 0 0,1-1 0 0 0,0 1 0 0 0,-1 1 0 0 0,1-1 0 0 0,-1 0 0 0 0,0 1 0 0 0,1-1 0 0 0,-1 1 0 0 0,0 0 0 0 0,0-1 0 0 0,3 4 0 0 0,4 7-1134 0 0,0 1-1 0 0,-1 0 1 0 0,0 0 0 0 0,8 18-1 0 0,15 27-1227 0 0,-22-45 2433 0 0,1 2 58 0 0,16 20 0 0 0,-23-31-105 0 0,0-1 0 0 0,1 1-1 0 0,-1-1 1 0 0,1 0-1 0 0,0 0 1 0 0,0-1-1 0 0,0 1 1 0 0,0-1-1 0 0,0 0 1 0 0,7 3 0 0 0,-9-5 139 0 0,-1 0 1 0 0,0 1-1 0 0,1-1 1 0 0,-1 0-1 0 0,0 0 1 0 0,1-1-1 0 0,-1 1 1 0 0,1 0-1 0 0,-1 0 0 0 0,0-1 1 0 0,1 1-1 0 0,-1-1 1 0 0,0 1-1 0 0,0-1 1 0 0,1 1-1 0 0,-1-1 1 0 0,0 0-1 0 0,0 0 1 0 0,0 1-1 0 0,0-1 1 0 0,0 0-1 0 0,0 0 1 0 0,0 0-1 0 0,0 0 1 0 0,1-2-1 0 0,3-4 1056 0 0,0 0 1 0 0,8-15-1 0 0,-7 11-1682 0 0,11-15-971 0 0,1 0-1 0 0,2 1 0 0 0,1 1 1 0 0,0 1-1 0 0,37-30 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1:06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18012,'187'3406'0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1:08.3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6913 0 0,'10'6'10657'0'0,"6"8"-10496"0"0,0 1-1 0 0,-1 1 1 0 0,-1 0 0 0 0,-1 1 0 0 0,-1 1 0 0 0,0 0-1 0 0,-1 0 1 0 0,0 1 0 0 0,-2 0 0 0 0,-1 1 0 0 0,0 0-1 0 0,5 22 1 0 0,-9-27-161 0 0,-3-10 0 0 0,0 1 0 0 0,0-1 0 0 0,1 1 0 0 0,0-1 0 0 0,0 1 0 0 0,0-1 0 0 0,1 0 0 0 0,0 0 0 0 0,0 0 0 0 0,5 6 0 0 0,-7-11 0 0 0,-1 1 0 0 0,1-1 0 0 0,0 1 0 0 0,0-1 0 0 0,-1 0 0 0 0,1 1 0 0 0,0-1 0 0 0,0 0 0 0 0,0 0 0 0 0,0 1 0 0 0,-1-1 0 0 0,1 0 0 0 0,0 0 0 0 0,0 0 0 0 0,0 0 0 0 0,0 0 0 0 0,0 0 0 0 0,0-1 0 0 0,-1 1 0 0 0,1 0 0 0 0,0 0 0 0 0,0 0 0 0 0,0-1 0 0 0,0 1 0 0 0,-1-1 0 0 0,1 1 0 0 0,0 0 0 0 0,0-1 0 0 0,-1 1 0 0 0,1-1 0 0 0,0 0 0 0 0,-1 1 0 0 0,2-2 0 0 0,2-3 0 0 0,1 1 0 0 0,-1-1 0 0 0,5-8 0 0 0,-7 11 0 0 0,28-42-85 0 0,34-46-1743 0 0,-16 34-3435 0 0,-15 20 5032 0 0,-1 1-3572 0 0,-23 25 170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1:10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17636,'0'3304'0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1:11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 6221 0 0,'7'-16'9770'0'0,"-5"16"-9499"0"0,-1-1-101 0 0,0 0 0 0 0,0 1 0 0 0,0-1 0 0 0,0 1 0 0 0,0-1 0 0 0,0 1 0 0 0,0-1 0 0 0,0 1-1 0 0,1 0 1 0 0,-1-1 0 0 0,0 1 0 0 0,0 0 0 0 0,0 0 0 0 0,1 0 0 0 0,-1 0 0 0 0,0 0 0 0 0,0 0-1 0 0,0 0 1 0 0,3 1 0 0 0,-1 2-170 0 0,1-1 0 0 0,0 1 0 0 0,-1 0 0 0 0,1 0 0 0 0,-1 0 0 0 0,0 1 0 0 0,0-1 0 0 0,0 1 0 0 0,-1-1 0 0 0,4 6 0 0 0,19 41 0 0 0,15 57 0 0 0,-33-87 0 0 0,-7-19 0 0 0,1 0 0 0 0,-1 1 0 0 0,1-1 0 0 0,-1 0 0 0 0,1 0 0 0 0,-1 1 0 0 0,1-1 0 0 0,0 0 0 0 0,-1 0 0 0 0,1 0 0 0 0,0 0 0 0 0,0 0 0 0 0,0 0 0 0 0,0 0 0 0 0,0-1 0 0 0,0 1 0 0 0,0 0 0 0 0,0 0 0 0 0,2 0 0 0 0,-1 0 0 0 0,-1-1 0 0 0,0 0 0 0 0,0 0 0 0 0,0 0 0 0 0,0 0 0 0 0,1 0 0 0 0,-1 0 0 0 0,0-1 0 0 0,0 1 0 0 0,0 0 0 0 0,0-1 0 0 0,0 1 0 0 0,1 0 0 0 0,-1-1 0 0 0,0 1 0 0 0,0-1 0 0 0,1-1 0 0 0,5-3 0 0 0,-1-1 0 0 0,1 0 0 0 0,-2 0 0 0 0,10-12 0 0 0,-11 13 0 0 0,63-91-1278 0 0,-13 16-6122 0 0,-46 71 3448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1:16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19013,'0'3249'0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31:18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85 1612 0 0,'-6'-23'14595'0'0,"6"17"-12771"0"0,1-8 2128 0 0,-1 2-6275 0 0,2 18 2323 0 0,0-1 0 0 0,0 1 0 0 0,1-1 0 0 0,0 1 0 0 0,0-1 0 0 0,4 6 0 0 0,2 4-23 0 0,14 35-2525 0 0,-18-38 1758 0 0,0 0 0 0 0,1 0 0 0 0,0 0 0 0 0,15 19 0 0 0,-20-29 866 0 0,0 0 1 0 0,0-1-1 0 0,1 1 0 0 0,-1-1 1 0 0,1 0-1 0 0,-1 1 0 0 0,1-1 1 0 0,-1 0-1 0 0,1 0 0 0 0,0 0 1 0 0,0 0-1 0 0,0 0 0 0 0,-1 0 1 0 0,1-1-1 0 0,0 1 0 0 0,3 0 1 0 0,-3-1-2 0 0,0 0 0 0 0,-1 0 1 0 0,1-1-1 0 0,-1 1 0 0 0,1-1 0 0 0,-1 1 0 0 0,1-1 1 0 0,-1 1-1 0 0,1-1 0 0 0,-1 0 0 0 0,1 0 1 0 0,-1 0-1 0 0,0 0 0 0 0,0 0 0 0 0,1 0 1 0 0,-1 0-1 0 0,0 0 0 0 0,0 0 0 0 0,0 0 0 0 0,2-3 1 0 0,48-78-1819 0 0,-35 53 1792 0 0,23-28 0 0 0,-10 5-2355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35:0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24575,'0'0'0,"0"0"0,0 0 0,2-2 0,16-10 0,1 0 0,0 1 0,1 0 0,23-7 0,-40 17 0,-1-1 0,1 1 0,-1 0 0,1-1 0,-1 0 0,0 1 0,0-1 0,0 0 0,0 0 0,0-1 0,0 1 0,0 0 0,-1 0 0,1-1 0,-1 1 0,1-1 0,-1 0 0,0 1 0,0-1 0,0 0 0,-1 0 0,1 1 0,-1-1 0,1 0 0,-1 0 0,0 0 0,0 0 0,0 0 0,-1 1 0,1-1 0,-2-5 0,0 5 0,3 2 0,4 4 0,20 5-1365,-9-3-5461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97 4145 0 0,'-2'-8'802'0'0,"-1"-1"0"0"0,-1 1 0 0 0,1 0 0 0 0,-1 0 1 0 0,-1 0-1 0 0,-6-8 0 0 0,10 14-571 0 0,-1 0 0 0 0,1 1 0 0 0,-1-1-1 0 0,0 0 1 0 0,0 1 0 0 0,1-1 0 0 0,-1 1 0 0 0,0 0 0 0 0,0-1 0 0 0,0 1 0 0 0,0 0-1 0 0,-1 0 1 0 0,1 1 0 0 0,0-1 0 0 0,0 0 0 0 0,-1 1 0 0 0,1-1 0 0 0,0 1 0 0 0,0 0-1 0 0,-1 0 1 0 0,1 0 0 0 0,0 0 0 0 0,-1 0 0 0 0,1 0 0 0 0,0 1 0 0 0,-1-1 0 0 0,1 1-1 0 0,0-1 1 0 0,-3 2 0 0 0,-2 1 35 0 0,1 1 0 0 0,0-1 0 0 0,1 1 0 0 0,-1 0 0 0 0,1 0 0 0 0,0 0 0 0 0,0 1 0 0 0,0 0 0 0 0,0 0 0 0 0,1 0 1 0 0,0 1-1 0 0,0-1 0 0 0,-4 10 0 0 0,-2 3-22 0 0,2 0 1 0 0,0 1-1 0 0,-7 24 1 0 0,10-23-91 0 0,0 1 1 0 0,0 1 0 0 0,2-1-1 0 0,0 32 1 0 0,2-43-98 0 0,1 0 1 0 0,1 1-1 0 0,0-1 1 0 0,1 0-1 0 0,0 1 1 0 0,0-1-1 0 0,1 0 1 0 0,1 0-1 0 0,-1-1 1 0 0,1 1-1 0 0,8 11 1 0 0,-10-17-40 0 0,0-1 0 0 0,1 1 0 0 0,-1-1 0 0 0,1 0 1 0 0,0 0-1 0 0,0 0 0 0 0,0-1 0 0 0,1 1 1 0 0,-1-1-1 0 0,0 0 0 0 0,1 0 0 0 0,0 0 1 0 0,-1 0-1 0 0,1 0 0 0 0,5 1 0 0 0,-4-2-5 0 0,0 0 0 0 0,0-1 0 0 0,0 0 0 0 0,0 1 0 0 0,1-2-1 0 0,-1 1 1 0 0,0 0 0 0 0,0-1 0 0 0,0 0 0 0 0,9-3 0 0 0,1-2-10 0 0,0-1 1 0 0,-1 0-1 0 0,0-1 1 0 0,0-1-1 0 0,0 0 1 0 0,18-17-1 0 0,-24 20-15 0 0,-1-1 0 0 0,0 0-1 0 0,0 0 1 0 0,0-1 0 0 0,-1 0 0 0 0,0 0-1 0 0,-1 0 1 0 0,0-1 0 0 0,6-13 0 0 0,-9 15-19 0 0,0 0 0 0 0,0 0 1 0 0,0 0-1 0 0,-1 0 0 0 0,0-1 1 0 0,-1 1-1 0 0,0 0 0 0 0,0 0 0 0 0,0-1 1 0 0,-1 1-1 0 0,0 0 0 0 0,0 0 1 0 0,-4-11-1 0 0,1 7 2 0 0,0 0-1 0 0,-1 0 1 0 0,0 1 0 0 0,-1 0 0 0 0,0 0 0 0 0,-1 0 0 0 0,0 1-1 0 0,-10-11 1 0 0,-11-8-119 0 0,-33-27 0 0 0,49 45 59 0 0,11 9 29 0 0,-2-2-220 0 0,0 1 0 0 0,0-1 0 0 0,0 1 0 0 0,-1-1 0 0 0,1 1 0 0 0,-1 0 0 0 0,1 1 0 0 0,-7-4 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11979 0 0,'0'1'348'0'0,"0"0"0"0"0,0 0 1 0 0,0-1-1 0 0,0 1 1 0 0,0 0-1 0 0,0 0 1 0 0,0 0-1 0 0,0 0 1 0 0,1-1-1 0 0,-1 1 1 0 0,0 0-1 0 0,1 0 0 0 0,-1 0 1 0 0,0-1-1 0 0,1 2 1 0 0,11 23 1964 0 0,-5-10-1128 0 0,-3-5-900 0 0,-1-1-1 0 0,0 1 1 0 0,0 0-1 0 0,-1 0 1 0 0,-1 1-1 0 0,0-1 1 0 0,0 12-1 0 0,-1-16-431 0 0,0 0-1 0 0,-1 1 0 0 0,0-2 0 0 0,-1 1 0 0 0,-2 10 1 0 0,2-12-521 0 0,0 0 1 0 0,0 0 0 0 0,0 0-1 0 0,0 0 1 0 0,0-1 0 0 0,-1 1-1 0 0,0-1 1 0 0,-5 6 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53 1840 0 0,'0'-3'794'0'0,"0"-1"1"0"0,-1 0-1 0 0,1 0 0 0 0,-1 0 0 0 0,1 0 0 0 0,-1 0 0 0 0,0 1 0 0 0,-3-7 0 0 0,4 9-624 0 0,-1 0 1 0 0,1 1 0 0 0,-1-1-1 0 0,0 0 1 0 0,1 0-1 0 0,-1 1 1 0 0,0-1-1 0 0,1 0 1 0 0,-1 1-1 0 0,0-1 1 0 0,0 1-1 0 0,1-1 1 0 0,-1 1-1 0 0,0-1 1 0 0,0 1 0 0 0,0-1-1 0 0,0 1 1 0 0,0 0-1 0 0,0-1 1 0 0,0 1-1 0 0,0 0 1 0 0,0 0-1 0 0,0 0 1 0 0,0 0-1 0 0,0 0 1 0 0,1 0 0 0 0,-1 0-1 0 0,0 0 1 0 0,0 0-1 0 0,0 0 1 0 0,0 1-1 0 0,0-1 1 0 0,0 0-1 0 0,0 1 1 0 0,0-1-1 0 0,0 1 1 0 0,0-1-1 0 0,-1 2 1 0 0,-4 1 92 0 0,1 1-1 0 0,-1 0 1 0 0,1 0 0 0 0,0 0-1 0 0,0 1 1 0 0,0-1 0 0 0,0 1 0 0 0,1 1-1 0 0,0-1 1 0 0,0 1 0 0 0,0-1-1 0 0,1 1 1 0 0,0 0 0 0 0,0 0-1 0 0,1 1 1 0 0,-3 7 0 0 0,0 2-45 0 0,1 1 0 0 0,1-1 0 0 0,1 1 0 0 0,0 0 0 0 0,0 21 1 0 0,3-21-84 0 0,0-1 1 0 0,0 1 0 0 0,2-1 0 0 0,0 0 0 0 0,10 31 0 0 0,-11-40-103 0 0,1 0 1 0 0,1 0-1 0 0,-1 0 0 0 0,1-1 1 0 0,0 1-1 0 0,9 9 1 0 0,-10-13-23 0 0,1 0 1 0 0,-1 0 0 0 0,1 0 0 0 0,-1 0-1 0 0,1 0 1 0 0,0-1 0 0 0,0 0-1 0 0,0 1 1 0 0,0-2 0 0 0,1 1-1 0 0,7 2 1 0 0,-6-3-9 0 0,-1-1-1 0 0,0 1 0 0 0,1-1 1 0 0,-1 0-1 0 0,0-1 1 0 0,1 1-1 0 0,-1-1 0 0 0,0 0 1 0 0,0-1-1 0 0,0 1 1 0 0,1-1-1 0 0,-1 0 0 0 0,-1 0 1 0 0,1 0-1 0 0,0-1 1 0 0,-1 0-1 0 0,9-6 0 0 0,-2 0 2 0 0,0 0 0 0 0,-1-1 0 0 0,0 0 0 0 0,-1-1 0 0 0,14-19 0 0 0,-20 25-4 0 0,0 0 0 0 0,0-1 0 0 0,0 0 0 0 0,0 0 0 0 0,-1 1 0 0 0,0-1 0 0 0,-1-1 0 0 0,1 1 0 0 0,-1 0 0 0 0,0 0 0 0 0,0 0 0 0 0,-1-1 0 0 0,0 1 0 0 0,0 0 0 0 0,-1-1 0 0 0,1 1 0 0 0,-2 0 0 0 0,1-1 0 0 0,0 1 0 0 0,-1 0 0 0 0,0 0 0 0 0,-1 0 0 0 0,1 1 0 0 0,-1-1 0 0 0,0 1 0 0 0,-1-1 0 0 0,1 1 0 0 0,-1 0 0 0 0,0 0 0 0 0,0 0 0 0 0,-1 1 0 0 0,1-1 0 0 0,-11-6 0 0 0,-4 1 11 0 0,0 0 0 0 0,-1 2 0 0 0,0 0 0 0 0,0 2 0 0 0,-38-8 1 0 0,9 2-58 0 0,30 7-2380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93 6913 0 0,'-13'-10'4113'0'0,"11"8"-3642"0"0,1 0 1 0 0,-1 1 0 0 0,1 0 0 0 0,-1-1 0 0 0,0 1 0 0 0,0 0 0 0 0,-3-2-1 0 0,3 2-238 0 0,1 1 0 0 0,-1-1-1 0 0,1 1 1 0 0,-1 0-1 0 0,1-1 1 0 0,-1 1 0 0 0,1 0-1 0 0,-1 0 1 0 0,1 0-1 0 0,-1 0 1 0 0,1 0 0 0 0,-1 0-1 0 0,1 1 1 0 0,-1-1-1 0 0,1 0 1 0 0,-1 1 0 0 0,1 0-1 0 0,-1-1 1 0 0,-1 2-1 0 0,0-1-36 0 0,1 1-1 0 0,0 0 1 0 0,-1 0-1 0 0,1 0 1 0 0,0 0-1 0 0,0 1 1 0 0,0-1-1 0 0,0 0 1 0 0,-1 5-1 0 0,-2 2-27 0 0,0 0 0 0 0,1 1 0 0 0,1 0-1 0 0,-5 18 1 0 0,3-4-84 0 0,1 1-1 0 0,-1 32 1 0 0,4-44-60 0 0,2-1 1 0 0,-1 1 0 0 0,1-1-1 0 0,1 0 1 0 0,1 1-1 0 0,5 18 1 0 0,-7-28-10 0 0,0 0 0 0 0,1 0 0 0 0,-1 0 1 0 0,1 0-1 0 0,-1 0 0 0 0,1 0 0 0 0,0 0 0 0 0,0 0 1 0 0,1-1-1 0 0,-1 1 0 0 0,0-1 0 0 0,1 1 0 0 0,-1-1 1 0 0,1 0-1 0 0,0 0 0 0 0,0 0 0 0 0,0-1 0 0 0,0 1 1 0 0,0-1-1 0 0,0 1 0 0 0,1-1 0 0 0,-1 0 1 0 0,0 0-1 0 0,4 0 0 0 0,-2-1 7 0 0,0 0 0 0 0,1 0 1 0 0,-1 0-1 0 0,0 0 0 0 0,0-1 0 0 0,0 0 1 0 0,0 0-1 0 0,0-1 0 0 0,0 1 0 0 0,0-1 1 0 0,0 0-1 0 0,-1 0 0 0 0,1-1 0 0 0,-1 0 1 0 0,6-3-1 0 0,1-3-19 0 0,0 0 1 0 0,-1-1-1 0 0,0 0 1 0 0,-1 0-1 0 0,0-1 0 0 0,-1-1 1 0 0,0 1-1 0 0,0-1 0 0 0,-1 0 1 0 0,-1-1-1 0 0,0 0 1 0 0,4-14-1 0 0,-8 19-1 0 0,0 1 1 0 0,0-1-1 0 0,-1 0 0 0 0,0 0 1 0 0,-1 0-1 0 0,1 0 0 0 0,-2 0 1 0 0,1 0-1 0 0,-3-15 1 0 0,1 17-4 0 0,0 0 1 0 0,0 0 0 0 0,0 0 0 0 0,-1 1-1 0 0,0-1 1 0 0,0 1 0 0 0,0-1 0 0 0,-1 1-1 0 0,0 0 1 0 0,0 0 0 0 0,0 1 0 0 0,0-1-1 0 0,-10-7 1 0 0,1 3-66 0 0,0 1-1 0 0,0 0 1 0 0,0 0-1 0 0,-1 1 1 0 0,0 1 0 0 0,0 0-1 0 0,-1 1 1 0 0,0 1-1 0 0,-19-4 1 0 0,32 8-123 0 0,0-1-1 0 0,0 1 1 0 0,-1 0-1 0 0,1 0 1 0 0,0-1 0 0 0,-1 2-1 0 0,1-1 1 0 0,0 0 0 0 0,0 0-1 0 0,-1 1 1 0 0,1-1-1 0 0,0 1 1 0 0,0 0 0 0 0,-3 0-1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12699 0 0,'0'0'968'0'0,"7"20"3832"0"0,-3-14-4399 0 0,-1 1 0 0 0,0 0 0 0 0,0-1-1 0 0,-1 1 1 0 0,0 1 0 0 0,0-1 0 0 0,-1 0 0 0 0,1 13 0 0 0,-1-12-339 0 0,-1 0-1 0 0,-1 0 1 0 0,1 0-1 0 0,-1 0 1 0 0,0 0 0 0 0,-1 0-1 0 0,0 0 1 0 0,0 0-1 0 0,-1-1 1 0 0,0 1-1 0 0,0-1 1 0 0,-1 0-1 0 0,-4 8 1 0 0,8-15-91 0 0,0 0 1 0 0,0 0 0 0 0,0 1-1 0 0,0-1 1 0 0,-1 0-1 0 0,1 0 1 0 0,0 0-1 0 0,0 0 1 0 0,0 1-1 0 0,0-1 1 0 0,0 0-1 0 0,0 0 1 0 0,0 0-1 0 0,-1 0 1 0 0,1 0 0 0 0,0 0-1 0 0,0 1 1 0 0,0-1-1 0 0,0 0 1 0 0,0 0-1 0 0,-1 0 1 0 0,1 0-1 0 0,0 0 1 0 0,0 0-1 0 0,0 0 1 0 0,-1 0-1 0 0,1 0 1 0 0,0 0 0 0 0,0 0-1 0 0,0 0 1 0 0,0 0-1 0 0,-1 0 1 0 0,1 0-1 0 0,0 0 1 0 0,0 0-1 0 0,0 0 1 0 0,0 0-1 0 0,-1 0 1 0 0,1 0-1 0 0,0 0 1 0 0,0 0 0 0 0,0 0-1 0 0,-1-1 1 0 0,1 0-909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9674 0 0,'-1'1'474'0'0,"1"-1"-1"0"0,-1 1 1 0 0,1 0 0 0 0,0 0-1 0 0,-1 0 1 0 0,1 0 0 0 0,0-1-1 0 0,0 1 1 0 0,-1 0-1 0 0,1 0 1 0 0,0 0 0 0 0,0 0-1 0 0,0 0 1 0 0,0 0 0 0 0,0 0-1 0 0,1-1 1 0 0,-1 1 0 0 0,0 1-1 0 0,6 20 634 0 0,-4-15-412 0 0,13 52-38 0 0,-3 2 0 0 0,-2-1 0 0 0,3 123 1 0 0,-13-179-784 0 0,1-2-15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7834 0 0,'-3'-2'416'0'0,"1"-1"0"0"0,-1 1 1 0 0,0 0-1 0 0,0 0 1 0 0,0 0-1 0 0,-1 0 0 0 0,1 0 1 0 0,0 1-1 0 0,-1 0 0 0 0,1-1 1 0 0,-1 1-1 0 0,1 1 1 0 0,-1-1-1 0 0,0 0 0 0 0,1 1 1 0 0,-1 0-1 0 0,0 0 1 0 0,1 0-1 0 0,-1 0 0 0 0,0 0 1 0 0,1 1-1 0 0,-6 1 0 0 0,5-1-233 0 0,-1 1-1 0 0,1-1 0 0 0,0 1 1 0 0,-1 0-1 0 0,1 0 0 0 0,0 1 1 0 0,0-1-1 0 0,0 1 0 0 0,1 0 1 0 0,-1 0-1 0 0,1 0 0 0 0,0 0 1 0 0,0 1-1 0 0,0 0 0 0 0,0-1 1 0 0,0 1-1 0 0,-2 5 0 0 0,0 3-75 0 0,1-1-1 0 0,0 1 1 0 0,0 0-1 0 0,1 0 1 0 0,1 0-1 0 0,-1 19 0 0 0,1-4 17 0 0,5 51 0 0 0,-2-63-42 0 0,1 0 0 0 0,1 0 0 0 0,0 0-1 0 0,8 19 1 0 0,-9-29-59 0 0,0 0 0 0 0,0 1 0 0 0,1-1 1 0 0,-1-1-1 0 0,1 1 0 0 0,1 0 0 0 0,-1-1 0 0 0,1 1 0 0 0,-1-1 1 0 0,1 0-1 0 0,0 0 0 0 0,1 0 0 0 0,-1-1 0 0 0,10 6 0 0 0,-11-8-11 0 0,0 0 0 0 0,0 0 0 0 0,1 0 0 0 0,-1 0-1 0 0,0-1 1 0 0,1 0 0 0 0,-1 1 0 0 0,0-1-1 0 0,1-1 1 0 0,-1 1 0 0 0,1 0 0 0 0,-1-1-1 0 0,0 0 1 0 0,1 1 0 0 0,-1-1 0 0 0,0-1-1 0 0,0 1 1 0 0,0 0 0 0 0,0-1 0 0 0,6-3-1 0 0,2-2-6 0 0,-1-1-1 0 0,0 1 0 0 0,0-2 0 0 0,10-10 0 0 0,-14 12 1 0 0,0 0 0 0 0,0 0 1 0 0,-1 0-1 0 0,0-1 0 0 0,0 0 0 0 0,-1 0 1 0 0,0 0-1 0 0,0-1 0 0 0,-1 1 1 0 0,0-1-1 0 0,0 0 0 0 0,-1 0 0 0 0,-1 0 1 0 0,2-13-1 0 0,-3 10 2 0 0,0-1 1 0 0,-1 0-1 0 0,0 0 0 0 0,-1 1 1 0 0,0-1-1 0 0,-1 1 1 0 0,-1 0-1 0 0,0 0 0 0 0,-10-22 1 0 0,8 23-16 0 0,0 0 0 0 0,0 1 0 0 0,-15-18 1 0 0,17 23-167 0 0,0 0 1 0 0,-1 1 0 0 0,0 0 0 0 0,0-1 0 0 0,0 1-1 0 0,-1 1 1 0 0,1-1 0 0 0,-11-4 0 0 0,7 4-4991 0 0,3 1-1718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8290 0 0,'-7'34'8751'0'0,"2"19"-4068"0"0,2-9-3495 0 0,2-33-1581 0 0,-7 42 1882 0 0,0-18-8443 0 0,6-28-378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59 11522 0 0,'-8'-1'1019'0'0,"7"-1"753"0"0,12-5 1703 0 0,-4 3-2934 0 0,9-4 139 0 0,0 0-1 0 0,28-10 0 0 0,-37 16-584 0 0,1-1 0 0 0,0 2-1 0 0,0-1 1 0 0,0 1 0 0 0,-1 0-1 0 0,1 0 1 0 0,1 1 0 0 0,9 1-1 0 0,-16-1-73 0 0,0 1 1 0 0,-1-1-1 0 0,1 0 0 0 0,-1 1 0 0 0,1-1 1 0 0,0 1-1 0 0,-1 0 0 0 0,1 0 0 0 0,-1-1 1 0 0,0 1-1 0 0,1 0 0 0 0,-1 0 0 0 0,0 0 1 0 0,1 0-1 0 0,-1 1 0 0 0,0-1 0 0 0,0 0 1 0 0,2 2-1 0 0,-2 0 14 0 0,0-1 0 0 0,0 1 0 0 0,0-1 0 0 0,0 1 0 0 0,0 0 0 0 0,0-1 0 0 0,-1 1 0 0 0,1 0 0 0 0,-1 0 0 0 0,0 3 0 0 0,0 6 76 0 0,-1-1 1 0 0,-1 1 0 0 0,0 0 0 0 0,-4 12 0 0 0,6-22-98 0 0,-18 60 380 0 0,10-41-151 0 0,2 0 0 0 0,1 0-1 0 0,0 1 1 0 0,-1 27 0 0 0,6-45-186 0 0,0 1-1 0 0,0-1 1 0 0,0 1-1 0 0,1-1 1 0 0,-1 0 0 0 0,1 0-1 0 0,0 1 1 0 0,1-1-1 0 0,-1 0 1 0 0,1 0-1 0 0,3 6 1 0 0,-4-8-45 0 0,1 0 0 0 0,-1 0 0 0 0,1 0 0 0 0,0-1 0 0 0,-1 1 0 0 0,1 0 0 0 0,0-1 0 0 0,0 1 0 0 0,0-1 0 0 0,0 0 0 0 0,0 0 0 0 0,1 0 0 0 0,-1 0 0 0 0,0 0 0 0 0,0 0 0 0 0,1 0 0 0 0,-1-1 0 0 0,0 0 0 0 0,1 1 0 0 0,-1-1 0 0 0,1 0 0 0 0,2 0 0 0 0,6-1-19 0 0,1 0 0 0 0,0 0 0 0 0,-1-2 0 0 0,1 1 0 0 0,19-8 0 0 0,54-28-1107 0 0,-69 30 603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37 2617 0 0,'-1'-3'88'0'0,"0"0"637"0"0,0-1 0 0 0,0 1-1 0 0,0 0 1 0 0,-1 0-1 0 0,1 0 1 0 0,-1 0 0 0 0,-2-2-1 0 0,3 4-528 0 0,1 1 0 0 0,-1-1 0 0 0,0 0-1 0 0,1 1 1 0 0,-1-1 0 0 0,0 1-1 0 0,0-1 1 0 0,0 1 0 0 0,0 0 0 0 0,1-1-1 0 0,-1 1 1 0 0,0 0 0 0 0,0 0-1 0 0,0-1 1 0 0,0 1 0 0 0,0 0 0 0 0,0 0-1 0 0,0 0 1 0 0,0 0 0 0 0,0 0 0 0 0,0 0-1 0 0,0 1 1 0 0,0-1 0 0 0,1 0-1 0 0,-1 0 1 0 0,0 1 0 0 0,0-1 0 0 0,0 0-1 0 0,0 1 1 0 0,-1 0 0 0 0,-4 2 407 0 0,0 1 1 0 0,0-1-1 0 0,1 1 1 0 0,-1 0-1 0 0,1 0 1 0 0,0 1-1 0 0,0 0 1 0 0,-8 9-1 0 0,7-5-229 0 0,0 0 0 0 0,0 1-1 0 0,1-1 1 0 0,-8 21 0 0 0,6-8-247 0 0,0 0 1 0 0,2 0-1 0 0,1 0 1 0 0,-2 39-1 0 0,4-40-42 0 0,2 0 0 0 0,3 40-1 0 0,-2-56-71 0 0,0 0-1 0 0,0 0 0 0 0,0 0 0 0 0,0 0 0 0 0,1 0 0 0 0,0 0 0 0 0,0 0 0 0 0,0-1 0 0 0,0 1 0 0 0,1-1 0 0 0,0 0 0 0 0,0 1 0 0 0,0-1 0 0 0,0-1 0 0 0,1 1 0 0 0,-1 0 0 0 0,9 5 0 0 0,-9-7-4 0 0,0-1-1 0 0,1 1 0 0 0,-1-1 1 0 0,0 0-1 0 0,1 0 1 0 0,-1-1-1 0 0,1 1 0 0 0,-1-1 1 0 0,1 1-1 0 0,-1-1 0 0 0,1 0 1 0 0,-1 0-1 0 0,1-1 1 0 0,-1 1-1 0 0,1-1 0 0 0,-1 0 1 0 0,1 0-1 0 0,-1 0 0 0 0,0 0 1 0 0,4-2-1 0 0,8-4 36 0 0,-1-1-1 0 0,0 0 0 0 0,13-11 1 0 0,-18 13-8 0 0,-4 2-18 0 0,0 0-1 0 0,0-1 0 0 0,0 0 0 0 0,0 0 1 0 0,-1-1-1 0 0,0 1 0 0 0,0-1 0 0 0,-1 0 1 0 0,1 0-1 0 0,-1 0 0 0 0,0 0 0 0 0,-1 0 1 0 0,0-1-1 0 0,2-8 0 0 0,-1 4-12 0 0,-1 0 0 0 0,-1 0-1 0 0,0 0 1 0 0,0 0 0 0 0,-1 0 0 0 0,0 0-1 0 0,-1 0 1 0 0,-3-12 0 0 0,1 8-79 0 0,-1 1-1 0 0,-1 0 1 0 0,0 0 0 0 0,-1 1 0 0 0,-9-15 0 0 0,10 21-225 0 0,-1 0 0 0 0,0 0 0 0 0,0 0 0 0 0,-1 1 1 0 0,0 0-1 0 0,0 0 0 0 0,0 1 0 0 0,-13-7 0 0 0,8 4-1411 0 0,3 2-5145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4145 0 0,'-4'25'9202'0'0,"1"1"-3974"0"0,1-11-4098 0 0,0 0 0 0 0,0 0 0 0 0,-9 26 1 0 0,7-31-1333 0 0,-1 0 0 0 0,1-1 1 0 0,-2 0-1 0 0,-11 17 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11979 0 0,'9'-9'1394'0'0,"1"2"0"0"0,0-1 0 0 0,0 1 1 0 0,19-10-1 0 0,47-16-68 0 0,-31 18-602 0 0,-41 15-661 0 0,0-1 1 0 0,0 0 0 0 0,-1 1 0 0 0,1 0-1 0 0,0 0 1 0 0,0 0 0 0 0,0 0-1 0 0,-1 1 1 0 0,1-1 0 0 0,5 2 0 0 0,-8-1-51 0 0,-1-1 0 0 0,1 0 0 0 0,-1 1 0 0 0,1-1 0 0 0,-1 1 0 0 0,0-1 1 0 0,1 1-1 0 0,-1-1 0 0 0,1 1 0 0 0,-1 0 0 0 0,0-1 0 0 0,0 1 0 0 0,1-1 0 0 0,-1 1 1 0 0,0 0-1 0 0,0-1 0 0 0,0 1 0 0 0,1 0 0 0 0,-1-1 0 0 0,0 1 0 0 0,0 0 1 0 0,0-1-1 0 0,0 1 0 0 0,0 0 0 0 0,0-1 0 0 0,0 1 0 0 0,-1-1 0 0 0,1 1 0 0 0,0 0 1 0 0,0-1-1 0 0,0 1 0 0 0,-1 0 0 0 0,0 0 0 0 0,-9 23 89 0 0,9-24-98 0 0,-12 21 71 0 0,-2 0 0 0 0,0-1 0 0 0,-2-1 1 0 0,-26 24-1 0 0,32-32-67 0 0,15-15-61 0 0,-1 1 1 0 0,1 0-1 0 0,0 0 0 0 0,1 0 1 0 0,-1 0-1 0 0,0 1 0 0 0,1-1 1 0 0,0 1-1 0 0,-1 0 0 0 0,1 1 1 0 0,0-1-1 0 0,0 1 0 0 0,0 0 1 0 0,0 0-1 0 0,0 0 0 0 0,0 1 1 0 0,0 0-1 0 0,0 0 0 0 0,0 0 1 0 0,0 1-1 0 0,0-1 0 0 0,0 1 1 0 0,0 0-1 0 0,0 1 1 0 0,0-1-1 0 0,6 4 0 0 0,-6-2 37 0 0,0-1 0 0 0,-1 1 0 0 0,1 1 0 0 0,-1-1-1 0 0,0 1 1 0 0,0-1 0 0 0,0 1 0 0 0,0 0 0 0 0,0 1 0 0 0,-1-1 0 0 0,0 0-1 0 0,3 6 1 0 0,-5-7 38 0 0,1 0 0 0 0,-1 0 0 0 0,0 0 0 0 0,0 0 0 0 0,0 1-1 0 0,-1-1 1 0 0,1 0 0 0 0,-1 0 0 0 0,0 0 0 0 0,1 0 0 0 0,-2 1-1 0 0,1-1 1 0 0,0 0 0 0 0,-1 0 0 0 0,1 0 0 0 0,-1 1 0 0 0,0-1 0 0 0,0 0-1 0 0,0 0 1 0 0,0 0 0 0 0,-4 5 0 0 0,1-1 107 0 0,-1-1-1 0 0,0 0 1 0 0,0 0 0 0 0,-1 0 0 0 0,0 0 0 0 0,0-1-1 0 0,0 0 1 0 0,-1 0 0 0 0,-12 7 0 0 0,14-9-97 0 0,0-1-1 0 0,-1 1 1 0 0,1-1 0 0 0,0 0 0 0 0,-1-1 0 0 0,1 1 0 0 0,-1-1 0 0 0,1 0 0 0 0,-1 0-1 0 0,1-1 1 0 0,-1 0 0 0 0,0 0 0 0 0,1 0 0 0 0,-1-1 0 0 0,-5-1 0 0 0,9 2-195 0 0,1 0 1 0 0,0 0-1 0 0,0-1 1 0 0,0 1-1 0 0,-1 0 1 0 0,1-1-1 0 0,0 1 1 0 0,0-1-1 0 0,0 0 1 0 0,0 1-1 0 0,0-1 1 0 0,0 0-1 0 0,0 0 1 0 0,0 0-1 0 0,0 0 1 0 0,0 1-1 0 0,-1-3 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101 105 5065 0 0,'2'-23'1263'0'0,"-2"19"-805"0"0,1-1 0 0 0,0 1 0 0 0,-1-1 1 0 0,0 1-1 0 0,0-1 0 0 0,-1 1 0 0 0,1-1 1 0 0,-1 1-1 0 0,0 0 0 0 0,0-1 0 0 0,-2-5 1 0 0,3 10-361 0 0,-1-1 1 0 0,1 1 0 0 0,0 0 0 0 0,-1-1 0 0 0,1 1 0 0 0,0-1-1 0 0,-1 1 1 0 0,1 0 0 0 0,0-1 0 0 0,-1 1 0 0 0,1 0 0 0 0,-1-1-1 0 0,1 1 1 0 0,-1 0 0 0 0,1 0 0 0 0,0-1 0 0 0,-1 1 0 0 0,1 0-1 0 0,-1 0 1 0 0,1 0 0 0 0,-1 0 0 0 0,1 0 0 0 0,-1 0 0 0 0,0 0-1 0 0,1 0 1 0 0,-1 0 0 0 0,1 0 0 0 0,-1 0 0 0 0,-1 0 56 0 0,1 1-1 0 0,-1-1 1 0 0,1 1 0 0 0,-1 0 0 0 0,1-1 0 0 0,-1 1-1 0 0,1 0 1 0 0,0 0 0 0 0,-2 2 0 0 0,-2 2 435 0 0,-1 0 0 0 0,-7 11 1 0 0,7-6-296 0 0,0-1-1 0 0,1 1 1 0 0,0-1 0 0 0,1 1 0 0 0,0 1 0 0 0,1-1-1 0 0,0 0 1 0 0,0 1 0 0 0,1 0 0 0 0,1-1 0 0 0,-1 23-1 0 0,2-22-212 0 0,0 1 0 0 0,1 0 0 0 0,0-1 0 0 0,1 0 0 0 0,1 1 0 0 0,0-1 0 0 0,0 0 0 0 0,1 0 0 0 0,0 0 0 0 0,1-1 0 0 0,6 12 0 0 0,-8-18-69 0 0,-1-1 0 0 0,0 0 1 0 0,1 0-1 0 0,0 1 0 0 0,-1-1 1 0 0,1-1-1 0 0,1 1 0 0 0,-1 0 1 0 0,0-1-1 0 0,0 0 0 0 0,1 1 1 0 0,0-1-1 0 0,-1-1 0 0 0,1 1 1 0 0,0 0-1 0 0,0-1 0 0 0,0 0 1 0 0,0 0-1 0 0,0 0 0 0 0,0-1 1 0 0,0 1-1 0 0,0-1 0 0 0,0 0 1 0 0,0 0-1 0 0,0 0 0 0 0,0-1 1 0 0,0 1-1 0 0,5-2 0 0 0,0-1-5 0 0,-1 1-1 0 0,1-2 0 0 0,-1 1 1 0 0,1-1-1 0 0,-1-1 0 0 0,0 0 1 0 0,0 0-1 0 0,-1 0 1 0 0,0-1-1 0 0,0 0 0 0 0,10-11 1 0 0,-9 9-2 0 0,-1-1 0 0 0,0 0 1 0 0,-1 0-1 0 0,0-1 1 0 0,0 0-1 0 0,-1 0 1 0 0,0 0-1 0 0,4-15 1 0 0,-7 19-8 0 0,-1 0 1 0 0,0 0 0 0 0,0 0 0 0 0,0 0-1 0 0,-1 0 1 0 0,0-1 0 0 0,0 1 0 0 0,0 0-1 0 0,-1 0 1 0 0,0 0 0 0 0,0 0-1 0 0,-1 0 1 0 0,0 0 0 0 0,0 0 0 0 0,0 1-1 0 0,-1-1 1 0 0,-3-5 0 0 0,1 1 4 0 0,-1 1-1 0 0,-1-1 1 0 0,0 2 0 0 0,0-1-1 0 0,-1 1 1 0 0,0 0 0 0 0,0 0-1 0 0,-14-9 1 0 0,19 15-58 0 0,-1-1 1 0 0,0 1-1 0 0,0 0 0 0 0,0 0 0 0 0,-1 0 0 0 0,1 1 1 0 0,0 0-1 0 0,0 0 0 0 0,-1 0 0 0 0,1 0 0 0 0,-1 0 1 0 0,1 1-1 0 0,-1 0 0 0 0,1 0 0 0 0,-1 0 1 0 0,1 1-1 0 0,-1-1 0 0 0,1 1 0 0 0,-1 0 0 0 0,1 1 1 0 0,0-1-1 0 0,0 1 0 0 0,-8 3 0 0 0,7-2-802 0 0,2 1-231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6449 0 0,'2'26'10211'0'0,"4"1"-6948"0"0,-4-14-2451 0 0,4 23 0 0 0,-6-24-840 0 0,0-1-1 0 0,-1 1 0 0 0,0 0 0 0 0,-1-1 1 0 0,0 1-1 0 0,-1-1 0 0 0,0 0 0 0 0,-5 13 1 0 0,5-21-1542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17 12443 0 0,'-1'0'377'0'0,"0"-1"0"0"0,0 0 0 0 0,-1 1 1 0 0,1-1-1 0 0,0 0 0 0 0,-1 1 1 0 0,1 0-1 0 0,0-1 0 0 0,-1 1 0 0 0,1 0 1 0 0,0-1-1 0 0,-1 1 0 0 0,1 0 0 0 0,0 0 1 0 0,-1 0-1 0 0,1 1 0 0 0,-1-1 1 0 0,1 0-1 0 0,-2 1 0 0 0,0-1-203 0 0,0 1 1 0 0,0 0-1 0 0,1 0 1 0 0,-1 0-1 0 0,1 0 1 0 0,-1 0-1 0 0,1 1 1 0 0,-5 2-1 0 0,3 0-113 0 0,1 0 1 0 0,-1 1-1 0 0,1-1 1 0 0,0 1-1 0 0,0 0 0 0 0,0 0 1 0 0,1 0-1 0 0,0 0 1 0 0,0 0-1 0 0,0 0 0 0 0,1 1 1 0 0,-1-1-1 0 0,1 7 1 0 0,-2 10-20 0 0,0 42 0 0 0,3-50 29 0 0,-1 3 7 0 0,1-1 1 0 0,1 1-1 0 0,0-1 1 0 0,8 31-1 0 0,-8-43-62 0 0,0-1 0 0 0,1 1 0 0 0,-1-1-1 0 0,1 1 1 0 0,0-1 0 0 0,0 1 0 0 0,0-1-1 0 0,0 0 1 0 0,0 0 0 0 0,1 0 0 0 0,4 4-1 0 0,-4-5-14 0 0,-1-1-1 0 0,1 1 1 0 0,-1-1-1 0 0,1 0 1 0 0,-1 0-1 0 0,1 0 1 0 0,0 0-1 0 0,0 0 1 0 0,0-1 0 0 0,-1 1-1 0 0,1-1 1 0 0,0 1-1 0 0,0-1 1 0 0,0 0-1 0 0,0 0 1 0 0,0-1-1 0 0,4 0 1 0 0,0-1-22 0 0,1 0 0 0 0,-1 0 1 0 0,1-1-1 0 0,-1 0 1 0 0,0 0-1 0 0,0-1 1 0 0,-1 0-1 0 0,1 0 0 0 0,-1 0 1 0 0,0-1-1 0 0,0 0 1 0 0,7-8-1 0 0,-6 6 7 0 0,0-1-1 0 0,0 0 0 0 0,-1-1 1 0 0,0 0-1 0 0,-1 1 1 0 0,0-2-1 0 0,0 1 0 0 0,5-17 1 0 0,-9 21 19 0 0,0 0 0 0 0,0 1 0 0 0,-1-1 1 0 0,0 1-1 0 0,0-1 0 0 0,0 0 0 0 0,0 1 0 0 0,-1-1 1 0 0,0 0-1 0 0,0 1 0 0 0,0-1 0 0 0,0 1 0 0 0,-1 0 1 0 0,0-1-1 0 0,0 1 0 0 0,0 0 0 0 0,0 0 0 0 0,-1 0 1 0 0,-4-5-1 0 0,-5-7 21 0 0,-2 2 0 0 0,1-1 0 0 0,-19-13 0 0 0,25 22-127 0 0,1 0 0 0 0,-1 1 1 0 0,0-1-1 0 0,-1 2 0 0 0,1-1 0 0 0,-1 1 1 0 0,0 0-1 0 0,0 1 0 0 0,0-1 0 0 0,-12-2 1 0 0,17 6-672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7 12443 0 0,'-16'-3'1004'0'0,"1"2"-1"0"0,0-1 1 0 0,0 2 0 0 0,-1 0 0 0 0,-18 3 0 0 0,30-3-874 0 0,1 1-1 0 0,-1 0 1 0 0,1 0 0 0 0,-1 0-1 0 0,1 0 1 0 0,0 0 0 0 0,-1 1-1 0 0,1-1 1 0 0,0 1 0 0 0,0 0-1 0 0,0 0 1 0 0,0 0 0 0 0,0 1-1 0 0,1-1 1 0 0,-1 0 0 0 0,1 1-1 0 0,-1 0 1 0 0,1 0 0 0 0,0 0-1 0 0,0 0 1 0 0,0 0-1 0 0,1 0 1 0 0,-1 0 0 0 0,1 0-1 0 0,-1 1 1 0 0,1-1 0 0 0,0 1-1 0 0,0 3 1 0 0,-1 9-84 0 0,1 0 0 0 0,1 1 0 0 0,0-1 0 0 0,2 0 0 0 0,-1 0 0 0 0,2 0-1 0 0,0 0 1 0 0,1 0 0 0 0,1-1 0 0 0,0 0 0 0 0,1 0 0 0 0,1 0 0 0 0,9 16 0 0 0,-14-27-30 0 0,1 0 0 0 0,0 0 0 0 0,0 0 0 0 0,0-1 0 0 0,0 1 0 0 0,1-1 0 0 0,-1 1 0 0 0,1-1-1 0 0,0 0 1 0 0,0 0 0 0 0,0-1 0 0 0,1 1 0 0 0,-1-1 0 0 0,0 0 0 0 0,1 0 0 0 0,0-1 0 0 0,-1 1 0 0 0,1-1 0 0 0,0 0 0 0 0,0 0 0 0 0,5 0 0 0 0,-2-1 10 0 0,0-1 1 0 0,0 1-1 0 0,1-1 1 0 0,-1-1-1 0 0,0 1 0 0 0,0-2 1 0 0,0 1-1 0 0,0-1 1 0 0,0 0-1 0 0,-1 0 1 0 0,13-8-1 0 0,-13 6-5 0 0,0 0-1 0 0,0 0 1 0 0,0 0 0 0 0,-1-1 0 0 0,0 0-1 0 0,0 0 1 0 0,0-1 0 0 0,-1 0 0 0 0,0 0-1 0 0,0 0 1 0 0,-1 0 0 0 0,6-13-1 0 0,-8 15-20 0 0,0-1 0 0 0,0 1 0 0 0,-1 0-1 0 0,0-1 1 0 0,0 1 0 0 0,-1-1-1 0 0,1 0 1 0 0,-1 1 0 0 0,0-1-1 0 0,0 1 1 0 0,-1-1 0 0 0,0 1-1 0 0,0-1 1 0 0,0 1 0 0 0,-1-1-1 0 0,1 1 1 0 0,-1 0 0 0 0,-1 0-1 0 0,1 0 1 0 0,-5-7 0 0 0,1 2-32 0 0,-1 1 0 0 0,-1-1 0 0 0,1 1 0 0 0,-2 0 1 0 0,1 1-1 0 0,-1 0 0 0 0,0 1 0 0 0,-1 0 0 0 0,0 0 0 0 0,0 1 1 0 0,0 0-1 0 0,-1 0 0 0 0,0 2 0 0 0,-16-7 0 0 0,25 11-23 0 0,1 0 0 0 0,-1 0 0 0 0,1 0 0 0 0,0 0 0 0 0,-1 0 0 0 0,1 0 0 0 0,-1 0 0 0 0,1 0 0 0 0,0 0 0 0 0,-1 1 0 0 0,1-1 0 0 0,0 0 0 0 0,-1 1 0 0 0,1-1 0 0 0,-2 2 0 0 0,2-1-184 0 0,0-1 1 0 0,1 1-1 0 0,-1-1 1 0 0,0 1-1 0 0,1 0 0 0 0,-1-1 1 0 0,0 1-1 0 0,1 0 0 0 0,-1-1 1 0 0,1 1-1 0 0,-1 0 1 0 0,1 0-1 0 0,-1 0 0 0 0,0 1 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2761 0 0,'-1'2'1001'0'0,"1"-1"0"0"0,-1 0 0 0 0,1 0 1 0 0,-1 0-1 0 0,1 1 0 0 0,0-1 1 0 0,0 0-1 0 0,-1 1 0 0 0,1-1 1 0 0,0 2-1 0 0,3 27 3088 0 0,-1-14-2837 0 0,-2 1-535 0 0,0 0-1 0 0,-3 17 1 0 0,-1-4-6754 0 0,3-24-510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19788 0 0,'0'1'99'0'0,"1"-1"0"0"0,-1 0 0 0 0,1 0 0 0 0,-1 0 0 0 0,1 1-1 0 0,-1-1 1 0 0,0 0 0 0 0,1 1 0 0 0,-1-1 0 0 0,1 0 0 0 0,-1 1 0 0 0,0-1 0 0 0,0 0-1 0 0,1 1 1 0 0,-1-1 0 0 0,0 1 0 0 0,0-1 0 0 0,1 0 0 0 0,-1 1 0 0 0,0-1-1 0 0,0 1 1 0 0,0-1 0 0 0,1 1 0 0 0,3 15-324 0 0,-4-12 564 0 0,10 37 973 0 0,6 58-1 0 0,-14-76-1570 0 0,-1 1-1 0 0,-1 0 0 0 0,-6 47 1 0 0,5-69-308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9 456 0 0,'-1'0'277'0'0,"1"-1"0"0"0,-1 0-1 0 0,0 1 1 0 0,0-1 0 0 0,1 0 0 0 0,-1 1-1 0 0,0-1 1 0 0,0 1 0 0 0,0-1 0 0 0,0 1 0 0 0,0-1-1 0 0,0 1 1 0 0,0 0 0 0 0,0 0 0 0 0,0-1-1 0 0,0 1 1 0 0,0 0 0 0 0,0 0 0 0 0,0 0-1 0 0,0 0 1 0 0,0 0 0 0 0,0 0 0 0 0,0 0-1 0 0,-1 1 1 0 0,-25 5 7176 0 0,21-3-7071 0 0,1 0-1 0 0,0 0 0 0 0,0 1 0 0 0,0-1 0 0 0,1 1 0 0 0,-1 0 0 0 0,1 0 0 0 0,0 1 0 0 0,0 0 0 0 0,1-1 0 0 0,-1 1 0 0 0,1 0 1 0 0,0 0-1 0 0,-4 10 0 0 0,-1 5 88 0 0,0 1 0 0 0,-8 33 1 0 0,12-38-322 0 0,1 0-1 0 0,1 1 1 0 0,0-1 0 0 0,1 21 0 0 0,2-28-98 0 0,-1 0 1 0 0,1 0-1 0 0,0-1 0 0 0,1 1 1 0 0,0 0-1 0 0,1-1 0 0 0,0 1 1 0 0,0-1-1 0 0,6 11 1 0 0,-7-16-36 0 0,0 0 1 0 0,0 0 0 0 0,0 0-1 0 0,0 0 1 0 0,0-1 0 0 0,1 1-1 0 0,-1-1 1 0 0,1 0 0 0 0,0 0-1 0 0,0 0 1 0 0,0 0 0 0 0,0 0-1 0 0,0-1 1 0 0,0 1 0 0 0,0-1-1 0 0,5 2 1 0 0,-3-2-6 0 0,1-1 0 0 0,-1 1 1 0 0,0-1-1 0 0,0 0 0 0 0,1 0 0 0 0,-1 0 1 0 0,0-1-1 0 0,1 1 0 0 0,8-4 1 0 0,-1 0-29 0 0,0-1 0 0 0,-1 0 1 0 0,0-1-1 0 0,0-1 1 0 0,-1 0-1 0 0,0 0 0 0 0,17-15 1 0 0,-20 16-7 0 0,-1-1 1 0 0,0 0 0 0 0,0-1-1 0 0,-1 0 1 0 0,1 0 0 0 0,-2 0 0 0 0,1-1-1 0 0,4-10 1 0 0,-8 15 15 0 0,0-1 0 0 0,-1 0 0 0 0,0 1 0 0 0,0-1 0 0 0,0 0 0 0 0,0 0 0 0 0,-1 1 0 0 0,0-1-1 0 0,0 0 1 0 0,0 0 0 0 0,0 0 0 0 0,-1 0 0 0 0,0 1 0 0 0,0-1 0 0 0,0 0 0 0 0,-1 1 0 0 0,1-1 0 0 0,-5-8 0 0 0,0 3 5 0 0,0 0-1 0 0,-1 0 1 0 0,0 1 0 0 0,-1 0 0 0 0,0 0 0 0 0,0 0-1 0 0,-14-10 1 0 0,14 13-92 0 0,0 0 0 0 0,-1 0 0 0 0,1 1-1 0 0,-1 0 1 0 0,0 1 0 0 0,-1 0 0 0 0,1 0 0 0 0,-1 1 0 0 0,-10-2-1 0 0,14 4-1012 0 0,1 2-4105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15203 0 0,'1'1'365'0'0,"-1"0"0"0"0,1 1 0 0 0,0-1 0 0 0,-1 0 0 0 0,1 1 0 0 0,-1-1 0 0 0,1 0-1 0 0,-1 1 1 0 0,0-1 0 0 0,1 1 0 0 0,-1-1 0 0 0,0 1 0 0 0,0 2 0 0 0,-2 21 1692 0 0,2-21-2033 0 0,-2 6 313 0 0,0 1 1 0 0,-1 0 0 0 0,-4 12-1 0 0,3-12-410 0 0,1 0 1 0 0,-4 16-1 0 0,9-13-2556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15667 0 0,'1'-2'202'0'0,"0"-1"0"0"0,1 0 0 0 0,-1 1 0 0 0,1-1-1 0 0,-1 1 1 0 0,1 0 0 0 0,0-1 0 0 0,0 1 0 0 0,0 0-1 0 0,0 0 1 0 0,0 0 0 0 0,0 0 0 0 0,1 1 0 0 0,-1-1-1 0 0,1 0 1 0 0,4-1 0 0 0,2-2 383 0 0,0 1 0 0 0,1 0 0 0 0,14-4 0 0 0,-23 8-519 0 0,1-1 0 0 0,0 1 0 0 0,-1-1 0 0 0,1 1 0 0 0,0 0 0 0 0,0 0 0 0 0,-1-1 0 0 0,1 1 0 0 0,0 1 0 0 0,-1-1 0 0 0,1 0 0 0 0,0 0 0 0 0,0 0 0 0 0,-1 1 0 0 0,1-1 0 0 0,0 1 0 0 0,-1 0 0 0 0,1-1 0 0 0,-1 1 1 0 0,1 0-1 0 0,1 1 0 0 0,-2 0-50 0 0,1-1 1 0 0,-1 1-1 0 0,0 0 1 0 0,0-1-1 0 0,-1 1 1 0 0,1 0-1 0 0,0 0 1 0 0,0-1-1 0 0,-1 1 1 0 0,1 0 0 0 0,-1 0-1 0 0,0 0 1 0 0,1 0-1 0 0,-1 0 1 0 0,0 0-1 0 0,0 0 1 0 0,0 0-1 0 0,-1 3 1 0 0,-8 46 77 0 0,5-32-65 0 0,-2 25 0 0 0,6-38 8 0 0,0-1 0 0 0,0 0 0 0 0,0 1 0 0 0,1-1 0 0 0,0 0 0 0 0,0 0 0 0 0,0 1-1 0 0,0-1 1 0 0,4 7 0 0 0,-4-10 7 0 0,1 1 0 0 0,-1-1-1 0 0,1 0 1 0 0,0 0-1 0 0,-1 0 1 0 0,1 0 0 0 0,0 0-1 0 0,0-1 1 0 0,0 1-1 0 0,1-1 1 0 0,-1 1 0 0 0,0-1-1 0 0,0 0 1 0 0,1 1-1 0 0,-1-1 1 0 0,1-1 0 0 0,-1 1-1 0 0,1 0 1 0 0,-1 0-1 0 0,1-1 1 0 0,0 0 0 0 0,-1 1-1 0 0,1-1 1 0 0,0 0-1 0 0,3-1 1 0 0,1 1-331 0 0,0-1 0 0 0,0 0-1 0 0,10-3 1 0 0,16-8-6494 0 0,-23 7-507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65 456 0 0,'-18'-25'2048'0'0,"14"21"-744"0"0,0-1 1 0 0,0 1-1 0 0,0 0 1 0 0,-1 0-1 0 0,-7-5 1 0 0,10 8-778 0 0,0-1 1 0 0,-1 1 0 0 0,1 0 0 0 0,0 0 0 0 0,-1 1 0 0 0,1-1 0 0 0,-1 0 0 0 0,1 1-1 0 0,-1-1 1 0 0,1 1 0 0 0,-1 0 0 0 0,1 0 0 0 0,-1 0 0 0 0,-3 0 0 0 0,3 1-283 0 0,0-1 1 0 0,0 1-1 0 0,0 0 1 0 0,0 0 0 0 0,1 1-1 0 0,-1-1 1 0 0,0 1-1 0 0,-4 2 1 0 0,2 0-136 0 0,0 1 0 0 0,0 0 0 0 0,0 0 0 0 0,1 0 0 0 0,-1 0 0 0 0,1 1 0 0 0,1 0 1 0 0,-1-1-1 0 0,1 2 0 0 0,0-1 0 0 0,0 0 0 0 0,1 0 0 0 0,-3 9 0 0 0,2-2-27 0 0,0 1 0 0 0,0 0 1 0 0,2 0-1 0 0,-1 0 0 0 0,2 21 0 0 0,0-29-51 0 0,1 1-1 0 0,0 0 1 0 0,0-1-1 0 0,0 1 1 0 0,1 0-1 0 0,0-1 1 0 0,1 0-1 0 0,-1 1 1 0 0,1-1-1 0 0,0 0 1 0 0,1 0-1 0 0,-1 0 1 0 0,1-1-1 0 0,5 6 1 0 0,-5-7-15 0 0,-1 0 1 0 0,2-1 0 0 0,-1 1-1 0 0,0-1 1 0 0,1 0 0 0 0,0 0 0 0 0,-1-1-1 0 0,1 1 1 0 0,0-1 0 0 0,0 0-1 0 0,1-1 1 0 0,-1 1 0 0 0,0-1-1 0 0,0 0 1 0 0,1 0 0 0 0,-1 0 0 0 0,12-1-1 0 0,-8-1-1 0 0,0 0-1 0 0,0 0 1 0 0,0-1-1 0 0,0 0 1 0 0,-1-1 0 0 0,1 0-1 0 0,-1 0 1 0 0,1-1-1 0 0,11-7 1 0 0,-14 8-6 0 0,0-1 1 0 0,0 0-1 0 0,0-1 0 0 0,-1 1 1 0 0,0-1-1 0 0,0 0 1 0 0,0-1-1 0 0,0 1 0 0 0,-1-1 1 0 0,0 0-1 0 0,0 0 1 0 0,5-11-1 0 0,-8 13-12 0 0,1-1 1 0 0,-1 1-1 0 0,0 0 1 0 0,-1 0-1 0 0,1-1 0 0 0,-1 1 1 0 0,0-1-1 0 0,0 1 1 0 0,0 0-1 0 0,0-1 0 0 0,-2-4 1 0 0,0 1-7 0 0,0 0 0 0 0,-1 0-1 0 0,0 1 1 0 0,0-1 0 0 0,-7-10 0 0 0,-1 0-25 0 0,-2 1 0 0 0,0 0 0 0 0,-26-25 0 0 0,38 41-130 0 0,-19-16 501 0 0,8 10-1720 0 0,1 7-4925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5529 0 0,'1'0'376'0'0,"0"1"-1"0"0,0-1 0 0 0,1 0 1 0 0,-1 1-1 0 0,0-1 1 0 0,0 1-1 0 0,0-1 0 0 0,0 1 1 0 0,0 0-1 0 0,0-1 1 0 0,0 1-1 0 0,0 0 0 0 0,0 0 1 0 0,-1 0-1 0 0,1-1 0 0 0,0 1 1 0 0,0 0-1 0 0,-1 0 1 0 0,1 0-1 0 0,-1 0 0 0 0,1 0 1 0 0,0 1-1 0 0,0 1 1 0 0,0 1 444 0 0,1 1 0 0 0,-1-1 0 0 0,1 1 1 0 0,0 8-1 0 0,-2-5-324 0 0,1 1 0 0 0,-2 0 0 0 0,1 0 0 0 0,-1-1 0 0 0,-1 1 0 0 0,-4 16 0 0 0,-2-2-747 0 0,-12 26 0 0 0,18-46-1589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5529 0 0,'1'-3'548'0'0,"0"1"-1"0"0,1-1 1 0 0,-1 0-1 0 0,1 1 0 0 0,-1-1 1 0 0,1 1-1 0 0,0 0 1 0 0,0 0-1 0 0,0 0 1 0 0,0 0-1 0 0,0 0 1 0 0,1 0-1 0 0,-1 0 1 0 0,0 1-1 0 0,1-1 1 0 0,0 1-1 0 0,-1-1 0 0 0,6 0 1 0 0,2-2 438 0 0,1 0-1 0 0,-1 1 1 0 0,19-3 0 0 0,-23 6-776 0 0,-1-1 0 0 0,1 1 0 0 0,0 0 0 0 0,-1 0 0 0 0,1 1 0 0 0,0 0 0 0 0,-1 0 0 0 0,1 0 0 0 0,-1 0 0 0 0,1 1 0 0 0,7 4 0 0 0,-12-6-189 0 0,1 1 1 0 0,0 0-1 0 0,0 0 1 0 0,-1 0-1 0 0,1 1 1 0 0,-1-1-1 0 0,1 0 1 0 0,-1 1-1 0 0,0-1 1 0 0,1 0-1 0 0,-1 1 1 0 0,0 0-1 0 0,0-1 1 0 0,0 1-1 0 0,0 0 1 0 0,0-1-1 0 0,0 1 1 0 0,-1 0-1 0 0,1 0 1 0 0,-1 0-1 0 0,1 0 1 0 0,-1 0-1 0 0,0 0 1 0 0,1-1-1 0 0,-1 1 1 0 0,0 0-1 0 0,0 0 1 0 0,-1 0-1 0 0,1 0 0 0 0,0 0 1 0 0,-1 0-1 0 0,1 0 1 0 0,-1 0-1 0 0,1 0 1 0 0,-1-1-1 0 0,-1 3 1 0 0,-2 3-20 0 0,1 0 0 0 0,-2 0-1 0 0,1 0 1 0 0,-1-1 0 0 0,0 0 0 0 0,-1 0 0 0 0,1 0 0 0 0,-1-1-1 0 0,-9 7 1 0 0,-14 13-532 0 0,62-30-1014 0 0,-19 4 1400 0 0,1 0 0 0 0,-1 1 1 0 0,1 0-1 0 0,-1 1 1 0 0,23 5-1 0 0,-32-5 251 0 0,0 0 0 0 0,0 0 1 0 0,0 1-1 0 0,0 0 0 0 0,0 0 0 0 0,0 0 1 0 0,-1 0-1 0 0,1 1 0 0 0,-1 0 0 0 0,0 0 1 0 0,0 0-1 0 0,0 0 0 0 0,0 1 1 0 0,0 0-1 0 0,-1 0 0 0 0,1 0 0 0 0,-1 0 1 0 0,5 8-1 0 0,-7-10-49 0 0,0 1 0 0 0,0-1 0 0 0,0 1 0 0 0,0-1 0 0 0,-1 1 0 0 0,1 0 1 0 0,-1-1-1 0 0,0 1 0 0 0,1-1 0 0 0,-1 1 0 0 0,-1 0 0 0 0,1-1 0 0 0,0 1 0 0 0,0 0 1 0 0,-1-1-1 0 0,0 4 0 0 0,-1-2 11 0 0,0-1 0 0 0,0 1 1 0 0,0 0-1 0 0,0-1 0 0 0,0 1 1 0 0,-1-1-1 0 0,1 1 0 0 0,-1-1 1 0 0,-4 3-1 0 0,-5 4 146 0 0,1-1 1 0 0,-2-1-1 0 0,1 0 0 0 0,-22 10 1 0 0,27-15-301 0 0,1-1-1 0 0,0 1 1 0 0,-1-1 0 0 0,1 0 0 0 0,-1 0 0 0 0,0-1-1 0 0,0 0 1 0 0,1 0 0 0 0,-1-1 0 0 0,0 1 0 0 0,0-2 0 0 0,0 1-1 0 0,0-1 1 0 0,-12-2 0 0 0,12 0-411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8290 0 0,'0'-1'442'0'0,"-1"0"1"0"0,1 1 0 0 0,0-1 0 0 0,-1 0-1 0 0,1 1 1 0 0,0-1 0 0 0,0 0 0 0 0,0 1-1 0 0,-1-1 1 0 0,1 0 0 0 0,0 0-1 0 0,0 1 1 0 0,0-1 0 0 0,0 0 0 0 0,0 1-1 0 0,0-1 1 0 0,1 0 0 0 0,-1 0-1 0 0,0 0 1 0 0,4 1 2838 0 0,0 9-2384 0 0,1 13-522 0 0,-1-1 0 0 0,-1 1-1 0 0,-1 0 1 0 0,-1 32 0 0 0,0-31-173 0 0,-2 20-110 0 0,-11 79-1 0 0,12-118-347 0 0,3-9-2346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10594 0 0,'0'2'680'0'0,"1"1"0"0"0,-1 0 0 0 0,1 0 1 0 0,-1-1-1 0 0,0 1 0 0 0,0 0 0 0 0,0 0 0 0 0,-1 3 0 0 0,1 0 502 0 0,-1 16 1180 0 0,-4 22 0 0 0,0 3-2622 0 0,5-44-1473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28 7370 0 0,'-2'-1'258'0'0,"1"0"0"0"0,0 0 0 0 0,-1 0 0 0 0,1-1 0 0 0,-1 1 0 0 0,1 1 0 0 0,-1-1 0 0 0,1 0 1 0 0,-1 0-1 0 0,0 1 0 0 0,1-1 0 0 0,-1 1 0 0 0,0-1 0 0 0,0 1 0 0 0,0 0 0 0 0,1-1 1 0 0,-1 1-1 0 0,0 0 0 0 0,0 0 0 0 0,0 0 0 0 0,1 1 0 0 0,-1-1 0 0 0,0 0 0 0 0,0 1 0 0 0,1-1 1 0 0,-1 1-1 0 0,0 0 0 0 0,1-1 0 0 0,-1 1 0 0 0,0 0 0 0 0,1 0 0 0 0,-3 2 0 0 0,0-1 60 0 0,1 2 1 0 0,-1-1-1 0 0,0 0 0 0 0,1 1 0 0 0,0 0 0 0 0,0-1 0 0 0,0 1 0 0 0,0 0 1 0 0,0 1-1 0 0,-3 7 0 0 0,1 4-145 0 0,0-1 1 0 0,1 1-1 0 0,1 0 1 0 0,0 0-1 0 0,1 0 1 0 0,1 0-1 0 0,1 0 1 0 0,0 0-1 0 0,1 1 0 0 0,0-1 1 0 0,2 0-1 0 0,0 0 1 0 0,6 19-1 0 0,-8-30-141 0 0,1-1-1 0 0,0 0 0 0 0,0 0 0 0 0,0 1 1 0 0,0-1-1 0 0,1-1 0 0 0,0 1 0 0 0,-1 0 1 0 0,1-1-1 0 0,1 1 0 0 0,-1-1 0 0 0,0 0 0 0 0,1 0 1 0 0,0 0-1 0 0,6 3 0 0 0,-6-4-8 0 0,0 0-1 0 0,0-1 0 0 0,0 0 0 0 0,0 0 1 0 0,0 0-1 0 0,0 0 0 0 0,0 0 1 0 0,0-1-1 0 0,1 0 0 0 0,-1 0 1 0 0,0 0-1 0 0,0 0 0 0 0,1-1 1 0 0,-1 0-1 0 0,0 0 0 0 0,0 0 1 0 0,5-2-1 0 0,0 0-2 0 0,0-1 1 0 0,-1 0-1 0 0,0-1 1 0 0,1 0-1 0 0,-2 0 0 0 0,1-1 1 0 0,0 0-1 0 0,-1 0 1 0 0,0-1-1 0 0,-1 0 1 0 0,0 0-1 0 0,0-1 0 0 0,8-13 1 0 0,-10 16-10 0 0,-1-1 1 0 0,-1 1-1 0 0,1-1 0 0 0,-1 1 1 0 0,0-1-1 0 0,0 0 0 0 0,-1 0 1 0 0,0 0-1 0 0,0 0 1 0 0,0-1-1 0 0,-1 1 0 0 0,0 0 1 0 0,0 0-1 0 0,0 0 0 0 0,-1 0 1 0 0,0 0-1 0 0,0 0 1 0 0,-1 0-1 0 0,0 0 0 0 0,0 0 1 0 0,-5-11-1 0 0,-2 3-51 0 0,0 0 0 0 0,-1 0 0 0 0,-1 1 1 0 0,0 0-1 0 0,-1 1 0 0 0,0 0 0 0 0,-1 1 0 0 0,-17-12 0 0 0,27 21-148 0 0,0-1 0 0 0,0 1-1 0 0,-1 0 1 0 0,0 0 0 0 0,1 1 0 0 0,-1-1-1 0 0,0 1 1 0 0,0 0 0 0 0,1 0 0 0 0,-1 0-1 0 0,-6-1 1 0 0,8 3-939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 7834 0 0,'0'-1'218'0'0,"-1"1"1"0"0,1-1-1 0 0,-1 1 1 0 0,1-1-1 0 0,0 1 1 0 0,-1-1-1 0 0,1 1 1 0 0,0-1-1 0 0,0 1 0 0 0,-1-1 1 0 0,1 1-1 0 0,0-1 1 0 0,0 1-1 0 0,0-1 1 0 0,0 1-1 0 0,0-1 1 0 0,0 0-1 0 0,0 1 1 0 0,0-1-1 0 0,0 1-26 0 0,0 0-1 0 0,1 0 0 0 0,-1 1 1 0 0,1-1-1 0 0,-1 0 1 0 0,0 1-1 0 0,1-1 0 0 0,-1 0 1 0 0,0 1-1 0 0,0-1 0 0 0,1 1 1 0 0,-1-1-1 0 0,0 0 1 0 0,0 1-1 0 0,0-1 0 0 0,0 1 1 0 0,1-1-1 0 0,-1 1 0 0 0,0-1 1 0 0,0 1-1 0 0,0-1 1 0 0,0 1-1 0 0,0-1 0 0 0,0 0 1 0 0,0 1-1 0 0,0 0 0 0 0,12 76 3619 0 0,-9-42-3215 0 0,-1 48 0 0 0,-7-42-430 0 0,3-32-383 0 0,1 0 1 0 0,0 0 0 0 0,0 0 0 0 0,2 16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9218 0 0,'0'1'120'0'0,"-1"-1"0"0"0,0 1 0 0 0,1 0 1 0 0,-1-1-1 0 0,1 1 0 0 0,-1 0 0 0 0,1 0 0 0 0,-1 0 0 0 0,1-1 0 0 0,0 1 1 0 0,-1 0-1 0 0,1 0 0 0 0,0 0 0 0 0,0 0 0 0 0,0 0 0 0 0,0 0 0 0 0,0 0 1 0 0,0 1-1 0 0,-1 22 1517 0 0,2-18-899 0 0,-2 17 1208 0 0,1 9-1198 0 0,1-12-3371 0 0,2-14-1973 0 0,-1-6 4031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 9674 0 0,'0'0'78'0'0,"0"0"0"0"0,0-1 0 0 0,-1 1 0 0 0,1 0 0 0 0,0 0 0 0 0,0 0 0 0 0,0-1 0 0 0,0 1 0 0 0,0 0 0 0 0,0 0 1 0 0,0-1-1 0 0,0 1 0 0 0,0 0 0 0 0,0 0 0 0 0,0-1 0 0 0,0 1 0 0 0,0 0 0 0 0,0 0 0 0 0,0-1 0 0 0,0 1 0 0 0,0 0 0 0 0,0 0 0 0 0,0-1 0 0 0,0 1 0 0 0,0 0 0 0 0,0 0 0 0 0,1-1 0 0 0,-1 1 0 0 0,0 0 0 0 0,0 0 0 0 0,0 0 0 0 0,0 0 0 0 0,1-1 1 0 0,-1 1-1 0 0,0 0 0 0 0,0 0 0 0 0,0 0 0 0 0,1 0 0 0 0,-1-1 0 0 0,0 1 0 0 0,0 0 0 0 0,0 0 0 0 0,1 0 0 0 0,-1 0 0 0 0,1 0 99 0 0,-1 0 0 0 0,1 1 0 0 0,0-1 0 0 0,-1 0 0 0 0,0 1 0 0 0,1-1 0 0 0,-1 0 0 0 0,1 1-1 0 0,-1-1 1 0 0,1 1 0 0 0,-1-1 0 0 0,0 1 0 0 0,1-1 0 0 0,-1 1 0 0 0,0-1 0 0 0,1 1 0 0 0,-1-1 0 0 0,0 1 0 0 0,0 0 0 0 0,5 13 1246 0 0,-1-1 0 0 0,3 20 0 0 0,2 61-61 0 0,-7-75-1063 0 0,1 29 333 0 0,-5 81-1 0 0,1-126-3268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36 7370 0 0,'-1'-2'96'0'0,"0"1"1"0"0,1-1-1 0 0,-1 1 1 0 0,0-1-1 0 0,1 1 1 0 0,0-1-1 0 0,-1 0 1 0 0,1 1-1 0 0,0-1 1 0 0,0 0 0 0 0,0 1-1 0 0,0-1 1 0 0,0-1-1 0 0,0-2 1178 0 0,2-2 4732 0 0,2 14-3242 0 0,3 12-1027 0 0,-2 9-1204 0 0,-2 0 0 0 0,0 0 1 0 0,-2 1-1 0 0,-3 28 1 0 0,1-3-483 0 0,2-53-1005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11979 0 0,'0'3'632'0'0,"-1"-1"0"0"0,1 1 0 0 0,-1 0 1 0 0,1 0-1 0 0,0-1 0 0 0,0 1 0 0 0,0 0 1 0 0,1 3-1 0 0,0 0 328 0 0,-1 11 436 0 0,0 0 0 0 0,-4 20-1 0 0,3-29-2373 0 0,-1 0 0 0 0,0 0 0 0 0,-5 12 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13363 0 0,'0'-2'164'0'0,"1"0"0"0"0,-1 0 0 0 0,1 0 0 0 0,0 0 0 0 0,0 0 0 0 0,0 0 0 0 0,0 1 0 0 0,0-1 0 0 0,0 0 0 0 0,1 0 0 0 0,-1 1 0 0 0,0-1-1 0 0,3-2 1 0 0,22-18 1272 0 0,-22 19-1080 0 0,0 0 1 0 0,1 1-1 0 0,-1-1 0 0 0,0 1 0 0 0,1 0 0 0 0,-1 1 0 0 0,1-1 0 0 0,6-1 0 0 0,-10 3-315 0 0,0-1 1 0 0,0 1-1 0 0,0 0 0 0 0,1 0 0 0 0,-1 0 0 0 0,0 0 0 0 0,0 0 0 0 0,0 0 0 0 0,0 0 1 0 0,0 1-1 0 0,0-1 0 0 0,0 0 0 0 0,0 0 0 0 0,0 1 0 0 0,0-1 0 0 0,0 1 0 0 0,0-1 0 0 0,0 1 1 0 0,0-1-1 0 0,-1 1 0 0 0,1 0 0 0 0,0-1 0 0 0,0 1 0 0 0,0 0 0 0 0,-1 0 0 0 0,1-1 1 0 0,0 1-1 0 0,-1 0 0 0 0,1 0 0 0 0,-1 0 0 0 0,1 0 0 0 0,-1 0 0 0 0,1 0 0 0 0,-1 0 1 0 0,0 0-1 0 0,0 0 0 0 0,1 0 0 0 0,-1 0 0 0 0,0 0 0 0 0,0 0 0 0 0,0 0 0 0 0,0 0 1 0 0,0 2-1 0 0,-1 9 43 0 0,0-1-1 0 0,-1 1 1 0 0,-1-1 0 0 0,1 0 0 0 0,-2 0 0 0 0,-4 12-1 0 0,-4 12 156 0 0,4-9 20 0 0,4-19-97 0 0,2 1 0 0 0,-1 0 0 0 0,1 0 1 0 0,0 0-1 0 0,0 0 0 0 0,1 0 0 0 0,0 0 0 0 0,1 15 0 0 0,1-21-136 0 0,-1-1 0 0 0,0 0 1 0 0,1 0-1 0 0,0 1 0 0 0,-1-1 0 0 0,1 0 1 0 0,0 0-1 0 0,-1 0 0 0 0,1 0 0 0 0,0 0 0 0 0,0 0 1 0 0,0 0-1 0 0,0 0 0 0 0,0 0 0 0 0,0 0 1 0 0,0-1-1 0 0,0 1 0 0 0,0 0 0 0 0,1-1 1 0 0,-1 1-1 0 0,0-1 0 0 0,0 1 0 0 0,1-1 0 0 0,-1 0 1 0 0,0 1-1 0 0,1-1 0 0 0,-1 0 0 0 0,0 0 1 0 0,1 0-1 0 0,1 0 0 0 0,6 0 29 0 0,1-1-1 0 0,-1 0 1 0 0,12-2-1 0 0,-11 1-6 0 0,0 1-35 0 0,10-2-528 0 0,30-8 1 0 0,-43 8-4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11058 0 0,'2'12'6185'0'0,"2"15"-4488"0"0,7 42 125 0 0,3 115-1 0 0,-14-182-2307 0 0,2 12 1160 0 0,1-7-7450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7834 0 0,'-5'24'6840'0'0,"1"0"-3486"0"0,2-8-2056 0 0,-1 0 0 0 0,-7 19 0 0 0,5-19-977 0 0,-5 10-2545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15203 0 0,'1'-2'101'0'0,"-1"-1"0"0"0,1 1 0 0 0,0-1 0 0 0,0 0 0 0 0,0 1 0 0 0,1 0 0 0 0,-1-1 0 0 0,1 1 0 0 0,-1 0 0 0 0,1 0 0 0 0,0 0 0 0 0,-1 0 0 0 0,1 0 0 0 0,0 0 0 0 0,3-2 0 0 0,6-4 217 0 0,19-11 0 0 0,-26 17 11 0 0,1-1 30 0 0,1 0-1 0 0,-1 0 1 0 0,1 1 0 0 0,0-1 0 0 0,0 1-1 0 0,0 1 1 0 0,0-1 0 0 0,9 0 0 0 0,-14 2-285 0 0,1 0 0 0 0,-1 0 0 0 0,0 0 0 0 0,1 0 1 0 0,-1 1-1 0 0,1-1 0 0 0,-1 0 0 0 0,1 0 0 0 0,-1 1 1 0 0,0-1-1 0 0,1 1 0 0 0,-1 0 0 0 0,0-1 0 0 0,0 1 1 0 0,1 0-1 0 0,-1 0 0 0 0,1 0 0 0 0,-1 1-61 0 0,0-1 0 0 0,0 1 0 0 0,0-1 0 0 0,0 0 1 0 0,-1 1-1 0 0,1-1 0 0 0,-1 1 0 0 0,1 0 0 0 0,-1-1 0 0 0,1 1 0 0 0,-1-1 0 0 0,0 1 0 0 0,0 0 0 0 0,0-1 0 0 0,0 1 1 0 0,0 0-1 0 0,0-1 0 0 0,-1 4 0 0 0,0 0-3 0 0,0 1 0 0 0,-1 0 1 0 0,0-1-1 0 0,0 0 0 0 0,0 1 1 0 0,-1-1-1 0 0,-3 6 0 0 0,2-5-42 0 0,1 0-1 0 0,0 0 1 0 0,0 0-1 0 0,-2 8 1 0 0,7-14-90 0 0,0 0 0 0 0,-1 0 0 0 0,1 0 0 0 0,0-1 0 0 0,-1 1 0 0 0,1-1 0 0 0,0 1 0 0 0,-1-1 0 0 0,1 0 1 0 0,-1 1-1 0 0,2-2 0 0 0,-1 1-49 0 0,3-1-75 0 0,1 0 1 0 0,0 0-1 0 0,0 0 0 0 0,0 1 0 0 0,1 0 1 0 0,-1 0-1 0 0,0 1 0 0 0,0 0 0 0 0,1 0 1 0 0,-1 0-1 0 0,0 1 0 0 0,12 2 0 0 0,-13-2 343 0 0,0 1-1 0 0,0-1 0 0 0,0 1 0 0 0,0 0 0 0 0,0 0 1 0 0,0 1-1 0 0,-1 0 0 0 0,1 0 0 0 0,-1 0 1 0 0,0 0-1 0 0,0 0 0 0 0,0 1 0 0 0,0 0 1 0 0,0 0-1 0 0,4 7 0 0 0,-7-10 31 0 0,0 1 0 0 0,0 0 0 0 0,0 0 1 0 0,0 0-1 0 0,0 0 0 0 0,-1 0 0 0 0,1 0 0 0 0,-1 0 0 0 0,1 0 0 0 0,-1 0 0 0 0,0 0 0 0 0,0 0 0 0 0,0 0 1 0 0,0 0-1 0 0,0 0 0 0 0,0 0 0 0 0,-1 4 0 0 0,0-3 0 0 0,0 0-1 0 0,-1 0 1 0 0,1 0 0 0 0,-1 0 0 0 0,1 0-1 0 0,-1 0 1 0 0,0-1 0 0 0,0 1 0 0 0,-1-1-1 0 0,-1 3 1 0 0,-6 3 170 0 0,1-1 1 0 0,-1 0-1 0 0,0 0 1 0 0,-21 10-1 0 0,-11-1 147 0 0,38-15-435 0 0,0 1 0 0 0,-1-2 0 0 0,1 1-1 0 0,0 0 1 0 0,0-1 0 0 0,-1 0 0 0 0,1 0-1 0 0,-6-1 1 0 0,10 1-81 0 0,-1 0 0 0 0,1 0 0 0 0,-1 0-1 0 0,1 0 1 0 0,-1 0 0 0 0,1 0 0 0 0,0 0 0 0 0,-1 0 0 0 0,1 0-1 0 0,-1 0 1 0 0,1-1 0 0 0,-1 1 0 0 0,1 0 0 0 0,0 0 0 0 0,-1-1-1 0 0,1 1 1 0 0,0 0 0 0 0,-1-1 0 0 0,1 1 0 0 0,0 0 0 0 0,-1-1-1 0 0,1 1 1 0 0,0 0 0 0 0,-1-1 0 0 0,1 1 0 0 0,0-1 0 0 0,0 1 0 0 0,0 0-1 0 0,0-1 1 0 0,-1 1 0 0 0,1-1 0 0 0,0 1 0 0 0,0-1 0 0 0,0 1-1 0 0,0-1 1 0 0,0 1 0 0 0,0 0 0 0 0,0-1 0 0 0,0 1 0 0 0,0-1-1 0 0,0 1 1 0 0,0-1 0 0 0,0 1 0 0 0,1-1 0 0 0,-1 0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9674 0 0,'2'-1'847'0'0,"0"0"1"0"0,0 0-1 0 0,0 0 0 0 0,-1-1 1 0 0,1 1-1 0 0,0-1 0 0 0,1-1 1 0 0,10-9 1302 0 0,-8 9-1926 0 0,-1 1 0 0 0,1-1 1 0 0,0 1-1 0 0,0 0 1 0 0,0 0-1 0 0,0 1 1 0 0,1-1-1 0 0,-1 1 0 0 0,0 0 1 0 0,9 0-1 0 0,-12 1-206 0 0,0 0 0 0 0,-1 0-1 0 0,1 0 1 0 0,-1 1-1 0 0,1-1 1 0 0,0 0 0 0 0,-1 1-1 0 0,1-1 1 0 0,-1 1 0 0 0,1 0-1 0 0,-1-1 1 0 0,1 1 0 0 0,-1 0-1 0 0,0 0 1 0 0,1 0 0 0 0,-1 0-1 0 0,0 0 1 0 0,0 0-1 0 0,0 0 1 0 0,0 0 0 0 0,1 1-1 0 0,-2-1 1 0 0,1 0 0 0 0,0 1-1 0 0,0-1 1 0 0,0 0 0 0 0,-1 1-1 0 0,1-1 1 0 0,0 1 0 0 0,-1-1-1 0 0,0 1 1 0 0,1 0-1 0 0,-1-1 1 0 0,0 1 0 0 0,0-1-1 0 0,0 1 1 0 0,0 0 0 0 0,0 2-1 0 0,0 5 17 0 0,-1 0 0 0 0,0 0 0 0 0,-1 0 0 0 0,0 0 0 0 0,-5 15 0 0 0,-22 42 164 0 0,21-50-29 0 0,1 0 0 0 0,0 1 0 0 0,-9 34 0 0 0,16-49-148 0 0,-1 0-1 0 0,1 0 1 0 0,0 0 0 0 0,-1 1 0 0 0,1-1 0 0 0,0 0 0 0 0,1 0-1 0 0,-1 0 1 0 0,0 0 0 0 0,0 0 0 0 0,1 1 0 0 0,-1-1-1 0 0,1 0 1 0 0,0 0 0 0 0,0 0 0 0 0,0 0 0 0 0,0 0-1 0 0,0-1 1 0 0,2 4 0 0 0,-2-4-5 0 0,1 0 1 0 0,-1 1-1 0 0,1-1 0 0 0,0 0 1 0 0,-1 0-1 0 0,1 0 1 0 0,0-1-1 0 0,0 1 0 0 0,0 0 1 0 0,0-1-1 0 0,0 1 0 0 0,0-1 1 0 0,0 1-1 0 0,0-1 0 0 0,0 0 1 0 0,0 0-1 0 0,0 0 1 0 0,0 0-1 0 0,0 0 0 0 0,0-1 1 0 0,2 0-1 0 0,8-1-537 0 0,0-1 0 0 0,0-1 0 0 0,-1 0 0 0 0,22-10 0 0 0,-24 9-7044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9218 0 0,'-1'2'268'0'0,"0"0"1"0"0,0 1-1 0 0,0 0 1 0 0,0-1-1 0 0,1 1 1 0 0,-1-1-1 0 0,1 1 1 0 0,0-1-1 0 0,0 6 1 0 0,-1 3 797 0 0,-2 3 943 0 0,0 0 0 0 0,-9 19 0 0 0,3-5-3034 0 0,7-23-5432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 9218 0 0,'0'0'96'0'0,"0"0"1"0"0,0 0-1 0 0,0 0 0 0 0,0-1 1 0 0,-1 1-1 0 0,1 0 1 0 0,0 0-1 0 0,0 0 0 0 0,0 0 1 0 0,0-1-1 0 0,0 1 0 0 0,-1 0 1 0 0,1 0-1 0 0,0 0 0 0 0,0 0 1 0 0,0 0-1 0 0,-1 0 1 0 0,1-1-1 0 0,0 1 0 0 0,0 0 1 0 0,0 0-1 0 0,-1 0 0 0 0,1 0 1 0 0,0 0-1 0 0,0 0 0 0 0,0 0 1 0 0,-1 0-1 0 0,1 0 1 0 0,0 0-1 0 0,0 0 0 0 0,-1 0 1 0 0,1 0-1 0 0,0 0 0 0 0,0 0 1 0 0,0 0-1 0 0,-1 0 0 0 0,1 0 1 0 0,0 1-1 0 0,0-1 1 0 0,0 0-1 0 0,-1 0 0 0 0,1 0 1 0 0,0 0-1 0 0,0 0 0 0 0,0 1 1 0 0,-7 12 1576 0 0,0 23-438 0 0,7-35-1024 0 0,-2 17 568 0 0,0-1-1 0 0,1 1 0 0 0,2 0 1 0 0,1 18-1 0 0,-1-29-631 0 0,0-1 0 0 0,0 1 0 0 0,0 0 0 0 0,1-1 0 0 0,0 1 0 0 0,1-1 0 0 0,-1 0 1 0 0,1 0-1 0 0,0 0 0 0 0,1 0 0 0 0,-1-1 0 0 0,1 1 0 0 0,8 8 0 0 0,-9-12-105 0 0,-1 0 1 0 0,1 0-1 0 0,0 0 1 0 0,-1 0-1 0 0,1 0 1 0 0,0-1-1 0 0,0 0 1 0 0,0 1-1 0 0,1-1 1 0 0,-1 0-1 0 0,0-1 1 0 0,0 1 0 0 0,0 0-1 0 0,5-1 1 0 0,-2 0 4 0 0,0 0 0 0 0,0-1 0 0 0,0 1 0 0 0,-1-1 0 0 0,1-1 1 0 0,0 1-1 0 0,8-5 0 0 0,-1 1 0 0 0,-1-1 0 0 0,0-1-1 0 0,-1 0 1 0 0,0-1 0 0 0,0 0 0 0 0,13-13 0 0 0,-21 18-64 0 0,1-1 0 0 0,-1 1 0 0 0,0-1 0 0 0,0 0 0 0 0,0 0 0 0 0,0 0 1 0 0,-1 0-1 0 0,1-1 0 0 0,-1 1 0 0 0,0-1 0 0 0,-1 1 0 0 0,2-6 0 0 0,-2 7 0 0 0,-1 0 0 0 0,0-1-1 0 0,0 1 1 0 0,0 0 0 0 0,0 0-1 0 0,-1-1 1 0 0,1 1 0 0 0,-1 0 0 0 0,0 0-1 0 0,1 0 1 0 0,-2 0 0 0 0,1 0-1 0 0,0 0 1 0 0,-1 0 0 0 0,1 0 0 0 0,-1 0-1 0 0,0 0 1 0 0,0 1 0 0 0,-2-4-1 0 0,-4-1-6 0 0,1 0-1 0 0,-1 0 0 0 0,0 0 0 0 0,0 1 0 0 0,-1 0 1 0 0,0 1-1 0 0,0 0 0 0 0,0 0 0 0 0,-1 1 0 0 0,1 0 1 0 0,-1 1-1 0 0,0 0 0 0 0,0 0 0 0 0,0 1 1 0 0,0 1-1 0 0,-19-2 0 0 0,28 3-338 0 0,-2 1-201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55 9218 0 0,'-1'0'249'0'0,"-1"0"0"0"0,1-1 1 0 0,0 1-1 0 0,0 0 0 0 0,-1 0 0 0 0,1-1 0 0 0,0 1 0 0 0,0-1 1 0 0,0 1-1 0 0,0-1 0 0 0,0 1 0 0 0,0-1 0 0 0,0 0 0 0 0,0 0 1 0 0,0 1-1 0 0,0-1 0 0 0,0 0 0 0 0,0 0 0 0 0,1 0 1 0 0,-1 0-1 0 0,0 0 0 0 0,-1-2 0 0 0,2 2-63 0 0,0-1 0 0 0,0 1 0 0 0,0 0-1 0 0,1 0 1 0 0,-1 0 0 0 0,0 0 0 0 0,0-1 0 0 0,1 1 0 0 0,-1 0-1 0 0,1 0 1 0 0,-1 0 0 0 0,1 0 0 0 0,-1 0 0 0 0,1 0 0 0 0,0 0-1 0 0,-1 0 1 0 0,1 0 0 0 0,0 0 0 0 0,0 0 0 0 0,0 1 0 0 0,0-1-1 0 0,-1 0 1 0 0,1 0 0 0 0,2 0 0 0 0,-1 0-107 0 0,-1-1 0 0 0,1 1 0 0 0,0 0 0 0 0,0 0 0 0 0,0 0 0 0 0,1 0 0 0 0,-1 0 0 0 0,0 0 0 0 0,0 0 0 0 0,0 1 0 0 0,1-1 0 0 0,-1 1 0 0 0,0 0 0 0 0,1-1 0 0 0,-1 1 0 0 0,3 0-1 0 0,-5 1-60 0 0,1-1 0 0 0,0 0 0 0 0,0 0 0 0 0,0 1 0 0 0,0-1 0 0 0,-1 0 0 0 0,1 1 0 0 0,0-1 0 0 0,0 1 0 0 0,-1-1 0 0 0,1 1 0 0 0,0-1 0 0 0,-1 1 0 0 0,1-1 0 0 0,-1 1 0 0 0,1 0 0 0 0,0-1 0 0 0,-1 2 0 0 0,1-1 5 0 0,0 0 1 0 0,-1 1-1 0 0,1-1 0 0 0,-1 1 0 0 0,1-1 1 0 0,-1 1-1 0 0,0-1 0 0 0,0 1 0 0 0,0-1 1 0 0,0 1-1 0 0,0 0 0 0 0,0-1 0 0 0,0 2 1 0 0,-4 14 114 0 0,0-1 0 0 0,-1 0 0 0 0,0 0 0 0 0,-15 28 0 0 0,3-7 14 0 0,4-7 29 0 0,-10 25 148 0 0,21-49-236 0 0,0 0 0 0 0,1-1 0 0 0,0 1 0 0 0,0 0 1 0 0,0 0-1 0 0,1-1 0 0 0,0 11 0 0 0,0-14-71 0 0,0-1-1 0 0,0 0 1 0 0,1 0-1 0 0,-1 1 1 0 0,0-1-1 0 0,1 0 1 0 0,-1 0-1 0 0,1 0 1 0 0,-1 0-1 0 0,1 1 1 0 0,-1-1-1 0 0,1 0 1 0 0,0 0-1 0 0,-1 0 1 0 0,1 0-1 0 0,0 0 1 0 0,0 0-1 0 0,0-1 1 0 0,0 1-1 0 0,0 0 1 0 0,0 0-1 0 0,1 0 1 0 0,0 0 2 0 0,1 0 0 0 0,-1-1 0 0 0,0 1 1 0 0,0-1-1 0 0,1 1 0 0 0,-1-1 0 0 0,0 0 1 0 0,1 0-1 0 0,-1 0 0 0 0,0 0 0 0 0,3-1 0 0 0,6-1-24 0 0,-1 0-1 0 0,1-1 0 0 0,-1-1 1 0 0,10-4-1 0 0,18-14-1161 0 0,-34 19 830 0 0,4-2-405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2304 0 0,'-1'0'309'0'0,"1"0"0"0"0,0 0 0 0 0,-1 0 0 0 0,1 1-1 0 0,0-1 1 0 0,-1 0 0 0 0,1 0 0 0 0,0 1 0 0 0,0-1-1 0 0,0 0 1 0 0,-1 0 0 0 0,1 1 0 0 0,0-1 0 0 0,0 0-1 0 0,0 1 1 0 0,-1-1 0 0 0,1 0 0 0 0,0 1 0 0 0,0-1-1 0 0,0 1 1 0 0,0-1 0 0 0,0 0 0 0 0,0 1-1 0 0,0-1 1 0 0,0 0 0 0 0,0 1 0 0 0,0 0 0 0 0,-2 17 1366 0 0,2-10-263 0 0,-2 4 707 0 0,-1-1 1 0 0,-4 13 0 0 0,0-4-2069 0 0,2 1-5173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3081 0 0,'10'-11'197'0'0,"14"-9"7907"0"0,-22 25-4697 0 0,2 9-576 0 0,3 25-69 0 0,3 72 0 0 0,-8-73-1997 0 0,-1-30-564 0 0,-1-7-183 0 0,1 1 0 0 0,-1 0 0 0 0,1 0 0 0 0,-1-1-1 0 0,0 1 1 0 0,0 0 0 0 0,0 0 0 0 0,0 0 0 0 0,0-1 0 0 0,-1 4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9218 0 0,'3'-4'532'0'0,"1"0"0"0"0,-1 0 0 0 0,1 1 0 0 0,0-1 0 0 0,-1 1 0 0 0,2 0 0 0 0,-1 0 0 0 0,8-4 0 0 0,-5 3 105 0 0,29-15 1277 0 0,-34 18-1825 0 0,0 0 0 0 0,0 1 1 0 0,0-1-1 0 0,0 0 1 0 0,1 1-1 0 0,-1 0 0 0 0,0-1 1 0 0,0 1-1 0 0,0 0 0 0 0,0 0 1 0 0,1 0-1 0 0,-1 0 0 0 0,0 1 1 0 0,0-1-1 0 0,0 0 0 0 0,3 2 1 0 0,-4-1-66 0 0,0-1 0 0 0,0 1 0 0 0,0 0 0 0 0,-1 0 0 0 0,1 0 0 0 0,0 0 1 0 0,-1 0-1 0 0,1-1 0 0 0,0 1 0 0 0,-1 0 0 0 0,1 1 0 0 0,-1-1 0 0 0,0 0 0 0 0,1 0 0 0 0,-1 0 0 0 0,0 0 1 0 0,0 0-1 0 0,0 0 0 0 0,1 0 0 0 0,-1 0 0 0 0,0 0 0 0 0,-1 1 0 0 0,1-1 0 0 0,0 0 0 0 0,0 0 0 0 0,0 0 1 0 0,-1 2-1 0 0,-10 31 586 0 0,10-32-607 0 0,-44 90 1252 0 0,32-69-660 0 0,0 1-1 0 0,2 1 1 0 0,-13 40-1 0 0,23-63-544 0 0,1-1 0 0 0,0 1 0 0 0,-1-1 0 0 0,1 1 0 0 0,0 0 0 0 0,0-1 0 0 0,0 1 0 0 0,0-1 0 0 0,0 1 0 0 0,0-1 0 0 0,0 1 0 0 0,0-1 1 0 0,1 1-1 0 0,-1 0 0 0 0,1-1 0 0 0,-1 1 0 0 0,1-1 0 0 0,1 3 0 0 0,-1-4-35 0 0,-1 1 1 0 0,1 0-1 0 0,0-1 1 0 0,0 1 0 0 0,0 0-1 0 0,0-1 1 0 0,0 1-1 0 0,0-1 1 0 0,0 0-1 0 0,1 1 1 0 0,-1-1-1 0 0,0 0 1 0 0,0 1-1 0 0,0-1 1 0 0,0 0-1 0 0,0 0 1 0 0,0 0 0 0 0,1 0-1 0 0,-1 0 1 0 0,0-1-1 0 0,0 1 1 0 0,0 0-1 0 0,0 0 1 0 0,0-1-1 0 0,3 0 1 0 0,7-3-128 0 0,-1 0 1 0 0,21-10-1 0 0,1-6-3117 0 0,-24 15-4292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11058 0 0,'-1'2'461'0'0,"0"0"0"0"0,0 0-1 0 0,1 0 1 0 0,-1 0-1 0 0,1 1 1 0 0,-1-1 0 0 0,1 0-1 0 0,0 1 1 0 0,0 3 0 0 0,-1 3 927 0 0,-12 46 1738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12899 0 0,'0'-1'63'0'0,"0"0"0"0"0,0-1 0 0 0,0 1-1 0 0,0 0 1 0 0,0-1 0 0 0,1 1 0 0 0,-1 0 0 0 0,0 0 0 0 0,1 0 0 0 0,-1-1 0 0 0,0 1 0 0 0,1 0 0 0 0,-1 0 0 0 0,1 0 0 0 0,0 0 0 0 0,-1 0 0 0 0,1 0 0 0 0,0 0-1 0 0,0 0 1 0 0,0 0 0 0 0,0 0 0 0 0,0 0 0 0 0,1-1 0 0 0,28-20 37 0 0,-25 19 301 0 0,4-2 17 0 0,-1 0 1 0 0,1 1 0 0 0,0 0-1 0 0,0 0 1 0 0,1 1 0 0 0,-1 0-1 0 0,10-1 1 0 0,-14 3-229 0 0,-1 0 1 0 0,1 1-1 0 0,-1 0 1 0 0,1 0-1 0 0,0 0 1 0 0,-1 1-1 0 0,8 1 1 0 0,-9-1-101 0 0,-1-1 0 0 0,1 1 0 0 0,-1 0 0 0 0,0 0 0 0 0,1 1 0 0 0,-1-1 0 0 0,0 0 0 0 0,0 1 0 0 0,0-1 0 0 0,0 1 0 0 0,0 0 0 0 0,0 0 0 0 0,-1 0 0 0 0,3 3 0 0 0,-2-2-55 0 0,-1 0 0 0 0,1 0 1 0 0,-1 0-1 0 0,0 1 0 0 0,0-1 1 0 0,0 0-1 0 0,-1 1 0 0 0,1-1 1 0 0,-1 0-1 0 0,0 1 1 0 0,0-1-1 0 0,0 1 0 0 0,0-1 1 0 0,0 0-1 0 0,-1 1 0 0 0,0-1 1 0 0,0 0-1 0 0,-1 5 0 0 0,-3 7 174 0 0,-1 0 1 0 0,-13 21-1 0 0,15-27-51 0 0,-1 1 8 0 0,-16 34 672 0 0,19-41-765 0 0,1 0 0 0 0,1-1 1 0 0,-1 1-1 0 0,0 0 0 0 0,1 0 1 0 0,-1 0-1 0 0,1 0 0 0 0,0 0 0 0 0,0 0 1 0 0,0 0-1 0 0,0-1 0 0 0,1 1 1 0 0,0 5-1 0 0,0-6-42 0 0,0-1-1 0 0,0 0 1 0 0,0 1 0 0 0,0-1-1 0 0,0 0 1 0 0,1 0-1 0 0,-1 1 1 0 0,0-1 0 0 0,0 0-1 0 0,1 0 1 0 0,-1 0 0 0 0,1-1-1 0 0,-1 1 1 0 0,1 0 0 0 0,-1 0-1 0 0,1-1 1 0 0,-1 1 0 0 0,1-1-1 0 0,0 0 1 0 0,-1 1-1 0 0,1-1 1 0 0,0 0 0 0 0,-1 0-1 0 0,1 0 1 0 0,0 0 0 0 0,1 0-1 0 0,7-1 56 0 0,-1 0 0 0 0,0 0 0 0 0,12-3 0 0 0,-9 0-669 0 0,0 0-1 0 0,0 0 1 0 0,0-1 0 0 0,18-11-1 0 0,-19 10-7663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10138 0 0,'2'-2'404'0'0,"1"1"0"0"0,-1-1 0 0 0,1 0-1 0 0,0 1 1 0 0,0 0 0 0 0,4-2 0 0 0,3-2 314 0 0,-7 4-466 0 0,0-1 0 0 0,-1 1 0 0 0,1 0-1 0 0,0 0 1 0 0,1 0 0 0 0,-1 0 0 0 0,0 0 0 0 0,0 1 0 0 0,0-1 0 0 0,0 1-1 0 0,1 0 1 0 0,-1 0 0 0 0,0 0 0 0 0,0 0 0 0 0,6 2 0 0 0,-7-2-167 0 0,-1 1 1 0 0,1 0-1 0 0,0 0 1 0 0,0 0-1 0 0,-1 0 1 0 0,1 0-1 0 0,0 0 0 0 0,-1 0 1 0 0,0 1-1 0 0,1-1 1 0 0,-1 1-1 0 0,0-1 1 0 0,1 1-1 0 0,-1-1 1 0 0,0 1-1 0 0,0 0 1 0 0,0-1-1 0 0,0 1 1 0 0,-1 0-1 0 0,1 0 1 0 0,0-1-1 0 0,-1 1 0 0 0,1 0 1 0 0,-1 0-1 0 0,0 0 1 0 0,1 4-1 0 0,-2 1 73 0 0,1 0 0 0 0,-1 0 0 0 0,0-1-1 0 0,0 1 1 0 0,-1 0 0 0 0,-4 12 0 0 0,-2 8 151 0 0,1-1-47 0 0,2-7 45 0 0,0 0 1 0 0,2 0-1 0 0,0 0 1 0 0,-1 37-1 0 0,4-54-260 0 0,0 0-1 0 0,0 1 1 0 0,1-1 0 0 0,-1 0 0 0 0,0 0-1 0 0,1 0 1 0 0,0 0 0 0 0,-1 0-1 0 0,1 0 1 0 0,0 0 0 0 0,0 0 0 0 0,0 0-1 0 0,0 0 1 0 0,1 0 0 0 0,-1-1 0 0 0,0 1-1 0 0,1 0 1 0 0,2 2 0 0 0,-2-3-11 0 0,1 0-1 0 0,-1 1 1 0 0,1-1 0 0 0,-1 0 0 0 0,0 0 0 0 0,1-1 0 0 0,0 1 0 0 0,-1 0 0 0 0,1-1 0 0 0,-1 0 0 0 0,1 1 0 0 0,0-1-1 0 0,3 0 1 0 0,3-1-117 0 0,-1 0 0 0 0,1-1 0 0 0,-1 0 0 0 0,1 0 0 0 0,-1-1 0 0 0,0 0-1 0 0,0-1 1 0 0,9-4 0 0 0,-15 7-27 0 0,10-6-1319 0 0,-4 1-4194 0 0,-1 1-1578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6913 0 0,'-2'41'9686'0'0,"0"-25"-7472"0"0,-7 29 0 0 0,7-31-4496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11979 0 0,'1'-3'98'0'0,"0"0"1"0"0,1 0 0 0 0,-1 1-1 0 0,1-1 1 0 0,0 0 0 0 0,0 1-1 0 0,-1 0 1 0 0,2-1 0 0 0,-1 1-1 0 0,0 0 1 0 0,0 0 0 0 0,1 0-1 0 0,-1 0 1 0 0,1 1 0 0 0,3-2-1 0 0,3-2 534 0 0,0 0 0 0 0,1 0 0 0 0,11-2 0 0 0,-17 6-315 0 0,0 0 0 0 0,0 0-1 0 0,0 0 1 0 0,0 1 0 0 0,0 0 0 0 0,0-1 0 0 0,1 2 0 0 0,-1-1 0 0 0,0 0 0 0 0,0 1 0 0 0,0 0-1 0 0,0 0 1 0 0,5 2 0 0 0,-8-3-239 0 0,1 1 0 0 0,-1-1 0 0 0,0 1-1 0 0,0 0 1 0 0,0 0 0 0 0,0-1 0 0 0,1 1-1 0 0,-1 0 1 0 0,0 0 0 0 0,0 0 0 0 0,-1 0 0 0 0,1 0-1 0 0,0 0 1 0 0,0 1 0 0 0,0-1 0 0 0,-1 0-1 0 0,1 2 1 0 0,0-1-53 0 0,-1 0 0 0 0,0 0 0 0 0,1-1 0 0 0,-1 1 0 0 0,0 0 0 0 0,0 0 0 0 0,-1 0 0 0 0,1 0 0 0 0,0 0 0 0 0,-1-1 0 0 0,1 1 0 0 0,-1 0 0 0 0,1 0 0 0 0,-1-1 0 0 0,0 1 0 0 0,-1 2 0 0 0,-19 24 166 0 0,18-24-191 0 0,-1 1 1 0 0,1-1-1 0 0,0 0 1 0 0,0 1 0 0 0,0-1-1 0 0,-2 8 1 0 0,5-12-8 0 0,0 0 1 0 0,0 1-1 0 0,0-1 1 0 0,0 0-1 0 0,0 0 1 0 0,0 1-1 0 0,1-1 1 0 0,-1 0-1 0 0,0 1 1 0 0,0-1-1 0 0,0 0 1 0 0,1 0-1 0 0,-1 1 1 0 0,0-1-1 0 0,0 0 1 0 0,0 0 0 0 0,1 0-1 0 0,-1 1 1 0 0,0-1-1 0 0,1 0 1 0 0,-1 0-1 0 0,0 0 1 0 0,0 0-1 0 0,1 0 1 0 0,-1 0-1 0 0,0 0 1 0 0,1 1-1 0 0,-1-1 1 0 0,0 0-1 0 0,1 0 1 0 0,-1 0-1 0 0,0 0 1 0 0,1 0-1 0 0,-1 0 1 0 0,0 0-1 0 0,1-1 1 0 0,-1 1-1 0 0,19 0-291 0 0,-15 0 219 0 0,7 0-56 0 0,1 1 1 0 0,-1 0-1 0 0,1 1 1 0 0,-1 0-1 0 0,1 1 1 0 0,11 4 0 0 0,-18-5 140 0 0,-1 0 1 0 0,0 0 0 0 0,0 0 0 0 0,1 1 0 0 0,-1-1 0 0 0,-1 1 0 0 0,8 6-1 0 0,-10-7 53 0 0,1 0-1 0 0,0 0 0 0 0,-1 0 0 0 0,1 1 0 0 0,-1-1 0 0 0,1 1 0 0 0,-1-1 0 0 0,0 0 0 0 0,0 1 0 0 0,0 0 1 0 0,-1-1-1 0 0,1 1 0 0 0,0 0 0 0 0,-1 4 0 0 0,0-3 47 0 0,0-1 1 0 0,-1 1-1 0 0,0 0 0 0 0,0-1 1 0 0,0 1-1 0 0,0-1 0 0 0,0 1 1 0 0,-1-1-1 0 0,1 1 0 0 0,-1-1 0 0 0,0 0 1 0 0,0 0-1 0 0,0 0 0 0 0,-1 0 1 0 0,1 0-1 0 0,-4 3 0 0 0,1-1 76 0 0,0 0 0 0 0,0-1 0 0 0,-1 0 0 0 0,1 0 0 0 0,-1 0 0 0 0,0 0 0 0 0,-12 4 0 0 0,14-6-124 0 0,0-1-1 0 0,0-1 1 0 0,0 1 0 0 0,0 0 0 0 0,-1-1-1 0 0,-5 0 1 0 0,9 0-171 0 0,0 0 1 0 0,1 0-1 0 0,-1 0 0 0 0,0 0 1 0 0,0 0-1 0 0,0 0 1 0 0,0 0-1 0 0,0-1 0 0 0,0 1 1 0 0,0 0-1 0 0,1 0 0 0 0,-1-1 1 0 0,0 1-1 0 0,0 0 0 0 0,0-1 1 0 0,1 1-1 0 0,-1-1 0 0 0,0 0 1 0 0,0 1-1 0 0,1-1 1 0 0,-1 1-1 0 0,0-1 0 0 0,1 0 1 0 0,-1 1-1 0 0,1-1 0 0 0,-1 0 1 0 0,1 0-1 0 0,-1 0 0 0 0,1 1 1 0 0,0-1-1 0 0,-1 0 0 0 0,1 0 1 0 0,0 0-1 0 0,0 0 1 0 0,-1-1-1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75 920 0 0,'-3'-4'6037'0'0,"3"4"-5780"0"0,0-1-1 0 0,-1 1 0 0 0,1 0 0 0 0,0-1 1 0 0,0 1-1 0 0,-1-1 0 0 0,1 1 1 0 0,0 0-1 0 0,0-1 0 0 0,-1 1 0 0 0,1 0 1 0 0,0-1-1 0 0,-1 1 0 0 0,1 0 1 0 0,0-1-1 0 0,-1 1 0 0 0,1 0 0 0 0,-1 0 1 0 0,1 0-1 0 0,-1-1 0 0 0,1 1 1 0 0,0 0-1 0 0,-2 0 0 0 0,8-6 4500 0 0,5-4-4680 0 0,5-1 541 0 0,-6 3-256 0 0,1 0 0 0 0,0 2 1 0 0,12-7-1 0 0,-22 13-349 0 0,0-1 0 0 0,0 1 0 0 0,1 0 0 0 0,-1 0 0 0 0,0 0 0 0 0,0 0 0 0 0,0 0 0 0 0,0 0-1 0 0,0 0 1 0 0,0 0 0 0 0,0 1 0 0 0,0-1 0 0 0,0 0 0 0 0,1 1 0 0 0,-1-1 0 0 0,0 1 0 0 0,0-1 0 0 0,-1 1 0 0 0,1-1 0 0 0,0 1 0 0 0,0 0 0 0 0,0-1 0 0 0,0 1 0 0 0,0 0 0 0 0,-1 0 0 0 0,1 0 0 0 0,0-1 0 0 0,0 3 0 0 0,1-2 10 0 0,-1 1 0 0 0,0 0-1 0 0,0 0 1 0 0,0 0 0 0 0,0 0-1 0 0,0 0 1 0 0,0 0 0 0 0,0 0-1 0 0,-1 0 1 0 0,1 0-1 0 0,-1 0 1 0 0,1 0 0 0 0,-1 4-1 0 0,-1 3 48 0 0,-1-1 0 0 0,0 0 0 0 0,-1 0-1 0 0,1 0 1 0 0,-1 0 0 0 0,-5 8 0 0 0,-27 44 299 0 0,18-33-127 0 0,36-32-278 0 0,-14 3-3 0 0,-1 0 1 0 0,1 0-1 0 0,-1 0 0 0 0,1 1 1 0 0,0 0-1 0 0,-1 0 0 0 0,1 0 1 0 0,0 1-1 0 0,0-1 0 0 0,0 1 1 0 0,0 0-1 0 0,0 1 0 0 0,-1-1 1 0 0,1 1-1 0 0,0 0 0 0 0,0 0 1 0 0,-1 1-1 0 0,1-1 0 0 0,0 1 0 0 0,-1 0 1 0 0,0 0-1 0 0,1 0 0 0 0,-1 1 1 0 0,0 0-1 0 0,0 0 0 0 0,0 0 1 0 0,-1 0-1 0 0,1 0 0 0 0,-1 1 1 0 0,0-1-1 0 0,5 8 0 0 0,-5-7 129 0 0,0 0 0 0 0,0 1 0 0 0,0-1-1 0 0,-1 1 1 0 0,0-1 0 0 0,0 1 0 0 0,0 0-1 0 0,0 0 1 0 0,-1 0 0 0 0,0 0 0 0 0,0 0-1 0 0,0 0 1 0 0,-1 0 0 0 0,0 0 0 0 0,0 0-1 0 0,0 1 1 0 0,-2 8 0 0 0,1-10-28 0 0,0 1 1 0 0,-1-1-1 0 0,1 1 1 0 0,-1-1-1 0 0,0 0 1 0 0,-1 1-1 0 0,1-1 1 0 0,-1 0-1 0 0,0-1 1 0 0,0 1-1 0 0,0 0 1 0 0,0-1-1 0 0,0 0 1 0 0,-1 0-1 0 0,0 0 1 0 0,0 0-1 0 0,0 0 1 0 0,0-1-1 0 0,-6 4 1 0 0,2-3-26 0 0,1 0 0 0 0,-1 0 1 0 0,0-1-1 0 0,0 0 0 0 0,0 0 1 0 0,0 0-1 0 0,-10-1 1 0 0,15 0-95 0 0,1-1 1 0 0,-1 0 0 0 0,0 0-1 0 0,1-1 1 0 0,-1 1-1 0 0,0 0 1 0 0,1-1 0 0 0,-1 0-1 0 0,0 1 1 0 0,1-1 0 0 0,-1 0-1 0 0,1 0 1 0 0,-1-1 0 0 0,1 1-1 0 0,0 0 1 0 0,-1-1 0 0 0,1 0-1 0 0,0 1 1 0 0,0-1 0 0 0,0 0-1 0 0,0 0 1 0 0,1 0-1 0 0,-1 0 1 0 0,0-1 0 0 0,-1-2-1 0 0,1-5-2573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2304 0 0,'-5'4'7476'0'0,"5"-4"-7102"0"0,0 0 0 0 0,0 1 0 0 0,-2 11 3753 0 0,5 16-2109 0 0,-2-15-29 0 0,-1-8-1530 0 0,0 1-1 0 0,0-1 1 0 0,-1 1-1 0 0,1-1 1 0 0,-3 7-1 0 0,2-9-826 0 0,0 1 1 0 0,0-1-1 0 0,-1 1 0 0 0,0-1 0 0 0,-2 4 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11979 0 0,'-4'1'409'0'0,"0"1"0"0"0,0 0 1 0 0,0 0-1 0 0,0 1 1 0 0,0-1-1 0 0,0 1 0 0 0,1 0 1 0 0,-1 0-1 0 0,1 0 1 0 0,0 1-1 0 0,0-1 1 0 0,0 1-1 0 0,-4 7 0 0 0,4-5-181 0 0,0 0 0 0 0,1-1 0 0 0,0 1 0 0 0,0 0-1 0 0,0 1 1 0 0,1-1 0 0 0,0 0 0 0 0,0 0-1 0 0,1 8 1 0 0,0 2-12 0 0,2 0 0 0 0,0 0 0 0 0,0 0 0 0 0,2 0 0 0 0,0 0 1 0 0,0-1-1 0 0,8 16 0 0 0,-10-27-156 0 0,0 0 0 0 0,0 0 0 0 0,0 0 0 0 0,0 0 0 0 0,1 0 0 0 0,0-1 0 0 0,-1 1 0 0 0,1-1 0 0 0,0 0 0 0 0,1 0 1 0 0,-1 0-1 0 0,1 0 0 0 0,-1 0 0 0 0,6 2 0 0 0,-7-4-43 0 0,0 0 0 0 0,1 0 1 0 0,-1-1-1 0 0,1 1 0 0 0,-1 0 1 0 0,1-1-1 0 0,-1 0 0 0 0,1 1 1 0 0,-1-1-1 0 0,1 0 0 0 0,-1-1 0 0 0,1 1 1 0 0,-1 0-1 0 0,1-1 0 0 0,-1 1 1 0 0,1-1-1 0 0,-1 0 0 0 0,1 0 1 0 0,-1 0-1 0 0,0 0 0 0 0,0 0 0 0 0,1 0 1 0 0,-1 0-1 0 0,0-1 0 0 0,0 0 1 0 0,2-2-1 0 0,1 0-4 0 0,0-2 0 0 0,-1 1-1 0 0,1 0 1 0 0,-1-1 0 0 0,-1 0 0 0 0,1 0 0 0 0,-1 0-1 0 0,0-1 1 0 0,0 1 0 0 0,-1-1 0 0 0,0 1 0 0 0,0-1-1 0 0,-1 0 1 0 0,0 0 0 0 0,0 0 0 0 0,0 1 0 0 0,-1-1-1 0 0,0 0 1 0 0,0 0 0 0 0,-1 0 0 0 0,0 0 0 0 0,0 0-1 0 0,0 0 1 0 0,-1 0 0 0 0,0 1 0 0 0,-1-1 0 0 0,1 1-1 0 0,-1 0 1 0 0,-4-7 0 0 0,3 8-10 0 0,0 0 1 0 0,-1 0-1 0 0,1 0 1 0 0,-1 1-1 0 0,0-1 1 0 0,0 1-1 0 0,0 0 1 0 0,-1 1-1 0 0,0-1 0 0 0,1 1 1 0 0,-1 0-1 0 0,0 1 1 0 0,-1-1-1 0 0,-11-2 1 0 0,14 4-131 0 0,0 0 1 0 0,1 1 0 0 0,-1-1 0 0 0,0 1-1 0 0,0 0 1 0 0,1 0 0 0 0,-1 0 0 0 0,0 0-1 0 0,0 1 1 0 0,1 0 0 0 0,-1-1 0 0 0,0 1-1 0 0,1 1 1 0 0,-1-1 0 0 0,1 0 0 0 0,-1 1-1 0 0,1 0 1 0 0,0 0 0 0 0,0 0 0 0 0,0 0-1 0 0,0 0 1 0 0,0 1 0 0 0,0-1 0 0 0,0 1-1 0 0,1 0 1 0 0,-1 0 0 0 0,-2 3 0 0 0,1 2-7113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70 7370 0 0,'-13'1'242'0'0,"10"0"674"0"0,0 0 1 0 0,1-1-1 0 0,-1 1 1 0 0,0-1-1 0 0,1 0 1 0 0,-1 0-1 0 0,0 0 1 0 0,0 0-1 0 0,1-1 1 0 0,-6 0-1 0 0,8 1-853 0 0,0-1 0 0 0,0 1 0 0 0,0 0 0 0 0,0-1 0 0 0,-1 1 0 0 0,1 0 0 0 0,0-1-1 0 0,0 1 1 0 0,0-1 0 0 0,0 1 0 0 0,0 0 0 0 0,0-1 0 0 0,0 1 0 0 0,0 0 0 0 0,0-1 0 0 0,0 1 0 0 0,0 0 0 0 0,0-1 0 0 0,1 1 0 0 0,-1-1-1 0 0,0 1 1 0 0,0 0 0 0 0,0-1 0 0 0,0 1 0 0 0,0 0 0 0 0,1 0 0 0 0,-1-1 0 0 0,0 1 0 0 0,0 0 0 0 0,1-1 0 0 0,-1 1 0 0 0,0 0 0 0 0,0 0-1 0 0,1-1 1 0 0,-1 1 0 0 0,0 0 0 0 0,1 0 0 0 0,-1 0 0 0 0,0 0 0 0 0,1-1 0 0 0,13-9 539 0 0,-3 3-555 0 0,1 0 1 0 0,-1 1-1 0 0,1 1 0 0 0,1 0 0 0 0,-1 0 1 0 0,1 1-1 0 0,0 1 0 0 0,21-3 1 0 0,-33 6-49 0 0,0-1 0 0 0,0 1 0 0 0,0 0 0 0 0,0 0 0 0 0,0 0 0 0 0,0 0 0 0 0,0 0 0 0 0,0 0 0 0 0,0 1 0 0 0,0-1 0 0 0,0 0 0 0 0,0 0 0 0 0,0 1 0 0 0,0-1 0 0 0,0 0 0 0 0,0 1 0 0 0,0-1 0 0 0,0 1 0 0 0,0 0 0 0 0,0-1 0 0 0,-1 1 0 0 0,1 0 0 0 0,1 0 0 0 0,-2 0-1 0 0,1 0-1 0 0,-1 1 0 0 0,0-1 1 0 0,1 0-1 0 0,-1 0 1 0 0,0 0-1 0 0,0 0 0 0 0,0 1 1 0 0,0-1-1 0 0,0 0 1 0 0,0 0-1 0 0,0 0 1 0 0,0 0-1 0 0,0 1 0 0 0,0-1 1 0 0,-1 2-1 0 0,-2 4 5 0 0,0 0 0 0 0,0 0-1 0 0,0 0 1 0 0,-9 12 0 0 0,-9 6 355 0 0,4-5-285 0 0,13-14 2 0 0,5-4 78 0 0,3-2-249 0 0,-1 1 0 0 0,0-1 0 0 0,1 1 0 0 0,-1 0 0 0 0,0 0 0 0 0,1 0 0 0 0,-1 0 0 0 0,0 0 0 0 0,0 1 0 0 0,6 3 0 0 0,-3-1 23 0 0,0 0-1 0 0,0 0 1 0 0,10 11-1 0 0,-14-13 113 0 0,0 0 0 0 0,-1 0 0 0 0,1 0 0 0 0,0 0-1 0 0,-1 1 1 0 0,0-1 0 0 0,1 0 0 0 0,-1 1 0 0 0,0-1-1 0 0,0 1 1 0 0,0 0 0 0 0,-1-1 0 0 0,1 1 0 0 0,-1-1-1 0 0,1 1 1 0 0,-1 0 0 0 0,0 0 0 0 0,0-1 0 0 0,0 1-1 0 0,0 0 1 0 0,-1-1 0 0 0,1 1 0 0 0,-1 3 0 0 0,-1-2 57 0 0,0 0 1 0 0,1 0 0 0 0,-2-1-1 0 0,1 1 1 0 0,0-1-1 0 0,0 1 1 0 0,-1-1 0 0 0,0 0-1 0 0,0 1 1 0 0,0-2 0 0 0,0 1-1 0 0,0 0 1 0 0,-1 0 0 0 0,-4 2-1 0 0,0 0-117 0 0,0-1 0 0 0,-1 0-1 0 0,1 0 1 0 0,-1-1 0 0 0,0 0-1 0 0,-1 0 1 0 0,1-1 0 0 0,0 0-1 0 0,-1 0 1 0 0,-16-1 0 0 0,18-2-640 0 0,1-1-180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16131 0 0,'1'0'112'0'0,"-1"0"-1"0"0,0 1 1 0 0,1-1-1 0 0,-1 0 0 0 0,0 1 1 0 0,0-1-1 0 0,1 1 1 0 0,-1-1-1 0 0,0 1 0 0 0,0-1 1 0 0,0 1-1 0 0,0-1 1 0 0,0 0-1 0 0,0 1 0 0 0,1-1 1 0 0,-1 1-1 0 0,0-1 1 0 0,0 1-1 0 0,0-1 0 0 0,-1 1 1 0 0,1 0-1 0 0,-1 14 316 0 0,1-13-248 0 0,-2 13 789 0 0,0 0 1 0 0,-2 1-1 0 0,-5 16 1 0 0,4-15-1063 0 0,4-14-969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16852 0 0,'2'10'448'0'0,"0"0"0"0"0,0 0 0 0 0,-2 0 1 0 0,1 0-1 0 0,-2 14 0 0 0,1-4 493 0 0,-2 35 1031 0 0,1 13-325 0 0,4-22-3807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4609 0 0,'13'-16'9304'0'0,"-8"10"-8482"0"0,1 0-561 0 0,0 1 0 0 0,-1 0 0 0 0,2 0 0 0 0,-1 0 0 0 0,0 1-1 0 0,1 0 1 0 0,0 0 0 0 0,0 1 0 0 0,0 0 0 0 0,0 0 0 0 0,1 0 0 0 0,-1 1 0 0 0,1 0 0 0 0,0 1-1 0 0,10-2 1 0 0,-17 3-241 0 0,-1 0 0 0 0,1 0-1 0 0,0 0 1 0 0,0 0-1 0 0,0 0 1 0 0,-1 0 0 0 0,1 0-1 0 0,0 0 1 0 0,0 1-1 0 0,0-1 1 0 0,-1 0 0 0 0,1 0-1 0 0,0 1 1 0 0,0-1-1 0 0,-1 1 1 0 0,1-1 0 0 0,0 0-1 0 0,-1 1 1 0 0,1-1-1 0 0,0 1 1 0 0,-1-1 0 0 0,1 1-1 0 0,-1 0 1 0 0,1 0-1 0 0,0 0 17 0 0,-1 0 0 0 0,0 0-1 0 0,1 0 1 0 0,-1 0-1 0 0,0 1 1 0 0,0-1 0 0 0,0 0-1 0 0,0 0 1 0 0,0 0-1 0 0,0 0 1 0 0,0 0 0 0 0,-1 0-1 0 0,1 0 1 0 0,0 0-1 0 0,-1 2 1 0 0,-2 2 94 0 0,1 1 0 0 0,-1-1 0 0 0,0 0 0 0 0,0 0 0 0 0,-5 6-1 0 0,3-5-80 0 0,0 1 86 0 0,-1 0 0 0 0,0-1 0 0 0,0 0-1 0 0,0 0 1 0 0,-1 0 0 0 0,-13 8 0 0 0,23-16-224 0 0,-1 0 6 0 0,0 0-1 0 0,1 1 1 0 0,-1-1 0 0 0,0 1-1 0 0,1-1 1 0 0,2 0 0 0 0,1 0-21 0 0,0 1 1 0 0,1 0 0 0 0,-1 1-1 0 0,0 0 1 0 0,0 0 0 0 0,0 0-1 0 0,0 1 1 0 0,0-1 0 0 0,0 2-1 0 0,0-1 1 0 0,0 1 0 0 0,0-1-1 0 0,0 2 1 0 0,0-1 0 0 0,6 4-1 0 0,-8-4 147 0 0,0 0-1 0 0,0 0 1 0 0,0 1-1 0 0,-1-1 0 0 0,1 1 1 0 0,-1 0-1 0 0,1 0 1 0 0,-1 0-1 0 0,0 1 0 0 0,0-1 1 0 0,0 1-1 0 0,-1 0 1 0 0,1-1-1 0 0,-1 1 0 0 0,0 0 1 0 0,0 0-1 0 0,-1 1 1 0 0,1-1-1 0 0,-1 0 1 0 0,0 1-1 0 0,1 5 0 0 0,-2-7 42 0 0,0 0 0 0 0,0 1 0 0 0,-1-1 0 0 0,0 0 0 0 0,0 0 0 0 0,0 0 0 0 0,0 0 0 0 0,0 0 0 0 0,0 0 0 0 0,-1 0 0 0 0,1-1 0 0 0,-1 1 0 0 0,0 0 0 0 0,0-1 0 0 0,0 1 0 0 0,0-1 0 0 0,0 0 0 0 0,-1 0 0 0 0,1 0 0 0 0,-1 0 0 0 0,-3 2 0 0 0,-6 4 202 0 0,-2 0-1 0 0,-27 12 1 0 0,31-16-186 0 0,0 0 1 0 0,0 0-1 0 0,-1-1 0 0 0,0-1 1 0 0,-11 2-1 0 0,17-4-287 0 0,0 1-1 0 0,0-1 0 0 0,1 0 1 0 0,-1 0-1 0 0,0-1 1 0 0,1 0-1 0 0,-1 1 1 0 0,0-2-1 0 0,1 1 1 0 0,-1 0-1 0 0,1-1 0 0 0,-1 0 1 0 0,1 0-1 0 0,-5-3 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12899 0 0,'-5'18'2403'0'0,"-1"-1"1"0"0,-7 18-1 0 0,-9 23 266 0 0,22-54-4611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9218 0 0,'1'-4'402'0'0,"0"1"1"0"0,1 0-1 0 0,0 0 0 0 0,0 0 0 0 0,0 0 1 0 0,0 0-1 0 0,0 0 0 0 0,0 0 0 0 0,1 1 1 0 0,-1-1-1 0 0,1 1 0 0 0,0 0 1 0 0,0 0-1 0 0,3-3 0 0 0,1 1 43 0 0,0 0 1 0 0,0 1-1 0 0,0-1 0 0 0,0 1 1 0 0,11-3-1 0 0,-16 6-371 0 0,-1-1 0 0 0,1 1 0 0 0,-1 0 0 0 0,1-1 1 0 0,0 1-1 0 0,-1 0 0 0 0,1 0 0 0 0,0 0 0 0 0,-1 0 0 0 0,1 0 0 0 0,0 0 1 0 0,-1 0-1 0 0,1 1 0 0 0,0-1 0 0 0,-1 1 0 0 0,1-1 0 0 0,-1 1 1 0 0,1 0-1 0 0,-1-1 0 0 0,1 1 0 0 0,-1 0 0 0 0,1 0 0 0 0,-1 0 0 0 0,0 0 1 0 0,1 0-1 0 0,-1 0 0 0 0,0 1 0 0 0,1 0 0 0 0,0 1-43 0 0,-1 0 0 0 0,1 1 0 0 0,-1-1-1 0 0,0 0 1 0 0,0 0 0 0 0,0 1 0 0 0,-1-1 0 0 0,1 0 0 0 0,-1 1-1 0 0,0-1 1 0 0,0 0 0 0 0,0 1 0 0 0,-1 3 0 0 0,-1 9-16 0 0,-1-1 0 0 0,-1 1 1 0 0,-5 14-1 0 0,4-15 602 0 0,0 1 0 0 0,-4 30 0 0 0,9-44-599 0 0,0-1-1 0 0,0 1 1 0 0,0-1 0 0 0,0 1-1 0 0,0-1 1 0 0,0 1 0 0 0,0-1-1 0 0,1 1 1 0 0,-1-1 0 0 0,0 1-1 0 0,1-1 1 0 0,-1 1 0 0 0,1-1-1 0 0,0 1 1 0 0,-1-1 0 0 0,1 0-1 0 0,0 0 1 0 0,0 1 0 0 0,0-1-1 0 0,0 0 1 0 0,1 2 0 0 0,0-2 34 0 0,0 0 1 0 0,0 0-1 0 0,1 0 1 0 0,-1 0-1 0 0,0 0 1 0 0,0 0-1 0 0,0 0 1 0 0,1-1 0 0 0,-1 1-1 0 0,0-1 1 0 0,1 0-1 0 0,3 0 1 0 0,4 0 103 0 0,0-1 1 0 0,0 0-1 0 0,0-1 1 0 0,0 0 0 0 0,13-5-1 0 0,10-5-540 0 0,-23 7 56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14283 0 0,'6'-5'1222'0'0,"0"0"0"0"0,0 0 0 0 0,0 0 1 0 0,11-5-1 0 0,-6 4-753 0 0,0 0 0 0 0,21-6 0 0 0,-28 11-449 0 0,-1 0 0 0 0,1 0 0 0 0,-1 0 0 0 0,1 1 0 0 0,0-1 0 0 0,-1 1 0 0 0,1 0 0 0 0,0 0 0 0 0,-1 0 0 0 0,1 0 0 0 0,-1 1 0 0 0,1-1 0 0 0,6 3 0 0 0,-9-3-12 0 0,0 1-1 0 0,-1-1 1 0 0,1 1 0 0 0,0-1 0 0 0,-1 1 0 0 0,1-1 0 0 0,0 1 0 0 0,-1-1-1 0 0,1 1 1 0 0,0-1 0 0 0,-1 1 0 0 0,1 0 0 0 0,-1-1 0 0 0,1 1 0 0 0,-1 0-1 0 0,0 0 1 0 0,1-1 0 0 0,-1 1 0 0 0,0 0 0 0 0,1 0 0 0 0,-1 0 0 0 0,0 0-1 0 0,0 1 1 0 0,0 0 6 0 0,0 0 0 0 0,0 1 0 0 0,0-1 0 0 0,-1 0 0 0 0,1 0 0 0 0,-1 0 0 0 0,1 0 0 0 0,-1 0 0 0 0,-1 3 0 0 0,-3 4 28 0 0,0 0 0 0 0,-1-1-1 0 0,-7 9 1 0 0,12-15-34 0 0,-25 27 103 0 0,16-19-24 0 0,1 2 1 0 0,-10 13-1 0 0,19-25-87 0 0,1 0 1 0 0,-1 0-1 0 0,0 1 0 0 0,0-1 1 0 0,0 0-1 0 0,1 0 0 0 0,-1 0 0 0 0,0 0 1 0 0,0 1-1 0 0,1-1 0 0 0,-1 0 1 0 0,0 0-1 0 0,0 0 0 0 0,1 0 1 0 0,-1 0-1 0 0,0 0 0 0 0,0 0 1 0 0,1 0-1 0 0,-1 0 0 0 0,0 0 1 0 0,0 0-1 0 0,1 0 0 0 0,-1 0 1 0 0,0 0-1 0 0,1 0 0 0 0,-1 0 1 0 0,0 0-1 0 0,0 0 0 0 0,1 0 1 0 0,-1 0-1 0 0,0 0 0 0 0,0-1 1 0 0,1 1-1 0 0,-1 0 0 0 0,17-4-14 0 0,-15 4 0 0 0,5-2-92 0 0,1 1 1 0 0,-1 0-1 0 0,0 1 1 0 0,0 0-1 0 0,1 0 0 0 0,-1 0 1 0 0,0 1-1 0 0,1 0 1 0 0,-1 0-1 0 0,8 4 1 0 0,-11-4 72 0 0,0 0 0 0 0,0 1 1 0 0,0 0-1 0 0,0 0 0 0 0,0 0 0 0 0,0 1 1 0 0,-1-1-1 0 0,1 1 0 0 0,-1 0 0 0 0,0 0 1 0 0,0 0-1 0 0,0 0 0 0 0,0 1 0 0 0,-1-1 1 0 0,1 1-1 0 0,-1-1 0 0 0,0 1 0 0 0,3 6 1 0 0,-5-8 70 0 0,1 0 0 0 0,0 0 0 0 0,-1 0 0 0 0,0 0 0 0 0,1 0 0 0 0,-1-1 0 0 0,0 1 0 0 0,0 0 0 0 0,0 0 0 0 0,0 0 0 0 0,0 0 0 0 0,-1 0 0 0 0,1 0 0 0 0,-1 0 1 0 0,1 0-1 0 0,-2 1 0 0 0,1 1 47 0 0,-1-1 0 0 0,0 0 0 0 0,0 0-1 0 0,0 0 1 0 0,-1 0 0 0 0,1 0 0 0 0,-6 5 0 0 0,-1-1 141 0 0,0 0 0 0 0,-1 0-1 0 0,0-1 1 0 0,-14 6 0 0 0,15-8-130 0 0,-1 0-1 0 0,1-1 1 0 0,0 0 0 0 0,-1 0 0 0 0,-19 1 0 0 0,25-3-159 0 0,0-1-1 0 0,0 1 1 0 0,-1-1 0 0 0,1-1 0 0 0,0 1-1 0 0,0-1 1 0 0,-1 1 0 0 0,1-1 0 0 0,0 0-1 0 0,0-1 1 0 0,0 1 0 0 0,0-1 0 0 0,0 0-1 0 0,1 1 1 0 0,-1-2 0 0 0,-4-2 0 0 0,5 2-595 0 0,1-1-199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2761 0 0,'0'2'474'0'0,"1"-1"0"0"0,0 1 1 0 0,-1 0-1 0 0,1 0 1 0 0,-1 0-1 0 0,0 0 1 0 0,0 0-1 0 0,1 1 1 0 0,-1-1-1 0 0,-1 0 1 0 0,1 0-1 0 0,0 0 0 0 0,0 0 1 0 0,-2 3-1 0 0,-9 29 6036 0 0,10-31-5771 0 0,-19 44 4483 0 0,1-20-6606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8290 0 0,'1'-2'572'0'0,"1"0"1"0"0,0 1 0 0 0,-1-1-1 0 0,1 0 1 0 0,0 1 0 0 0,0 0-1 0 0,1-1 1 0 0,3-1 0 0 0,-3 1 107 0 0,8-4 343 0 0,0 0 0 0 0,0 1-1 0 0,0 0 1 0 0,17-4 0 0 0,-23 7-853 0 0,0 1 1 0 0,0 1-1 0 0,-1-1 1 0 0,1 1 0 0 0,0-1-1 0 0,7 2 1 0 0,-10-1-113 0 0,0 1 1 0 0,1-1 0 0 0,-1 1-1 0 0,0-1 1 0 0,0 1 0 0 0,0 0-1 0 0,1 0 1 0 0,-1 0-1 0 0,0 0 1 0 0,0 0 0 0 0,0 1-1 0 0,-1-1 1 0 0,1 1 0 0 0,2 1-1 0 0,-3-2-36 0 0,0 1 0 0 0,0-1 0 0 0,-1 0 0 0 0,1 1-1 0 0,0-1 1 0 0,-1 1 0 0 0,1-1 0 0 0,-1 1 0 0 0,0 0-1 0 0,1-1 1 0 0,-1 1 0 0 0,0-1 0 0 0,0 1 0 0 0,0 0 0 0 0,0-1-1 0 0,0 1 1 0 0,0-1 0 0 0,0 1 0 0 0,-1 0 0 0 0,1-1-1 0 0,-1 1 1 0 0,1-1 0 0 0,-1 1 0 0 0,0-1 0 0 0,1 1 0 0 0,-1-1-1 0 0,0 0 1 0 0,-1 2 0 0 0,-3 5 54 0 0,0 0-1 0 0,-1 0 1 0 0,-8 8 0 0 0,14-16-76 0 0,-16 16 125 0 0,11-12-68 0 0,0 1 1 0 0,0 0-1 0 0,1 0 0 0 0,-6 8 0 0 0,10-13-57 0 0,0 0 0 0 0,0 1 0 0 0,0-1 0 0 0,0 0 1 0 0,0 0-1 0 0,0 0 0 0 0,0 0 0 0 0,0 0 0 0 0,1 1 0 0 0,-1-1 0 0 0,0 0 0 0 0,0 0 0 0 0,0 0 0 0 0,0 0 0 0 0,0 0 0 0 0,0 0 0 0 0,1 1 1 0 0,-1-1-1 0 0,0 0 0 0 0,0 0 0 0 0,0 0 0 0 0,0 0 0 0 0,1 0 0 0 0,-1 0 0 0 0,0 0 0 0 0,0 0 0 0 0,0 0 0 0 0,0 0 0 0 0,1 0 0 0 0,-1 0 1 0 0,0 0-1 0 0,0 0 0 0 0,0 0 0 0 0,1 0 0 0 0,-1 0 0 0 0,0 0 0 0 0,0 0 0 0 0,0 0 0 0 0,0 0 0 0 0,1 0 0 0 0,-1 0 0 0 0,0 0 0 0 0,0-1 1 0 0,0 1-1 0 0,0 0 0 0 0,1 0 0 0 0,13-3-72 0 0,-12 3 49 0 0,4-1-42 0 0,0 1 0 0 0,0 0 0 0 0,0 0-1 0 0,0 1 1 0 0,0 0 0 0 0,0 0-1 0 0,0 0 1 0 0,0 1 0 0 0,0-1-1 0 0,-1 1 1 0 0,1 1 0 0 0,-1-1-1 0 0,1 1 1 0 0,-1 0 0 0 0,9 7 0 0 0,-11-8 65 0 0,0 1 1 0 0,0-1-1 0 0,-1 1 1 0 0,1 0-1 0 0,0 0 1 0 0,-1 0 0 0 0,0 0-1 0 0,0 1 1 0 0,0-1-1 0 0,0 1 1 0 0,1 3-1 0 0,-2-4 43 0 0,0 0-1 0 0,0 0 0 0 0,-1 0 1 0 0,0-1-1 0 0,1 1 0 0 0,-1 0 1 0 0,0 0-1 0 0,0 0 0 0 0,-1 0 1 0 0,1-1-1 0 0,-1 1 0 0 0,1 0 0 0 0,-1 0 1 0 0,0 0-1 0 0,0-1 0 0 0,-2 5 1 0 0,0-2 58 0 0,0 0-1 0 0,-1-1 1 0 0,1 0 0 0 0,-1 1 0 0 0,0-1-1 0 0,0-1 1 0 0,0 1 0 0 0,0-1 0 0 0,-1 1-1 0 0,-7 3 1 0 0,1-1 88 0 0,0 0 0 0 0,-1-1 0 0 0,-19 6 0 0 0,29-10-289 0 0,0 0-1 0 0,0 0 1 0 0,0-1-1 0 0,-1 1 1 0 0,1-1-1 0 0,0 0 1 0 0,-1 1-1 0 0,1-1 1 0 0,0 0-1 0 0,-1 0 1 0 0,1 0-1 0 0,0-1 0 0 0,0 1 1 0 0,-1-1-1 0 0,1 1 1 0 0,0-1-1 0 0,0 0 1 0 0,-4-1-1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 8290 0 0,'0'-1'442'0'0,"-1"0"1"0"0,1 1 0 0 0,0-1 0 0 0,-1 0-1 0 0,1 1 1 0 0,0-1 0 0 0,0 0 0 0 0,0 1-1 0 0,-1-1 1 0 0,1 0 0 0 0,0 0-1 0 0,0 1 1 0 0,0-1 0 0 0,0 0 0 0 0,0 1-1 0 0,0-1 1 0 0,1 0 0 0 0,-1 0-1 0 0,0 0 1 0 0,4 1 2838 0 0,0 9-2384 0 0,1 13-522 0 0,-1-1 0 0 0,-1 1-1 0 0,-1 0 1 0 0,-1 32 0 0 0,0-31-173 0 0,-2 20-110 0 0,-11 79-1 0 0,12-118-347 0 0,3-9-2346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10594 0 0,'0'2'680'0'0,"1"1"0"0"0,-1 0 0 0 0,1 0 1 0 0,-1-1-1 0 0,0 1 0 0 0,0 0 0 0 0,0 0 0 0 0,-1 3 0 0 0,1 0 502 0 0,-1 16 1180 0 0,-4 22 0 0 0,0 3-2622 0 0,5-44-1473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28 7370 0 0,'-2'-1'258'0'0,"1"0"0"0"0,0 0 0 0 0,-1 0 0 0 0,1-1 0 0 0,-1 1 0 0 0,1 1 0 0 0,-1-1 0 0 0,1 0 1 0 0,-1 0-1 0 0,0 1 0 0 0,1-1 0 0 0,-1 1 0 0 0,0-1 0 0 0,0 1 0 0 0,0 0 0 0 0,1-1 1 0 0,-1 1-1 0 0,0 0 0 0 0,0 0 0 0 0,0 0 0 0 0,1 1 0 0 0,-1-1 0 0 0,0 0 0 0 0,0 1 0 0 0,1-1 1 0 0,-1 1-1 0 0,0 0 0 0 0,1-1 0 0 0,-1 1 0 0 0,0 0 0 0 0,1 0 0 0 0,-3 2 0 0 0,0-1 60 0 0,1 2 1 0 0,-1-1-1 0 0,0 0 0 0 0,1 1 0 0 0,0 0 0 0 0,0-1 0 0 0,0 1 0 0 0,0 0 1 0 0,0 1-1 0 0,-3 7 0 0 0,1 4-145 0 0,0-1 1 0 0,1 1-1 0 0,1 0 1 0 0,0 0-1 0 0,1 0 1 0 0,1 0-1 0 0,1 0 1 0 0,0 0-1 0 0,1 1 0 0 0,0-1 1 0 0,2 0-1 0 0,0 0 1 0 0,6 19-1 0 0,-8-30-141 0 0,1-1-1 0 0,0 0 0 0 0,0 0 0 0 0,0 1 1 0 0,0-1-1 0 0,1-1 0 0 0,0 1 0 0 0,-1 0 1 0 0,1-1-1 0 0,1 1 0 0 0,-1-1 0 0 0,0 0 0 0 0,1 0 1 0 0,0 0-1 0 0,6 3 0 0 0,-6-4-8 0 0,0 0-1 0 0,0-1 0 0 0,0 0 0 0 0,0 0 1 0 0,0 0-1 0 0,0 0 0 0 0,0 0 1 0 0,0-1-1 0 0,1 0 0 0 0,-1 0 1 0 0,0 0-1 0 0,0 0 0 0 0,1-1 1 0 0,-1 0-1 0 0,0 0 0 0 0,0 0 1 0 0,5-2-1 0 0,0 0-2 0 0,0-1 1 0 0,-1 0-1 0 0,0-1 1 0 0,1 0-1 0 0,-2 0 0 0 0,1-1 1 0 0,0 0-1 0 0,-1 0 1 0 0,0-1-1 0 0,-1 0 1 0 0,0 0-1 0 0,0-1 0 0 0,8-13 1 0 0,-10 16-10 0 0,-1-1 1 0 0,-1 1-1 0 0,1-1 0 0 0,-1 1 1 0 0,0-1-1 0 0,0 0 0 0 0,-1 0 1 0 0,0 0-1 0 0,0 0 1 0 0,0-1-1 0 0,-1 1 0 0 0,0 0 1 0 0,0 0-1 0 0,0 0 0 0 0,-1 0 1 0 0,0 0-1 0 0,0 0 1 0 0,-1 0-1 0 0,0 0 0 0 0,0 0 1 0 0,-5-11-1 0 0,-2 3-51 0 0,0 0 0 0 0,-1 0 0 0 0,-1 1 1 0 0,0 0-1 0 0,-1 1 0 0 0,0 0 0 0 0,-1 1 0 0 0,-17-12 0 0 0,27 21-148 0 0,0-1 0 0 0,0 1-1 0 0,-1 0 1 0 0,0 0 0 0 0,1 1 0 0 0,-1-1-1 0 0,0 1 1 0 0,0 0 0 0 0,1 0 0 0 0,-1 0-1 0 0,-6-1 1 0 0,8 3-939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 7834 0 0,'0'-1'218'0'0,"-1"1"1"0"0,1-1-1 0 0,-1 1 1 0 0,1-1-1 0 0,0 1 1 0 0,-1-1-1 0 0,1 1 1 0 0,0-1-1 0 0,0 1 0 0 0,-1-1 1 0 0,1 1-1 0 0,0-1 1 0 0,0 1-1 0 0,0-1 1 0 0,0 1-1 0 0,0-1 1 0 0,0 0-1 0 0,0 1 1 0 0,0-1-1 0 0,0 1-26 0 0,0 0-1 0 0,1 0 0 0 0,-1 1 1 0 0,1-1-1 0 0,-1 0 1 0 0,0 1-1 0 0,1-1 0 0 0,-1 0 1 0 0,0 1-1 0 0,0-1 0 0 0,1 1 1 0 0,-1-1-1 0 0,0 0 1 0 0,0 1-1 0 0,0-1 0 0 0,0 1 1 0 0,1-1-1 0 0,-1 1 0 0 0,0-1 1 0 0,0 1-1 0 0,0-1 1 0 0,0 1-1 0 0,0-1 0 0 0,0 0 1 0 0,0 1-1 0 0,0 0 0 0 0,12 76 3619 0 0,-9-42-3215 0 0,-1 48 0 0 0,-7-42-430 0 0,3-32-383 0 0,1 0 1 0 0,0 0 0 0 0,0 0 0 0 0,2 16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9218 0 0,'0'1'120'0'0,"-1"-1"0"0"0,0 1 0 0 0,1 0 1 0 0,-1-1-1 0 0,1 1 0 0 0,-1 0 0 0 0,1 0 0 0 0,-1 0 0 0 0,1-1 0 0 0,0 1 1 0 0,-1 0-1 0 0,1 0 0 0 0,0 0 0 0 0,0 0 0 0 0,0 0 0 0 0,0 0 0 0 0,0 0 1 0 0,0 1-1 0 0,-1 22 1517 0 0,2-18-899 0 0,-2 17 1208 0 0,1 9-1198 0 0,1-12-3371 0 0,2-14-1973 0 0,-1-6 4031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 9674 0 0,'0'0'78'0'0,"0"0"0"0"0,0-1 0 0 0,-1 1 0 0 0,1 0 0 0 0,0 0 0 0 0,0 0 0 0 0,0-1 0 0 0,0 1 0 0 0,0 0 0 0 0,0 0 1 0 0,0-1-1 0 0,0 1 0 0 0,0 0 0 0 0,0 0 0 0 0,0-1 0 0 0,0 1 0 0 0,0 0 0 0 0,0 0 0 0 0,0-1 0 0 0,0 1 0 0 0,0 0 0 0 0,0 0 0 0 0,0-1 0 0 0,0 1 0 0 0,0 0 0 0 0,0 0 0 0 0,1-1 0 0 0,-1 1 0 0 0,0 0 0 0 0,0 0 0 0 0,0 0 0 0 0,0 0 0 0 0,1-1 1 0 0,-1 1-1 0 0,0 0 0 0 0,0 0 0 0 0,0 0 0 0 0,1 0 0 0 0,-1-1 0 0 0,0 1 0 0 0,0 0 0 0 0,0 0 0 0 0,1 0 0 0 0,-1 0 0 0 0,1 0 99 0 0,-1 0 0 0 0,1 1 0 0 0,0-1 0 0 0,-1 0 0 0 0,0 1 0 0 0,1-1 0 0 0,-1 0 0 0 0,1 1-1 0 0,-1-1 1 0 0,1 1 0 0 0,-1-1 0 0 0,0 1 0 0 0,1-1 0 0 0,-1 1 0 0 0,0-1 0 0 0,1 1 0 0 0,-1-1 0 0 0,0 1 0 0 0,0 0 0 0 0,5 13 1246 0 0,-1-1 0 0 0,3 20 0 0 0,2 61-61 0 0,-7-75-1063 0 0,1 29 333 0 0,-5 81-1 0 0,1-126-3268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36 7370 0 0,'-1'-2'96'0'0,"0"1"1"0"0,1-1-1 0 0,-1 1 1 0 0,0-1-1 0 0,1 1 1 0 0,0-1-1 0 0,-1 0 1 0 0,1 1-1 0 0,0-1 1 0 0,0 0 0 0 0,0 1-1 0 0,0-1 1 0 0,0-1-1 0 0,0-2 1178 0 0,2-2 4732 0 0,2 14-3242 0 0,3 12-1027 0 0,-2 9-1204 0 0,-2 0 0 0 0,0 0 1 0 0,-2 1-1 0 0,-3 28 1 0 0,1-3-483 0 0,2-53-1005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11979 0 0,'0'3'632'0'0,"-1"-1"0"0"0,1 1 0 0 0,-1 0 1 0 0,1 0-1 0 0,0-1 0 0 0,0 1 0 0 0,0 0 1 0 0,1 3-1 0 0,0 0 328 0 0,-1 11 436 0 0,0 0 0 0 0,-4 20-1 0 0,3-29-2373 0 0,-1 0 0 0 0,0 0 0 0 0,-5 12 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13363 0 0,'0'-2'164'0'0,"1"0"0"0"0,-1 0 0 0 0,1 0 0 0 0,0 0 0 0 0,0 0 0 0 0,0 0 0 0 0,0 1 0 0 0,0-1 0 0 0,0 0 0 0 0,1 0 0 0 0,-1 1 0 0 0,0-1-1 0 0,3-2 1 0 0,22-18 1272 0 0,-22 19-1080 0 0,0 0 1 0 0,1 1-1 0 0,-1-1 0 0 0,0 1 0 0 0,1 0 0 0 0,-1 1 0 0 0,1-1 0 0 0,6-1 0 0 0,-10 3-315 0 0,0-1 1 0 0,0 1-1 0 0,0 0 0 0 0,1 0 0 0 0,-1 0 0 0 0,0 0 0 0 0,0 0 0 0 0,0 0 0 0 0,0 0 1 0 0,0 1-1 0 0,0-1 0 0 0,0 0 0 0 0,0 0 0 0 0,0 1 0 0 0,0-1 0 0 0,0 1 0 0 0,0-1 0 0 0,0 1 1 0 0,0-1-1 0 0,-1 1 0 0 0,1 0 0 0 0,0-1 0 0 0,0 1 0 0 0,0 0 0 0 0,-1 0 0 0 0,1-1 1 0 0,0 1-1 0 0,-1 0 0 0 0,1 0 0 0 0,-1 0 0 0 0,1 0 0 0 0,-1 0 0 0 0,1 0 0 0 0,-1 0 1 0 0,0 0-1 0 0,0 0 0 0 0,1 0 0 0 0,-1 0 0 0 0,0 0 0 0 0,0 0 0 0 0,0 0 0 0 0,0 0 1 0 0,0 2-1 0 0,-1 9 43 0 0,0-1-1 0 0,-1 1 1 0 0,-1-1 0 0 0,1 0 0 0 0,-2 0 0 0 0,-4 12-1 0 0,-4 12 156 0 0,4-9 20 0 0,4-19-97 0 0,2 1 0 0 0,-1 0 0 0 0,1 0 1 0 0,0 0-1 0 0,0 0 0 0 0,1 0 0 0 0,0 0 0 0 0,1 15 0 0 0,1-21-136 0 0,-1-1 0 0 0,0 0 1 0 0,1 0-1 0 0,0 1 0 0 0,-1-1 0 0 0,1 0 1 0 0,0 0-1 0 0,-1 0 0 0 0,1 0 0 0 0,0 0 0 0 0,0 0 1 0 0,0 0-1 0 0,0 0 0 0 0,0 0 0 0 0,0 0 1 0 0,0-1-1 0 0,0 1 0 0 0,0 0 0 0 0,1-1 1 0 0,-1 1-1 0 0,0-1 0 0 0,0 1 0 0 0,1-1 0 0 0,-1 0 1 0 0,0 1-1 0 0,1-1 0 0 0,-1 0 0 0 0,0 0 1 0 0,1 0-1 0 0,1 0 0 0 0,6 0 29 0 0,1-1-1 0 0,-1 0 1 0 0,12-2-1 0 0,-11 1-6 0 0,0 1-35 0 0,10-2-528 0 0,30-8 1 0 0,-43 8-4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11058 0 0,'2'12'6185'0'0,"2"15"-4488"0"0,7 42 125 0 0,3 115-1 0 0,-14-182-2307 0 0,2 12 1160 0 0,1-7-7450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7834 0 0,'-5'24'6840'0'0,"1"0"-3486"0"0,2-8-2056 0 0,-1 0 0 0 0,-7 19 0 0 0,5-19-977 0 0,-5 10-2545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15203 0 0,'1'-2'101'0'0,"-1"-1"0"0"0,1 1 0 0 0,0-1 0 0 0,0 0 0 0 0,0 1 0 0 0,1 0 0 0 0,-1-1 0 0 0,1 1 0 0 0,-1 0 0 0 0,1 0 0 0 0,0 0 0 0 0,-1 0 0 0 0,1 0 0 0 0,0 0 0 0 0,3-2 0 0 0,6-4 217 0 0,19-11 0 0 0,-26 17 11 0 0,1-1 30 0 0,1 0-1 0 0,-1 0 1 0 0,1 1 0 0 0,0-1 0 0 0,0 1-1 0 0,0 1 1 0 0,0-1 0 0 0,9 0 0 0 0,-14 2-285 0 0,1 0 0 0 0,-1 0 0 0 0,0 0 0 0 0,1 0 1 0 0,-1 1-1 0 0,1-1 0 0 0,-1 0 0 0 0,1 0 0 0 0,-1 1 1 0 0,0-1-1 0 0,1 1 0 0 0,-1 0 0 0 0,0-1 0 0 0,0 1 1 0 0,1 0-1 0 0,-1 0 0 0 0,1 0 0 0 0,-1 1-61 0 0,0-1 0 0 0,0 1 0 0 0,0-1 0 0 0,0 0 1 0 0,-1 1-1 0 0,1-1 0 0 0,-1 1 0 0 0,1 0 0 0 0,-1-1 0 0 0,1 1 0 0 0,-1-1 0 0 0,0 1 0 0 0,0 0 0 0 0,0-1 0 0 0,0 1 1 0 0,0 0-1 0 0,0-1 0 0 0,-1 4 0 0 0,0 0-3 0 0,0 1 0 0 0,-1 0 1 0 0,0-1-1 0 0,0 0 0 0 0,0 1 1 0 0,-1-1-1 0 0,-3 6 0 0 0,2-5-42 0 0,1 0-1 0 0,0 0 1 0 0,0 0-1 0 0,-2 8 1 0 0,7-14-90 0 0,0 0 0 0 0,-1 0 0 0 0,1 0 0 0 0,0-1 0 0 0,-1 1 0 0 0,1-1 0 0 0,0 1 0 0 0,-1-1 0 0 0,1 0 1 0 0,-1 1-1 0 0,2-2 0 0 0,-1 1-49 0 0,3-1-75 0 0,1 0 1 0 0,0 0-1 0 0,0 0 0 0 0,0 1 0 0 0,1 0 1 0 0,-1 0-1 0 0,0 1 0 0 0,0 0 0 0 0,1 0 1 0 0,-1 0-1 0 0,0 1 0 0 0,12 2 0 0 0,-13-2 343 0 0,0 1-1 0 0,0-1 0 0 0,0 1 0 0 0,0 0 0 0 0,0 0 1 0 0,0 1-1 0 0,-1 0 0 0 0,1 0 0 0 0,-1 0 1 0 0,0 0-1 0 0,0 0 0 0 0,0 1 0 0 0,0 0 1 0 0,0 0-1 0 0,4 7 0 0 0,-7-10 31 0 0,0 1 0 0 0,0 0 0 0 0,0 0 1 0 0,0 0-1 0 0,0 0 0 0 0,-1 0 0 0 0,1 0 0 0 0,-1 0 0 0 0,1 0 0 0 0,-1 0 0 0 0,0 0 0 0 0,0 0 0 0 0,0 0 1 0 0,0 0-1 0 0,0 0 0 0 0,0 0 0 0 0,-1 4 0 0 0,0-3 0 0 0,0 0-1 0 0,-1 0 1 0 0,1 0 0 0 0,-1 0 0 0 0,1 0-1 0 0,-1 0 1 0 0,0-1 0 0 0,0 1 0 0 0,-1-1-1 0 0,-1 3 1 0 0,-6 3 170 0 0,1-1 1 0 0,-1 0-1 0 0,0 0 1 0 0,-21 10-1 0 0,-11-1 147 0 0,38-15-435 0 0,0 1 0 0 0,-1-2 0 0 0,1 1-1 0 0,0 0 1 0 0,0-1 0 0 0,-1 0 0 0 0,1 0-1 0 0,-6-1 1 0 0,10 1-81 0 0,-1 0 0 0 0,1 0 0 0 0,-1 0-1 0 0,1 0 1 0 0,-1 0 0 0 0,1 0 0 0 0,0 0 0 0 0,-1 0 0 0 0,1 0-1 0 0,-1 0 1 0 0,1-1 0 0 0,-1 1 0 0 0,1 0 0 0 0,0 0 0 0 0,-1-1-1 0 0,1 1 1 0 0,0 0 0 0 0,-1-1 0 0 0,1 1 0 0 0,0 0 0 0 0,-1-1-1 0 0,1 1 1 0 0,0 0 0 0 0,-1-1 0 0 0,1 1 0 0 0,0-1 0 0 0,0 1 0 0 0,0 0-1 0 0,0-1 1 0 0,-1 1 0 0 0,1-1 0 0 0,0 1 0 0 0,0-1 0 0 0,0 1-1 0 0,0-1 1 0 0,0 1 0 0 0,0 0 0 0 0,0-1 0 0 0,0 1 0 0 0,0-1-1 0 0,0 1 1 0 0,0-1 0 0 0,0 1 0 0 0,1-1 0 0 0,-1 0 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9674 0 0,'2'-1'847'0'0,"0"0"1"0"0,0 0-1 0 0,0 0 0 0 0,-1-1 1 0 0,1 1-1 0 0,0-1 0 0 0,1-1 1 0 0,10-9 1302 0 0,-8 9-1926 0 0,-1 1 0 0 0,1-1 1 0 0,0 1-1 0 0,0 0 1 0 0,0 0-1 0 0,0 1 1 0 0,1-1-1 0 0,-1 1 0 0 0,0 0 1 0 0,9 0-1 0 0,-12 1-206 0 0,0 0 0 0 0,-1 0-1 0 0,1 0 1 0 0,-1 1-1 0 0,1-1 1 0 0,0 0 0 0 0,-1 1-1 0 0,1-1 1 0 0,-1 1 0 0 0,1 0-1 0 0,-1-1 1 0 0,1 1 0 0 0,-1 0-1 0 0,0 0 1 0 0,1 0 0 0 0,-1 0-1 0 0,0 0 1 0 0,0 0-1 0 0,0 0 1 0 0,0 0 0 0 0,1 1-1 0 0,-2-1 1 0 0,1 0 0 0 0,0 1-1 0 0,0-1 1 0 0,0 0 0 0 0,-1 1-1 0 0,1-1 1 0 0,0 1 0 0 0,-1-1-1 0 0,0 1 1 0 0,1 0-1 0 0,-1-1 1 0 0,0 1 0 0 0,0-1-1 0 0,0 1 1 0 0,0 0 0 0 0,0 2-1 0 0,0 5 17 0 0,-1 0 0 0 0,0 0 0 0 0,-1 0 0 0 0,0 0 0 0 0,-5 15 0 0 0,-22 42 164 0 0,21-50-29 0 0,1 0 0 0 0,0 1 0 0 0,-9 34 0 0 0,16-49-148 0 0,-1 0-1 0 0,1 0 1 0 0,0 0 0 0 0,-1 1 0 0 0,1-1 0 0 0,0 0 0 0 0,1 0-1 0 0,-1 0 1 0 0,0 0 0 0 0,0 0 0 0 0,1 1 0 0 0,-1-1-1 0 0,1 0 1 0 0,0 0 0 0 0,0 0 0 0 0,0 0 0 0 0,0 0-1 0 0,0-1 1 0 0,2 4 0 0 0,-2-4-5 0 0,1 0 1 0 0,-1 1-1 0 0,1-1 0 0 0,0 0 1 0 0,-1 0-1 0 0,1 0 1 0 0,0-1-1 0 0,0 1 0 0 0,0 0 1 0 0,0-1-1 0 0,0 1 0 0 0,0-1 1 0 0,0 1-1 0 0,0-1 0 0 0,0 0 1 0 0,0 0-1 0 0,0 0 1 0 0,0 0-1 0 0,0 0 0 0 0,0-1 1 0 0,2 0-1 0 0,8-1-537 0 0,0-1 0 0 0,0-1 0 0 0,-1 0 0 0 0,22-10 0 0 0,-24 9-7044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9218 0 0,'-1'2'268'0'0,"0"0"1"0"0,0 1-1 0 0,0 0 1 0 0,0-1-1 0 0,1 1 1 0 0,-1-1-1 0 0,1 1 1 0 0,0-1-1 0 0,0 6 1 0 0,-1 3 797 0 0,-2 3 943 0 0,0 0 0 0 0,-9 19 0 0 0,3-5-3034 0 0,7-23-5432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 9218 0 0,'0'0'96'0'0,"0"0"1"0"0,0 0-1 0 0,0 0 0 0 0,0-1 1 0 0,-1 1-1 0 0,1 0 1 0 0,0 0-1 0 0,0 0 0 0 0,0 0 1 0 0,0-1-1 0 0,0 1 0 0 0,-1 0 1 0 0,1 0-1 0 0,0 0 0 0 0,0 0 1 0 0,0 0-1 0 0,-1 0 1 0 0,1-1-1 0 0,0 1 0 0 0,0 0 1 0 0,0 0-1 0 0,-1 0 0 0 0,1 0 1 0 0,0 0-1 0 0,0 0 0 0 0,0 0 1 0 0,-1 0-1 0 0,1 0 1 0 0,0 0-1 0 0,0 0 0 0 0,-1 0 1 0 0,1 0-1 0 0,0 0 0 0 0,0 0 1 0 0,0 0-1 0 0,-1 0 0 0 0,1 0 1 0 0,0 1-1 0 0,0-1 1 0 0,0 0-1 0 0,-1 0 0 0 0,1 0 1 0 0,0 0-1 0 0,0 0 0 0 0,0 1 1 0 0,-7 12 1576 0 0,0 23-438 0 0,7-35-1024 0 0,-2 17 568 0 0,0-1-1 0 0,1 1 0 0 0,2 0 1 0 0,1 18-1 0 0,-1-29-631 0 0,0-1 0 0 0,0 1 0 0 0,0 0 0 0 0,1-1 0 0 0,0 1 0 0 0,1-1 0 0 0,-1 0 1 0 0,1 0-1 0 0,0 0 0 0 0,1 0 0 0 0,-1-1 0 0 0,1 1 0 0 0,8 8 0 0 0,-9-12-105 0 0,-1 0 1 0 0,1 0-1 0 0,0 0 1 0 0,-1 0-1 0 0,1 0 1 0 0,0-1-1 0 0,0 0 1 0 0,0 1-1 0 0,1-1 1 0 0,-1 0-1 0 0,0-1 1 0 0,0 1 0 0 0,0 0-1 0 0,5-1 1 0 0,-2 0 4 0 0,0 0 0 0 0,0-1 0 0 0,0 1 0 0 0,-1-1 0 0 0,1-1 1 0 0,0 1-1 0 0,8-5 0 0 0,-1 1 0 0 0,-1-1 0 0 0,0-1-1 0 0,-1 0 1 0 0,0-1 0 0 0,0 0 0 0 0,13-13 0 0 0,-21 18-64 0 0,1-1 0 0 0,-1 1 0 0 0,0-1 0 0 0,0 0 0 0 0,0 0 0 0 0,0 0 1 0 0,-1 0-1 0 0,1-1 0 0 0,-1 1 0 0 0,0-1 0 0 0,-1 1 0 0 0,2-6 0 0 0,-2 7 0 0 0,-1 0 0 0 0,0-1-1 0 0,0 1 1 0 0,0 0 0 0 0,0 0-1 0 0,-1-1 1 0 0,1 1 0 0 0,-1 0 0 0 0,0 0-1 0 0,1 0 1 0 0,-2 0 0 0 0,1 0-1 0 0,0 0 1 0 0,-1 0 0 0 0,1 0 0 0 0,-1 0-1 0 0,0 0 1 0 0,0 1 0 0 0,-2-4-1 0 0,-4-1-6 0 0,1 0-1 0 0,-1 0 0 0 0,0 0 0 0 0,0 1 0 0 0,-1 0 1 0 0,0 1-1 0 0,0 0 0 0 0,0 0 0 0 0,-1 1 0 0 0,1 0 1 0 0,-1 1-1 0 0,0 0 0 0 0,0 0 0 0 0,0 1 1 0 0,0 1-1 0 0,-19-2 0 0 0,28 3-338 0 0,-2 1-201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55 9218 0 0,'-1'0'249'0'0,"-1"0"0"0"0,1-1 1 0 0,0 1-1 0 0,0 0 0 0 0,-1 0 0 0 0,1-1 0 0 0,0 1 0 0 0,0-1 1 0 0,0 1-1 0 0,0-1 0 0 0,0 1 0 0 0,0-1 0 0 0,0 0 0 0 0,0 0 1 0 0,0 1-1 0 0,0-1 0 0 0,0 0 0 0 0,0 0 0 0 0,1 0 1 0 0,-1 0-1 0 0,0 0 0 0 0,-1-2 0 0 0,2 2-63 0 0,0-1 0 0 0,0 1 0 0 0,0 0-1 0 0,1 0 1 0 0,-1 0 0 0 0,0 0 0 0 0,0-1 0 0 0,1 1 0 0 0,-1 0-1 0 0,1 0 1 0 0,-1 0 0 0 0,1 0 0 0 0,-1 0 0 0 0,1 0 0 0 0,0 0-1 0 0,-1 0 1 0 0,1 0 0 0 0,0 0 0 0 0,0 0 0 0 0,0 1 0 0 0,0-1-1 0 0,-1 0 1 0 0,1 0 0 0 0,2 0 0 0 0,-1 0-107 0 0,-1-1 0 0 0,1 1 0 0 0,0 0 0 0 0,0 0 0 0 0,0 0 0 0 0,1 0 0 0 0,-1 0 0 0 0,0 0 0 0 0,0 0 0 0 0,0 1 0 0 0,1-1 0 0 0,-1 1 0 0 0,0 0 0 0 0,1-1 0 0 0,-1 1 0 0 0,3 0-1 0 0,-5 1-60 0 0,1-1 0 0 0,0 0 0 0 0,0 0 0 0 0,0 1 0 0 0,0-1 0 0 0,-1 0 0 0 0,1 1 0 0 0,0-1 0 0 0,0 1 0 0 0,-1-1 0 0 0,1 1 0 0 0,0-1 0 0 0,-1 1 0 0 0,1-1 0 0 0,-1 1 0 0 0,1 0 0 0 0,0-1 0 0 0,-1 2 0 0 0,1-1 5 0 0,0 0 1 0 0,-1 1-1 0 0,1-1 0 0 0,-1 1 0 0 0,1-1 1 0 0,-1 1-1 0 0,0-1 0 0 0,0 1 0 0 0,0-1 1 0 0,0 1-1 0 0,0 0 0 0 0,0-1 0 0 0,0 2 1 0 0,-4 14 114 0 0,0-1 0 0 0,-1 0 0 0 0,0 0 0 0 0,-15 28 0 0 0,3-7 14 0 0,4-7 29 0 0,-10 25 148 0 0,21-49-236 0 0,0 0 0 0 0,1-1 0 0 0,0 1 0 0 0,0 0 1 0 0,0 0-1 0 0,1-1 0 0 0,0 11 0 0 0,0-14-71 0 0,0-1-1 0 0,0 0 1 0 0,1 0-1 0 0,-1 1 1 0 0,0-1-1 0 0,1 0 1 0 0,-1 0-1 0 0,1 0 1 0 0,-1 0-1 0 0,1 1 1 0 0,-1-1-1 0 0,1 0 1 0 0,0 0-1 0 0,-1 0 1 0 0,1 0-1 0 0,0 0 1 0 0,0 0-1 0 0,0-1 1 0 0,0 1-1 0 0,0 0 1 0 0,0 0-1 0 0,1 0 1 0 0,0 0 2 0 0,1 0 0 0 0,-1-1 0 0 0,0 1 1 0 0,0-1-1 0 0,1 1 0 0 0,-1-1 0 0 0,0 0 1 0 0,1 0-1 0 0,-1 0 0 0 0,0 0 0 0 0,3-1 0 0 0,6-1-24 0 0,-1 0-1 0 0,1-1 0 0 0,-1-1 1 0 0,10-4-1 0 0,18-14-1161 0 0,-34 19 830 0 0,4-2-405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2304 0 0,'-1'0'309'0'0,"1"0"0"0"0,0 0 0 0 0,-1 0 0 0 0,1 1-1 0 0,0-1 1 0 0,-1 0 0 0 0,1 0 0 0 0,0 1 0 0 0,0-1-1 0 0,0 0 1 0 0,-1 0 0 0 0,1 1 0 0 0,0-1 0 0 0,0 0-1 0 0,0 1 1 0 0,-1-1 0 0 0,1 0 0 0 0,0 1 0 0 0,0-1-1 0 0,0 1 1 0 0,0-1 0 0 0,0 0 0 0 0,0 1-1 0 0,0-1 1 0 0,0 0 0 0 0,0 1 0 0 0,0 0 0 0 0,-2 17 1366 0 0,2-10-263 0 0,-2 4 707 0 0,-1-1 1 0 0,-4 13 0 0 0,0-4-2069 0 0,2 1-5173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3081 0 0,'10'-11'197'0'0,"14"-9"7907"0"0,-22 25-4697 0 0,2 9-576 0 0,3 25-69 0 0,3 72 0 0 0,-8-73-1997 0 0,-1-30-564 0 0,-1-7-183 0 0,1 1 0 0 0,-1 0 0 0 0,1 0 0 0 0,-1-1-1 0 0,0 1 1 0 0,0 0 0 0 0,0 0 0 0 0,0 0 0 0 0,0-1 0 0 0,-1 4 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9218 0 0,'3'-4'532'0'0,"1"0"0"0"0,-1 0 0 0 0,1 1 0 0 0,0-1 0 0 0,-1 1 0 0 0,2 0 0 0 0,-1 0 0 0 0,8-4 0 0 0,-5 3 105 0 0,29-15 1277 0 0,-34 18-1825 0 0,0 0 0 0 0,0 1 1 0 0,0-1-1 0 0,0 0 1 0 0,1 1-1 0 0,-1 0 0 0 0,0-1 1 0 0,0 1-1 0 0,0 0 0 0 0,0 0 1 0 0,1 0-1 0 0,-1 0 0 0 0,0 1 1 0 0,0-1-1 0 0,0 0 0 0 0,3 2 1 0 0,-4-1-66 0 0,0-1 0 0 0,0 1 0 0 0,0 0 0 0 0,-1 0 0 0 0,1 0 0 0 0,0 0 1 0 0,-1 0-1 0 0,1-1 0 0 0,0 1 0 0 0,-1 0 0 0 0,1 1 0 0 0,-1-1 0 0 0,0 0 0 0 0,1 0 0 0 0,-1 0 0 0 0,0 0 1 0 0,0 0-1 0 0,0 0 0 0 0,1 0 0 0 0,-1 0 0 0 0,0 0 0 0 0,-1 1 0 0 0,1-1 0 0 0,0 0 0 0 0,0 0 0 0 0,0 0 1 0 0,-1 2-1 0 0,-10 31 586 0 0,10-32-607 0 0,-44 90 1252 0 0,32-69-660 0 0,0 1-1 0 0,2 1 1 0 0,-13 40-1 0 0,23-63-544 0 0,1-1 0 0 0,0 1 0 0 0,-1-1 0 0 0,1 1 0 0 0,0 0 0 0 0,0-1 0 0 0,0 1 0 0 0,0-1 0 0 0,0 1 0 0 0,0-1 0 0 0,0 1 0 0 0,0-1 1 0 0,1 1-1 0 0,-1 0 0 0 0,1-1 0 0 0,-1 1 0 0 0,1-1 0 0 0,1 3 0 0 0,-1-4-35 0 0,-1 1 1 0 0,1 0-1 0 0,0-1 1 0 0,0 1 0 0 0,0 0-1 0 0,0-1 1 0 0,0 1-1 0 0,0-1 1 0 0,0 0-1 0 0,1 1 1 0 0,-1-1-1 0 0,0 0 1 0 0,0 1-1 0 0,0-1 1 0 0,0 0-1 0 0,0 0 1 0 0,0 0 0 0 0,1 0-1 0 0,-1 0 1 0 0,0-1-1 0 0,0 1 1 0 0,0 0-1 0 0,0 0 1 0 0,0-1-1 0 0,3 0 1 0 0,7-3-128 0 0,-1 0 1 0 0,21-10-1 0 0,1-6-3117 0 0,-24 15-4292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11058 0 0,'-1'2'461'0'0,"0"0"0"0"0,0 0-1 0 0,1 0 1 0 0,-1 0-1 0 0,1 1 1 0 0,-1-1 0 0 0,1 0-1 0 0,0 1 1 0 0,0 3 0 0 0,-1 3 927 0 0,-12 46 1738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12899 0 0,'0'-1'63'0'0,"0"0"0"0"0,0-1 0 0 0,0 1-1 0 0,0 0 1 0 0,0-1 0 0 0,1 1 0 0 0,-1 0 0 0 0,0 0 0 0 0,1 0 0 0 0,-1-1 0 0 0,0 1 0 0 0,1 0 0 0 0,-1 0 0 0 0,1 0 0 0 0,0 0 0 0 0,-1 0 0 0 0,1 0 0 0 0,0 0-1 0 0,0 0 1 0 0,0 0 0 0 0,0 0 0 0 0,0 0 0 0 0,1-1 0 0 0,28-20 37 0 0,-25 19 301 0 0,4-2 17 0 0,-1 0 1 0 0,1 1 0 0 0,0 0-1 0 0,0 0 1 0 0,1 1 0 0 0,-1 0-1 0 0,10-1 1 0 0,-14 3-229 0 0,-1 0 1 0 0,1 1-1 0 0,-1 0 1 0 0,1 0-1 0 0,0 0 1 0 0,-1 1-1 0 0,8 1 1 0 0,-9-1-101 0 0,-1-1 0 0 0,1 1 0 0 0,-1 0 0 0 0,0 0 0 0 0,1 1 0 0 0,-1-1 0 0 0,0 0 0 0 0,0 1 0 0 0,0-1 0 0 0,0 1 0 0 0,0 0 0 0 0,0 0 0 0 0,-1 0 0 0 0,3 3 0 0 0,-2-2-55 0 0,-1 0 0 0 0,1 0 1 0 0,-1 0-1 0 0,0 1 0 0 0,0-1 1 0 0,0 0-1 0 0,-1 1 0 0 0,1-1 1 0 0,-1 0-1 0 0,0 1 1 0 0,0-1-1 0 0,0 1 0 0 0,0-1 1 0 0,0 0-1 0 0,-1 1 0 0 0,0-1 1 0 0,0 0-1 0 0,-1 5 0 0 0,-3 7 174 0 0,-1 0 1 0 0,-13 21-1 0 0,15-27-51 0 0,-1 1 8 0 0,-16 34 672 0 0,19-41-765 0 0,1 0 0 0 0,1-1 1 0 0,-1 1-1 0 0,0 0 0 0 0,1 0 1 0 0,-1 0-1 0 0,1 0 0 0 0,0 0 0 0 0,0 0 1 0 0,0 0-1 0 0,0-1 0 0 0,1 1 1 0 0,0 5-1 0 0,0-6-42 0 0,0-1-1 0 0,0 0 1 0 0,0 1 0 0 0,0-1-1 0 0,0 0 1 0 0,1 0-1 0 0,-1 1 1 0 0,0-1 0 0 0,0 0-1 0 0,1 0 1 0 0,-1 0 0 0 0,1-1-1 0 0,-1 1 1 0 0,1 0 0 0 0,-1 0-1 0 0,1-1 1 0 0,-1 1 0 0 0,1-1-1 0 0,0 0 1 0 0,-1 1-1 0 0,1-1 1 0 0,0 0 0 0 0,-1 0-1 0 0,1 0 1 0 0,0 0 0 0 0,1 0-1 0 0,7-1 56 0 0,-1 0 0 0 0,0 0 0 0 0,12-3 0 0 0,-9 0-669 0 0,0 0-1 0 0,0 0 1 0 0,0-1 0 0 0,18-11-1 0 0,-19 10-7663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10138 0 0,'2'-2'404'0'0,"1"1"0"0"0,-1-1 0 0 0,1 0-1 0 0,0 1 1 0 0,0 0 0 0 0,4-2 0 0 0,3-2 314 0 0,-7 4-466 0 0,0-1 0 0 0,-1 1 0 0 0,1 0-1 0 0,0 0 1 0 0,1 0 0 0 0,-1 0 0 0 0,0 0 0 0 0,0 1 0 0 0,0-1 0 0 0,0 1-1 0 0,1 0 1 0 0,-1 0 0 0 0,0 0 0 0 0,0 0 0 0 0,6 2 0 0 0,-7-2-167 0 0,-1 1 1 0 0,1 0-1 0 0,0 0 1 0 0,0 0-1 0 0,-1 0 1 0 0,1 0-1 0 0,0 0 0 0 0,-1 0 1 0 0,0 1-1 0 0,1-1 1 0 0,-1 1-1 0 0,0-1 1 0 0,1 1-1 0 0,-1-1 1 0 0,0 1-1 0 0,0 0 1 0 0,0-1-1 0 0,0 1 1 0 0,-1 0-1 0 0,1 0 1 0 0,0-1-1 0 0,-1 1 0 0 0,1 0 1 0 0,-1 0-1 0 0,0 0 1 0 0,1 4-1 0 0,-2 1 73 0 0,1 0 0 0 0,-1 0 0 0 0,0-1-1 0 0,0 1 1 0 0,-1 0 0 0 0,-4 12 0 0 0,-2 8 151 0 0,1-1-47 0 0,2-7 45 0 0,0 0 1 0 0,2 0-1 0 0,0 0 1 0 0,-1 37-1 0 0,4-54-260 0 0,0 0-1 0 0,0 1 1 0 0,1-1 0 0 0,-1 0 0 0 0,0 0-1 0 0,1 0 1 0 0,0 0 0 0 0,-1 0-1 0 0,1 0 1 0 0,0 0 0 0 0,0 0 0 0 0,0 0-1 0 0,0 0 1 0 0,1 0 0 0 0,-1-1 0 0 0,0 1-1 0 0,1 0 1 0 0,2 2 0 0 0,-2-3-11 0 0,1 0-1 0 0,-1 1 1 0 0,1-1 0 0 0,-1 0 0 0 0,0 0 0 0 0,1-1 0 0 0,0 1 0 0 0,-1 0 0 0 0,1-1 0 0 0,-1 0 0 0 0,1 1 0 0 0,0-1-1 0 0,3 0 1 0 0,3-1-117 0 0,-1 0 0 0 0,1-1 0 0 0,-1 0 0 0 0,1 0 0 0 0,-1-1 0 0 0,0 0-1 0 0,0-1 1 0 0,9-4 0 0 0,-15 7-27 0 0,10-6-1319 0 0,-4 1-4194 0 0,-1 1-1578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6913 0 0,'-2'41'9686'0'0,"0"-25"-7472"0"0,-7 29 0 0 0,7-31-4496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11979 0 0,'1'-3'98'0'0,"0"0"1"0"0,1 0 0 0 0,-1 1-1 0 0,1-1 1 0 0,0 0 0 0 0,0 1-1 0 0,-1 0 1 0 0,2-1 0 0 0,-1 1-1 0 0,0 0 1 0 0,0 0 0 0 0,1 0-1 0 0,-1 0 1 0 0,1 1 0 0 0,3-2-1 0 0,3-2 534 0 0,0 0 0 0 0,1 0 0 0 0,11-2 0 0 0,-17 6-315 0 0,0 0 0 0 0,0 0-1 0 0,0 0 1 0 0,0 1 0 0 0,0 0 0 0 0,0-1 0 0 0,1 2 0 0 0,-1-1 0 0 0,0 0 0 0 0,0 1 0 0 0,0 0-1 0 0,0 0 1 0 0,5 2 0 0 0,-8-3-239 0 0,1 1 0 0 0,-1-1 0 0 0,0 1-1 0 0,0 0 1 0 0,0 0 0 0 0,0-1 0 0 0,1 1-1 0 0,-1 0 1 0 0,0 0 0 0 0,0 0 0 0 0,-1 0 0 0 0,1 0-1 0 0,0 0 1 0 0,0 1 0 0 0,0-1 0 0 0,-1 0-1 0 0,1 2 1 0 0,0-1-53 0 0,-1 0 0 0 0,0 0 0 0 0,1-1 0 0 0,-1 1 0 0 0,0 0 0 0 0,0 0 0 0 0,-1 0 0 0 0,1 0 0 0 0,0 0 0 0 0,-1-1 0 0 0,1 1 0 0 0,-1 0 0 0 0,1 0 0 0 0,-1-1 0 0 0,0 1 0 0 0,-1 2 0 0 0,-19 24 166 0 0,18-24-191 0 0,-1 1 1 0 0,1-1-1 0 0,0 0 1 0 0,0 1 0 0 0,0-1-1 0 0,-2 8 1 0 0,5-12-8 0 0,0 0 1 0 0,0 1-1 0 0,0-1 1 0 0,0 0-1 0 0,0 0 1 0 0,0 1-1 0 0,1-1 1 0 0,-1 0-1 0 0,0 1 1 0 0,0-1-1 0 0,0 0 1 0 0,1 0-1 0 0,-1 1 1 0 0,0-1-1 0 0,0 0 1 0 0,0 0 0 0 0,1 0-1 0 0,-1 1 1 0 0,0-1-1 0 0,1 0 1 0 0,-1 0-1 0 0,0 0 1 0 0,0 0-1 0 0,1 0 1 0 0,-1 0-1 0 0,0 0 1 0 0,1 1-1 0 0,-1-1 1 0 0,0 0-1 0 0,1 0 1 0 0,-1 0-1 0 0,0 0 1 0 0,1 0-1 0 0,-1 0 1 0 0,0 0-1 0 0,1-1 1 0 0,-1 1-1 0 0,19 0-291 0 0,-15 0 219 0 0,7 0-56 0 0,1 1 1 0 0,-1 0-1 0 0,1 1 1 0 0,-1 0-1 0 0,1 1 1 0 0,11 4 0 0 0,-18-5 140 0 0,-1 0 1 0 0,0 0 0 0 0,0 0 0 0 0,1 1 0 0 0,-1-1 0 0 0,-1 1 0 0 0,8 6-1 0 0,-10-7 53 0 0,1 0-1 0 0,0 0 0 0 0,-1 0 0 0 0,1 1 0 0 0,-1-1 0 0 0,1 1 0 0 0,-1-1 0 0 0,0 0 0 0 0,0 1 0 0 0,0 0 1 0 0,-1-1-1 0 0,1 1 0 0 0,0 0 0 0 0,-1 4 0 0 0,0-3 47 0 0,0-1 1 0 0,-1 1-1 0 0,0 0 0 0 0,0-1 1 0 0,0 1-1 0 0,0-1 0 0 0,0 1 1 0 0,-1-1-1 0 0,1 1 0 0 0,-1-1 0 0 0,0 0 1 0 0,0 0-1 0 0,0 0 0 0 0,-1 0 1 0 0,1 0-1 0 0,-4 3 0 0 0,1-1 76 0 0,0 0 0 0 0,0-1 0 0 0,-1 0 0 0 0,1 0 0 0 0,-1 0 0 0 0,0 0 0 0 0,-12 4 0 0 0,14-6-124 0 0,0-1-1 0 0,0-1 1 0 0,0 1 0 0 0,0 0 0 0 0,-1-1-1 0 0,-5 0 1 0 0,9 0-171 0 0,0 0 1 0 0,1 0-1 0 0,-1 0 0 0 0,0 0 1 0 0,0 0-1 0 0,0 0 1 0 0,0 0-1 0 0,0-1 0 0 0,0 1 1 0 0,0 0-1 0 0,1 0 0 0 0,-1-1 1 0 0,0 1-1 0 0,0 0 0 0 0,0-1 1 0 0,1 1-1 0 0,-1-1 0 0 0,0 0 1 0 0,0 1-1 0 0,1-1 1 0 0,-1 1-1 0 0,0-1 0 0 0,1 0 1 0 0,-1 1-1 0 0,1-1 0 0 0,-1 0 1 0 0,1 0-1 0 0,-1 0 0 0 0,1 1 1 0 0,0-1-1 0 0,-1 0 0 0 0,1 0 1 0 0,0 0-1 0 0,0 0 1 0 0,-1-1-1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75 920 0 0,'-3'-4'6037'0'0,"3"4"-5780"0"0,0-1-1 0 0,-1 1 0 0 0,1 0 0 0 0,0-1 1 0 0,0 1-1 0 0,-1-1 0 0 0,1 1 1 0 0,0 0-1 0 0,0-1 0 0 0,-1 1 0 0 0,1 0 1 0 0,0-1-1 0 0,-1 1 0 0 0,1 0 1 0 0,0-1-1 0 0,-1 1 0 0 0,1 0 0 0 0,-1 0 1 0 0,1 0-1 0 0,-1-1 0 0 0,1 1 1 0 0,0 0-1 0 0,-2 0 0 0 0,8-6 4500 0 0,5-4-4680 0 0,5-1 541 0 0,-6 3-256 0 0,1 0 0 0 0,0 2 1 0 0,12-7-1 0 0,-22 13-349 0 0,0-1 0 0 0,0 1 0 0 0,1 0 0 0 0,-1 0 0 0 0,0 0 0 0 0,0 0 0 0 0,0 0 0 0 0,0 0-1 0 0,0 0 1 0 0,0 0 0 0 0,0 1 0 0 0,0-1 0 0 0,0 0 0 0 0,1 1 0 0 0,-1-1 0 0 0,0 1 0 0 0,0-1 0 0 0,-1 1 0 0 0,1-1 0 0 0,0 1 0 0 0,0 0 0 0 0,0-1 0 0 0,0 1 0 0 0,0 0 0 0 0,-1 0 0 0 0,1 0 0 0 0,0-1 0 0 0,0 3 0 0 0,1-2 10 0 0,-1 1 0 0 0,0 0-1 0 0,0 0 1 0 0,0 0 0 0 0,0 0-1 0 0,0 0 1 0 0,0 0 0 0 0,0 0-1 0 0,-1 0 1 0 0,1 0-1 0 0,-1 0 1 0 0,1 0 0 0 0,-1 4-1 0 0,-1 3 48 0 0,-1-1 0 0 0,0 0 0 0 0,-1 0-1 0 0,1 0 1 0 0,-1 0 0 0 0,-5 8 0 0 0,-27 44 299 0 0,18-33-127 0 0,36-32-278 0 0,-14 3-3 0 0,-1 0 1 0 0,1 0-1 0 0,-1 0 0 0 0,1 1 1 0 0,0 0-1 0 0,-1 0 0 0 0,1 0 1 0 0,0 1-1 0 0,0-1 0 0 0,0 1 1 0 0,0 0-1 0 0,0 1 0 0 0,-1-1 1 0 0,1 1-1 0 0,0 0 0 0 0,0 0 1 0 0,-1 1-1 0 0,1-1 0 0 0,0 1 0 0 0,-1 0 1 0 0,0 0-1 0 0,1 0 0 0 0,-1 1 1 0 0,0 0-1 0 0,0 0 0 0 0,0 0 1 0 0,-1 0-1 0 0,1 0 0 0 0,-1 1 1 0 0,0-1-1 0 0,5 8 0 0 0,-5-7 129 0 0,0 0 0 0 0,0 1 0 0 0,0-1-1 0 0,-1 1 1 0 0,0-1 0 0 0,0 1 0 0 0,0 0-1 0 0,0 0 1 0 0,-1 0 0 0 0,0 0 0 0 0,0 0-1 0 0,0 0 1 0 0,-1 0 0 0 0,0 0 0 0 0,0 0-1 0 0,0 1 1 0 0,-2 8 0 0 0,1-10-28 0 0,0 1 1 0 0,-1-1-1 0 0,1 1 1 0 0,-1-1-1 0 0,0 0 1 0 0,-1 1-1 0 0,1-1 1 0 0,-1 0-1 0 0,0-1 1 0 0,0 1-1 0 0,0 0 1 0 0,0-1-1 0 0,0 0 1 0 0,-1 0-1 0 0,0 0 1 0 0,0 0-1 0 0,0 0 1 0 0,0-1-1 0 0,-6 4 1 0 0,2-3-26 0 0,1 0 0 0 0,-1 0 1 0 0,0-1-1 0 0,0 0 0 0 0,0 0 1 0 0,0 0-1 0 0,-10-1 1 0 0,15 0-95 0 0,1-1 1 0 0,-1 0 0 0 0,0 0-1 0 0,1-1 1 0 0,-1 1-1 0 0,0 0 1 0 0,1-1 0 0 0,-1 0-1 0 0,0 1 1 0 0,1-1 0 0 0,-1 0-1 0 0,1 0 1 0 0,-1-1 0 0 0,1 1-1 0 0,0 0 1 0 0,-1-1 0 0 0,1 0-1 0 0,0 1 1 0 0,0-1 0 0 0,0 0-1 0 0,0 0 1 0 0,1 0-1 0 0,-1 0 1 0 0,0-1 0 0 0,-1-2-1 0 0,1-5-2573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2304 0 0,'-5'4'7476'0'0,"5"-4"-7102"0"0,0 0 0 0 0,0 1 0 0 0,-2 11 3753 0 0,5 16-2109 0 0,-2-15-29 0 0,-1-8-1530 0 0,0 1-1 0 0,0-1 1 0 0,-1 1-1 0 0,1-1 1 0 0,-3 7-1 0 0,2-9-826 0 0,0 1 1 0 0,0-1-1 0 0,-1 1 0 0 0,0-1 0 0 0,-2 4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 11979 0 0,'-4'1'409'0'0,"0"1"0"0"0,0 0 1 0 0,0 0-1 0 0,0 1 1 0 0,0-1-1 0 0,0 1 0 0 0,1 0 1 0 0,-1 0-1 0 0,1 0 1 0 0,0 1-1 0 0,0-1 1 0 0,0 1-1 0 0,-4 7 0 0 0,4-5-181 0 0,0 0 0 0 0,1-1 0 0 0,0 1 0 0 0,0 0-1 0 0,0 1 1 0 0,1-1 0 0 0,0 0 0 0 0,0 0-1 0 0,1 8 1 0 0,0 2-12 0 0,2 0 0 0 0,0 0 0 0 0,0 0 0 0 0,2 0 0 0 0,0 0 1 0 0,0-1-1 0 0,8 16 0 0 0,-10-27-156 0 0,0 0 0 0 0,0 0 0 0 0,0 0 0 0 0,0 0 0 0 0,1 0 0 0 0,0-1 0 0 0,-1 1 0 0 0,1-1 0 0 0,0 0 0 0 0,1 0 1 0 0,-1 0-1 0 0,1 0 0 0 0,-1 0 0 0 0,6 2 0 0 0,-7-4-43 0 0,0 0 0 0 0,1 0 1 0 0,-1-1-1 0 0,1 1 0 0 0,-1 0 1 0 0,1-1-1 0 0,-1 0 0 0 0,1 1 1 0 0,-1-1-1 0 0,1 0 0 0 0,-1-1 0 0 0,1 1 1 0 0,-1 0-1 0 0,1-1 0 0 0,-1 1 1 0 0,1-1-1 0 0,-1 0 0 0 0,1 0 1 0 0,-1 0-1 0 0,0 0 0 0 0,0 0 0 0 0,1 0 1 0 0,-1 0-1 0 0,0-1 0 0 0,0 0 1 0 0,2-2-1 0 0,1 0-4 0 0,0-2 0 0 0,-1 1-1 0 0,1 0 1 0 0,-1-1 0 0 0,-1 0 0 0 0,1 0 0 0 0,-1 0-1 0 0,0-1 1 0 0,0 1 0 0 0,-1-1 0 0 0,0 1 0 0 0,0-1-1 0 0,-1 0 1 0 0,0 0 0 0 0,0 0 0 0 0,0 1 0 0 0,-1-1-1 0 0,0 0 1 0 0,0 0 0 0 0,-1 0 0 0 0,0 0 0 0 0,0 0-1 0 0,0 0 1 0 0,-1 0 0 0 0,0 1 0 0 0,-1-1 0 0 0,1 1-1 0 0,-1 0 1 0 0,-4-7 0 0 0,3 8-10 0 0,0 0 1 0 0,-1 0-1 0 0,1 0 1 0 0,-1 1-1 0 0,0-1 1 0 0,0 1-1 0 0,0 0 1 0 0,-1 1-1 0 0,0-1 0 0 0,1 1 1 0 0,-1 0-1 0 0,0 1 1 0 0,-1-1-1 0 0,-11-2 1 0 0,14 4-131 0 0,0 0 1 0 0,1 1 0 0 0,-1-1 0 0 0,0 1-1 0 0,0 0 1 0 0,1 0 0 0 0,-1 0 0 0 0,0 0-1 0 0,0 1 1 0 0,1 0 0 0 0,-1-1 0 0 0,0 1-1 0 0,1 1 1 0 0,-1-1 0 0 0,1 0 0 0 0,-1 1-1 0 0,1 0 1 0 0,0 0 0 0 0,0 0 0 0 0,0 0-1 0 0,0 0 1 0 0,0 1 0 0 0,0-1 0 0 0,0 1-1 0 0,1 0 1 0 0,-1 0 0 0 0,-2 3 0 0 0,1 2-7113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70 7370 0 0,'-13'1'242'0'0,"10"0"674"0"0,0 0 1 0 0,1-1-1 0 0,-1 1 1 0 0,0-1-1 0 0,1 0 1 0 0,-1 0-1 0 0,0 0 1 0 0,0 0-1 0 0,1-1 1 0 0,-6 0-1 0 0,8 1-853 0 0,0-1 0 0 0,0 1 0 0 0,0 0 0 0 0,0-1 0 0 0,-1 1 0 0 0,1 0 0 0 0,0-1-1 0 0,0 1 1 0 0,0-1 0 0 0,0 1 0 0 0,0 0 0 0 0,0-1 0 0 0,0 1 0 0 0,0 0 0 0 0,0-1 0 0 0,0 1 0 0 0,0 0 0 0 0,0-1 0 0 0,1 1 0 0 0,-1-1-1 0 0,0 1 1 0 0,0 0 0 0 0,0-1 0 0 0,0 1 0 0 0,0 0 0 0 0,1 0 0 0 0,-1-1 0 0 0,0 1 0 0 0,0 0 0 0 0,1-1 0 0 0,-1 1 0 0 0,0 0 0 0 0,0 0-1 0 0,1-1 1 0 0,-1 1 0 0 0,0 0 0 0 0,1 0 0 0 0,-1 0 0 0 0,0 0 0 0 0,1-1 0 0 0,13-9 539 0 0,-3 3-555 0 0,1 0 1 0 0,-1 1-1 0 0,1 1 0 0 0,1 0 0 0 0,-1 0 1 0 0,1 1-1 0 0,0 1 0 0 0,21-3 1 0 0,-33 6-49 0 0,0-1 0 0 0,0 1 0 0 0,0 0 0 0 0,0 0 0 0 0,0 0 0 0 0,0 0 0 0 0,0 0 0 0 0,0 0 0 0 0,0 1 0 0 0,0-1 0 0 0,0 0 0 0 0,0 0 0 0 0,0 1 0 0 0,0-1 0 0 0,0 0 0 0 0,0 1 0 0 0,0-1 0 0 0,0 1 0 0 0,0 0 0 0 0,0-1 0 0 0,-1 1 0 0 0,1 0 0 0 0,1 0 0 0 0,-2 0-1 0 0,1 0-1 0 0,-1 1 0 0 0,0-1 1 0 0,1 0-1 0 0,-1 0 1 0 0,0 0-1 0 0,0 0 0 0 0,0 1 1 0 0,0-1-1 0 0,0 0 1 0 0,0 0-1 0 0,0 0 1 0 0,0 0-1 0 0,0 1 0 0 0,0-1 1 0 0,-1 2-1 0 0,-2 4 5 0 0,0 0 0 0 0,0 0-1 0 0,0 0 1 0 0,-9 12 0 0 0,-9 6 355 0 0,4-5-285 0 0,13-14 2 0 0,5-4 78 0 0,3-2-249 0 0,-1 1 0 0 0,0-1 0 0 0,1 1 0 0 0,-1 0 0 0 0,0 0 0 0 0,1 0 0 0 0,-1 0 0 0 0,0 0 0 0 0,0 1 0 0 0,6 3 0 0 0,-3-1 23 0 0,0 0-1 0 0,0 0 1 0 0,10 11-1 0 0,-14-13 113 0 0,0 0 0 0 0,-1 0 0 0 0,1 0 0 0 0,0 0-1 0 0,-1 1 1 0 0,0-1 0 0 0,1 0 0 0 0,-1 1 0 0 0,0-1-1 0 0,0 1 1 0 0,0 0 0 0 0,-1-1 0 0 0,1 1 0 0 0,-1-1-1 0 0,1 1 1 0 0,-1 0 0 0 0,0 0 0 0 0,0-1 0 0 0,0 1-1 0 0,0 0 1 0 0,-1-1 0 0 0,1 1 0 0 0,-1 3 0 0 0,-1-2 57 0 0,0 0 1 0 0,1 0 0 0 0,-2-1-1 0 0,1 1 1 0 0,0-1-1 0 0,0 1 1 0 0,-1-1 0 0 0,0 0-1 0 0,0 1 1 0 0,0-2 0 0 0,0 1-1 0 0,0 0 1 0 0,-1 0 0 0 0,-4 2-1 0 0,0 0-117 0 0,0-1 0 0 0,-1 0-1 0 0,1 0 1 0 0,-1-1 0 0 0,0 0-1 0 0,-1 0 1 0 0,1-1 0 0 0,0 0-1 0 0,-1 0 1 0 0,-16-1 0 0 0,18-2-640 0 0,1-1-180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16131 0 0,'1'0'112'0'0,"-1"0"-1"0"0,0 1 1 0 0,1-1-1 0 0,-1 0 0 0 0,0 1 1 0 0,0-1-1 0 0,1 1 1 0 0,-1-1-1 0 0,0 1 0 0 0,0-1 1 0 0,0 1-1 0 0,0-1 1 0 0,0 0-1 0 0,0 1 0 0 0,1-1 1 0 0,-1 1-1 0 0,0-1 1 0 0,0 1-1 0 0,0-1 0 0 0,-1 1 1 0 0,1 0-1 0 0,-1 14 316 0 0,1-13-248 0 0,-2 13 789 0 0,0 0 1 0 0,-2 1-1 0 0,-5 16 1 0 0,4-15-1063 0 0,4-14-969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16852 0 0,'2'10'448'0'0,"0"0"0"0"0,0 0 0 0 0,-2 0 1 0 0,1 0-1 0 0,-2 14 0 0 0,1-4 493 0 0,-2 35 1031 0 0,1 13-325 0 0,4-22-3807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4609 0 0,'13'-16'9304'0'0,"-8"10"-8482"0"0,1 0-561 0 0,0 1 0 0 0,-1 0 0 0 0,2 0 0 0 0,-1 0 0 0 0,0 1-1 0 0,1 0 1 0 0,0 0 0 0 0,0 1 0 0 0,0 0 0 0 0,0 0 0 0 0,1 0 0 0 0,-1 1 0 0 0,1 0 0 0 0,0 1-1 0 0,10-2 1 0 0,-17 3-241 0 0,-1 0 0 0 0,1 0-1 0 0,0 0 1 0 0,0 0-1 0 0,0 0 1 0 0,-1 0 0 0 0,1 0-1 0 0,0 0 1 0 0,0 1-1 0 0,0-1 1 0 0,-1 0 0 0 0,1 0-1 0 0,0 1 1 0 0,0-1-1 0 0,-1 1 1 0 0,1-1 0 0 0,0 0-1 0 0,-1 1 1 0 0,1-1-1 0 0,0 1 1 0 0,-1-1 0 0 0,1 1-1 0 0,-1 0 1 0 0,1 0-1 0 0,0 0 17 0 0,-1 0 0 0 0,0 0-1 0 0,1 0 1 0 0,-1 0-1 0 0,0 1 1 0 0,0-1 0 0 0,0 0-1 0 0,0 0 1 0 0,0 0-1 0 0,0 0 1 0 0,0 0 0 0 0,-1 0-1 0 0,1 0 1 0 0,0 0-1 0 0,-1 2 1 0 0,-2 2 94 0 0,1 1 0 0 0,-1-1 0 0 0,0 0 0 0 0,0 0 0 0 0,-5 6-1 0 0,3-5-80 0 0,0 1 86 0 0,-1 0 0 0 0,0-1 0 0 0,0 0-1 0 0,0 0 1 0 0,-1 0 0 0 0,-13 8 0 0 0,23-16-224 0 0,-1 0 6 0 0,0 0-1 0 0,1 1 1 0 0,-1-1 0 0 0,0 1-1 0 0,1-1 1 0 0,2 0 0 0 0,1 0-21 0 0,0 1 1 0 0,1 0 0 0 0,-1 1-1 0 0,0 0 1 0 0,0 0 0 0 0,0 0-1 0 0,0 1 1 0 0,0-1 0 0 0,0 2-1 0 0,0-1 1 0 0,0 1 0 0 0,0-1-1 0 0,0 2 1 0 0,0-1 0 0 0,6 4-1 0 0,-8-4 147 0 0,0 0-1 0 0,0 0 1 0 0,0 1-1 0 0,-1-1 0 0 0,1 1 1 0 0,-1 0-1 0 0,1 0 1 0 0,-1 0-1 0 0,0 1 0 0 0,0-1 1 0 0,0 1-1 0 0,-1 0 1 0 0,1-1-1 0 0,-1 1 0 0 0,0 0 1 0 0,0 0-1 0 0,-1 1 1 0 0,1-1-1 0 0,-1 0 1 0 0,0 1-1 0 0,1 5 0 0 0,-2-7 42 0 0,0 0 0 0 0,0 1 0 0 0,-1-1 0 0 0,0 0 0 0 0,0 0 0 0 0,0 0 0 0 0,0 0 0 0 0,0 0 0 0 0,0 0 0 0 0,-1 0 0 0 0,1-1 0 0 0,-1 1 0 0 0,0 0 0 0 0,0-1 0 0 0,0 1 0 0 0,0-1 0 0 0,0 0 0 0 0,-1 0 0 0 0,1 0 0 0 0,-1 0 0 0 0,-3 2 0 0 0,-6 4 202 0 0,-2 0-1 0 0,-27 12 1 0 0,31-16-186 0 0,0 0 1 0 0,0 0-1 0 0,-1-1 0 0 0,0-1 1 0 0,-11 2-1 0 0,17-4-287 0 0,0 1-1 0 0,0-1 0 0 0,1 0 1 0 0,-1 0-1 0 0,0-1 1 0 0,1 0-1 0 0,-1 1 1 0 0,0-2-1 0 0,1 1 1 0 0,-1 0-1 0 0,1-1 0 0 0,-1 0 1 0 0,1 0-1 0 0,-5-3 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12899 0 0,'-5'18'2403'0'0,"-1"-1"1"0"0,-7 18-1 0 0,-9 23 266 0 0,22-54-4611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9218 0 0,'1'-4'402'0'0,"0"1"1"0"0,1 0-1 0 0,0 0 0 0 0,0 0 0 0 0,0 0 1 0 0,0 0-1 0 0,0 0 0 0 0,0 0 0 0 0,1 1 1 0 0,-1-1-1 0 0,1 1 0 0 0,0 0 1 0 0,0 0-1 0 0,3-3 0 0 0,1 1 43 0 0,0 0 1 0 0,0 1-1 0 0,0-1 0 0 0,0 1 1 0 0,11-3-1 0 0,-16 6-371 0 0,-1-1 0 0 0,1 1 0 0 0,-1 0 0 0 0,1-1 1 0 0,0 1-1 0 0,-1 0 0 0 0,1 0 0 0 0,0 0 0 0 0,-1 0 0 0 0,1 0 0 0 0,0 0 1 0 0,-1 0-1 0 0,1 1 0 0 0,0-1 0 0 0,-1 1 0 0 0,1-1 0 0 0,-1 1 1 0 0,1 0-1 0 0,-1-1 0 0 0,1 1 0 0 0,-1 0 0 0 0,1 0 0 0 0,-1 0 0 0 0,0 0 1 0 0,1 0-1 0 0,-1 0 0 0 0,0 1 0 0 0,1 0 0 0 0,0 1-43 0 0,-1 0 0 0 0,1 1 0 0 0,-1-1-1 0 0,0 0 1 0 0,0 0 0 0 0,0 1 0 0 0,-1-1 0 0 0,1 0 0 0 0,-1 1-1 0 0,0-1 1 0 0,0 0 0 0 0,0 1 0 0 0,-1 3 0 0 0,-1 9-16 0 0,-1-1 0 0 0,-1 1 1 0 0,-5 14-1 0 0,4-15 602 0 0,0 1 0 0 0,-4 30 0 0 0,9-44-599 0 0,0-1-1 0 0,0 1 1 0 0,0-1 0 0 0,0 1-1 0 0,0-1 1 0 0,0 1 0 0 0,0-1-1 0 0,1 1 1 0 0,-1-1 0 0 0,0 1-1 0 0,1-1 1 0 0,-1 1 0 0 0,1-1-1 0 0,0 1 1 0 0,-1-1 0 0 0,1 0-1 0 0,0 0 1 0 0,0 1 0 0 0,0-1-1 0 0,0 0 1 0 0,1 2 0 0 0,0-2 34 0 0,0 0 1 0 0,0 0-1 0 0,1 0 1 0 0,-1 0-1 0 0,0 0 1 0 0,0 0-1 0 0,0 0 1 0 0,1-1 0 0 0,-1 1-1 0 0,0-1 1 0 0,1 0-1 0 0,3 0 1 0 0,4 0 103 0 0,0-1 1 0 0,0 0-1 0 0,0-1 1 0 0,0 0 0 0 0,13-5-1 0 0,10-5-540 0 0,-23 7 56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14283 0 0,'6'-5'1222'0'0,"0"0"0"0"0,0 0 0 0 0,0 0 1 0 0,11-5-1 0 0,-6 4-753 0 0,0 0 0 0 0,21-6 0 0 0,-28 11-449 0 0,-1 0 0 0 0,1 0 0 0 0,-1 0 0 0 0,1 1 0 0 0,0-1 0 0 0,-1 1 0 0 0,1 0 0 0 0,0 0 0 0 0,-1 0 0 0 0,1 0 0 0 0,-1 1 0 0 0,1-1 0 0 0,6 3 0 0 0,-9-3-12 0 0,0 1-1 0 0,-1-1 1 0 0,1 1 0 0 0,0-1 0 0 0,-1 1 0 0 0,1-1 0 0 0,0 1 0 0 0,-1-1-1 0 0,1 1 1 0 0,0-1 0 0 0,-1 1 0 0 0,1 0 0 0 0,-1-1 0 0 0,1 1 0 0 0,-1 0-1 0 0,0 0 1 0 0,1-1 0 0 0,-1 1 0 0 0,0 0 0 0 0,1 0 0 0 0,-1 0 0 0 0,0 0-1 0 0,0 1 1 0 0,0 0 6 0 0,0 0 0 0 0,0 1 0 0 0,0-1 0 0 0,-1 0 0 0 0,1 0 0 0 0,-1 0 0 0 0,1 0 0 0 0,-1 0 0 0 0,-1 3 0 0 0,-3 4 28 0 0,0 0 0 0 0,-1-1-1 0 0,-7 9 1 0 0,12-15-34 0 0,-25 27 103 0 0,16-19-24 0 0,1 2 1 0 0,-10 13-1 0 0,19-25-87 0 0,1 0 1 0 0,-1 0-1 0 0,0 1 0 0 0,0-1 1 0 0,0 0-1 0 0,1 0 0 0 0,-1 0 0 0 0,0 0 1 0 0,0 1-1 0 0,1-1 0 0 0,-1 0 1 0 0,0 0-1 0 0,0 0 0 0 0,1 0 1 0 0,-1 0-1 0 0,0 0 0 0 0,0 0 1 0 0,1 0-1 0 0,-1 0 0 0 0,0 0 1 0 0,0 0-1 0 0,1 0 0 0 0,-1 0 1 0 0,0 0-1 0 0,1 0 0 0 0,-1 0 1 0 0,0 0-1 0 0,0 0 0 0 0,1 0 1 0 0,-1 0-1 0 0,0 0 0 0 0,0-1 1 0 0,1 1-1 0 0,-1 0 0 0 0,17-4-14 0 0,-15 4 0 0 0,5-2-92 0 0,1 1 1 0 0,-1 0-1 0 0,0 1 1 0 0,0 0-1 0 0,1 0 0 0 0,-1 0 1 0 0,0 1-1 0 0,1 0 1 0 0,-1 0-1 0 0,8 4 1 0 0,-11-4 72 0 0,0 0 0 0 0,0 1 1 0 0,0 0-1 0 0,0 0 0 0 0,0 0 0 0 0,0 1 1 0 0,-1-1-1 0 0,1 1 0 0 0,-1 0 0 0 0,0 0 1 0 0,0 0-1 0 0,0 0 0 0 0,0 1 0 0 0,-1-1 1 0 0,1 1-1 0 0,-1-1 0 0 0,0 1 0 0 0,3 6 1 0 0,-5-8 70 0 0,1 0 0 0 0,0 0 0 0 0,-1 0 0 0 0,0 0 0 0 0,1 0 0 0 0,-1-1 0 0 0,0 1 0 0 0,0 0 0 0 0,0 0 0 0 0,0 0 0 0 0,0 0 0 0 0,-1 0 0 0 0,1 0 0 0 0,-1 0 1 0 0,1 0-1 0 0,-2 1 0 0 0,1 1 47 0 0,-1-1 0 0 0,0 0 0 0 0,0 0-1 0 0,0 0 1 0 0,-1 0 0 0 0,1 0 0 0 0,-6 5 0 0 0,-1-1 141 0 0,0 0 0 0 0,-1 0-1 0 0,0-1 1 0 0,-14 6 0 0 0,15-8-130 0 0,-1 0-1 0 0,1-1 1 0 0,0 0 0 0 0,-1 0 0 0 0,-19 1 0 0 0,25-3-159 0 0,0-1-1 0 0,0 1 1 0 0,-1-1 0 0 0,1-1 0 0 0,0 1-1 0 0,0-1 1 0 0,-1 1 0 0 0,1-1 0 0 0,0 0-1 0 0,0-1 1 0 0,0 1 0 0 0,0-1 0 0 0,0 0-1 0 0,1 1 1 0 0,-1-2 0 0 0,-4-2 0 0 0,5 2-595 0 0,1-1-199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2761 0 0,'0'2'474'0'0,"1"-1"0"0"0,0 1 1 0 0,-1 0-1 0 0,1 0 1 0 0,-1 0-1 0 0,0 0 1 0 0,0 0-1 0 0,1 1 1 0 0,-1-1-1 0 0,-1 0 1 0 0,1 0-1 0 0,0 0 0 0 0,0 0 1 0 0,-2 3-1 0 0,-9 29 6036 0 0,10-31-5771 0 0,-19 44 4483 0 0,1-20-6606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8290 0 0,'1'-2'572'0'0,"1"0"1"0"0,0 1 0 0 0,-1-1-1 0 0,1 0 1 0 0,0 1 0 0 0,0 0-1 0 0,1-1 1 0 0,3-1 0 0 0,-3 1 107 0 0,8-4 343 0 0,0 0 0 0 0,0 1-1 0 0,0 0 1 0 0,17-4 0 0 0,-23 7-853 0 0,0 1 1 0 0,0 1-1 0 0,-1-1 1 0 0,1 1 0 0 0,0-1-1 0 0,7 2 1 0 0,-10-1-113 0 0,0 1 1 0 0,1-1 0 0 0,-1 1-1 0 0,0-1 1 0 0,0 1 0 0 0,0 0-1 0 0,1 0 1 0 0,-1 0-1 0 0,0 0 1 0 0,0 0 0 0 0,0 1-1 0 0,-1-1 1 0 0,1 1 0 0 0,2 1-1 0 0,-3-2-36 0 0,0 1 0 0 0,0-1 0 0 0,-1 0 0 0 0,1 1-1 0 0,0-1 1 0 0,-1 1 0 0 0,1-1 0 0 0,-1 1 0 0 0,0 0-1 0 0,1-1 1 0 0,-1 1 0 0 0,0-1 0 0 0,0 1 0 0 0,0 0 0 0 0,0-1-1 0 0,0 1 1 0 0,0-1 0 0 0,0 1 0 0 0,-1 0 0 0 0,1-1-1 0 0,-1 1 1 0 0,1-1 0 0 0,-1 1 0 0 0,0-1 0 0 0,1 1 0 0 0,-1-1-1 0 0,0 0 1 0 0,-1 2 0 0 0,-3 5 54 0 0,0 0-1 0 0,-1 0 1 0 0,-8 8 0 0 0,14-16-76 0 0,-16 16 125 0 0,11-12-68 0 0,0 1 1 0 0,0 0-1 0 0,1 0 0 0 0,-6 8 0 0 0,10-13-57 0 0,0 0 0 0 0,0 1 0 0 0,0-1 0 0 0,0 0 1 0 0,0 0-1 0 0,0 0 0 0 0,0 0 0 0 0,0 0 0 0 0,1 1 0 0 0,-1-1 0 0 0,0 0 0 0 0,0 0 0 0 0,0 0 0 0 0,0 0 0 0 0,0 0 0 0 0,0 0 0 0 0,1 1 1 0 0,-1-1-1 0 0,0 0 0 0 0,0 0 0 0 0,0 0 0 0 0,0 0 0 0 0,1 0 0 0 0,-1 0 0 0 0,0 0 0 0 0,0 0 0 0 0,0 0 0 0 0,0 0 0 0 0,1 0 0 0 0,-1 0 1 0 0,0 0-1 0 0,0 0 0 0 0,0 0 0 0 0,1 0 0 0 0,-1 0 0 0 0,0 0 0 0 0,0 0 0 0 0,0 0 0 0 0,0 0 0 0 0,1 0 0 0 0,-1 0 0 0 0,0 0 0 0 0,0-1 1 0 0,0 1-1 0 0,0 0 0 0 0,1 0 0 0 0,13-3-72 0 0,-12 3 49 0 0,4-1-42 0 0,0 1 0 0 0,0 0 0 0 0,0 0-1 0 0,0 1 1 0 0,0 0 0 0 0,0 0-1 0 0,0 0 1 0 0,0 1 0 0 0,0-1-1 0 0,-1 1 1 0 0,1 1 0 0 0,-1-1-1 0 0,1 1 1 0 0,-1 0 0 0 0,9 7 0 0 0,-11-8 65 0 0,0 1 1 0 0,0-1-1 0 0,-1 1 1 0 0,1 0-1 0 0,0 0 1 0 0,-1 0 0 0 0,0 0-1 0 0,0 1 1 0 0,0-1-1 0 0,0 1 1 0 0,1 3-1 0 0,-2-4 43 0 0,0 0-1 0 0,0 0 0 0 0,-1 0 1 0 0,0-1-1 0 0,1 1 0 0 0,-1 0 1 0 0,0 0-1 0 0,0 0 0 0 0,-1 0 1 0 0,1-1-1 0 0,-1 1 0 0 0,1 0 0 0 0,-1 0 1 0 0,0 0-1 0 0,0-1 0 0 0,-2 5 1 0 0,0-2 58 0 0,0 0-1 0 0,-1-1 1 0 0,1 0 0 0 0,-1 1 0 0 0,0-1-1 0 0,0-1 1 0 0,0 1 0 0 0,0-1 0 0 0,-1 1-1 0 0,-7 3 1 0 0,1-1 88 0 0,0 0 0 0 0,-1-1 0 0 0,-19 6 0 0 0,29-10-289 0 0,0 0-1 0 0,0 0 1 0 0,0-1-1 0 0,-1 1 1 0 0,1-1-1 0 0,0 0 1 0 0,-1 1-1 0 0,1-1 1 0 0,0 0-1 0 0,-1 0 1 0 0,1 0-1 0 0,0-1 0 0 0,0 1 1 0 0,-1-1-1 0 0,1 1 1 0 0,0-1-1 0 0,0 0 1 0 0,-4-1-1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1:52.1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1:52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6:11.7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 18537,'0'2771'0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6:12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5 115 1840 0 0,'-5'6'6100'0'0,"21"22"3330"0"0,2 3-6156 0 0,42 74-4258 0 0,-46-80 977 0 0,-7-11 15 0 0,13 19 0 0 0,-18-30-17 0 0,1 0 0 0 0,-1 0 0 0 0,1 0 0 0 0,-1 0 0 0 0,1-1 0 0 0,0 1 0 0 0,0-1 1 0 0,0 0-1 0 0,0 0 0 0 0,0 0 0 0 0,5 2 0 0 0,-6-3 18 0 0,0 0 0 0 0,0-1 0 0 0,0 1 0 0 0,1-1 0 0 0,-1 0 0 0 0,0 1 0 0 0,0-1 0 0 0,0 0 0 0 0,0 0 0 0 0,0 0 0 0 0,0-1 0 0 0,0 1 0 0 0,0 0 0 0 0,0-1 0 0 0,0 0 0 0 0,4-1 0 0 0,-3 1-92 0 0,-1-1-1 0 0,1 0 0 0 0,0 0 0 0 0,-1 0 0 0 0,1 0 1 0 0,-1-1-1 0 0,1 1 0 0 0,-1 0 0 0 0,3-6 0 0 0,2-4-679 0 0,0 0-1 0 0,-1-1 0 0 0,0 0 0 0 0,3-14 0 0 0,-5 17-9 0 0,10-31-1330 0 0,25-63 1090 0 0,-32 89 1213 0 0,0 0 1 0 0,1 0-1 0 0,1 1 1 0 0,16-20-1 0 0,-22 30-268 0 0,-1 1 0 0 0,1 0 0 0 0,0 1 0 0 0,0-1 0 0 0,0 0-1 0 0,0 1 1 0 0,0 0 0 0 0,1 0 0 0 0,-1 0 0 0 0,1 0 0 0 0,-1 0-1 0 0,1 1 1 0 0,0-1 0 0 0,0 1 0 0 0,0 0 0 0 0,7-1 0 0 0,0 3-3528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6:21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4260 0 18054,'-4260'2939'0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6:22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76 49 2533 0 0,'-3'-31'18428'0'0,"2"25"-17406"0"0,0 1-3345 0 0,2-1 2323 0 0,-1 5 0 0 0,0 2 0 0 0,2 4 0 0 0,0 0 0 0 0,0 1 0 0 0,-1-1 0 0 0,0 0 0 0 0,0 1 0 0 0,0-1 0 0 0,-1 1 0 0 0,1 0 0 0 0,-1-1 0 0 0,-1 1 0 0 0,1-1 0 0 0,-3 9 0 0 0,-1 7 0 0 0,-15 37 0 0 0,15-46 0 0 0,-24 86 304 0 0,10-27-3776 0 0,16-64 2223 0 0,1 1 0 0 0,0 0 0 0 0,-1 9 0 0 0,5 2 7035 0 0,-3-19-5692 0 0,8-2 1739 0 0,10-9-1375 0 0,-15 9-465 0 0,17-9-735 0 0,1 0 0 0 0,0 1-1 0 0,0 2 1 0 0,1 0-1 0 0,0 1 1 0 0,0 1 0 0 0,1 1-1 0 0,0 1 1 0 0,0 1 0 0 0,28-1-1 0 0,-48 4 744 0 0,25 1 93 0 0,-1-1 0 0 0,1-2-1 0 0,-1-1 1 0 0,43-10-1 0 0,-55 7-1374 0 0,-7 3 789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6:35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9239 0 17677,'-9238'3073'0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6:37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168 1 920 0 0,'-26'1'16803'0'0,"0"-1"-14866"0"0,29 16-1937 0 0,-2-9-125 0 0,0 0 0 0 0,-1 1 1 0 0,0 9-1 0 0,0-12-824 0 0,-1 1 1 0 0,0 0-1 0 0,0-1 1 0 0,0 1-1 0 0,-1-1 1 0 0,-1 6-1 0 0,-8 16-3105 0 0,-1 13 4988 0 0,6-17-762 0 0,4-17-87 0 0,-1 1-1 0 0,1-1 0 0 0,-2 0 0 0 0,1 0 0 0 0,-1 0 1 0 0,0 0-1 0 0,0 0 0 0 0,-1-1 0 0 0,-5 6 1 0 0,-2 3-7 0 0,8-9-53 0 0,0-1 11 0 0,0 0 0 0 0,0 1 1 0 0,1 0-1 0 0,-4 6 0 0 0,6-10-29 0 0,1-1-1 0 0,0 1 1 0 0,-1 0 0 0 0,1 0-1 0 0,0-1 1 0 0,-1 1 0 0 0,1 0 0 0 0,0 0-1 0 0,0-1 1 0 0,0 1 0 0 0,0 0-1 0 0,0 0 1 0 0,0 0 0 0 0,0-1-1 0 0,0 1 1 0 0,0 0 0 0 0,0 0-1 0 0,0-1 1 0 0,0 1 0 0 0,0 0 0 0 0,1 0-1 0 0,-1-1 1 0 0,0 1 0 0 0,1 0-1 0 0,-1 0 1 0 0,0-1 0 0 0,1 1-1 0 0,-1 0 1 0 0,1-1 0 0 0,-1 1-1 0 0,1-1 1 0 0,-1 1 0 0 0,1-1 0 0 0,0 1-1 0 0,-1-1 1 0 0,1 1 0 0 0,0-1-1 0 0,-1 1 1 0 0,2-1 0 0 0,11 8 3127 0 0,-12-7-3118 0 0,-1 0 0 0 0,1 0 1 0 0,0 0-1 0 0,-1 0 1 0 0,1 0-1 0 0,-1 0 0 0 0,1 0 1 0 0,-1 0-1 0 0,1 0 0 0 0,-1 1 1 0 0,0-1-1 0 0,1 0 1 0 0,-1 0-1 0 0,0 0 0 0 0,0 0 1 0 0,0 1-1 0 0,0-1 0 0 0,0 0 1 0 0,0 0-1 0 0,-1 2 1 0 0,1 2 1008 0 0,1-4-834 0 0,-1 1 0 0 0,0-1 1 0 0,1 0-1 0 0,-1 0 1 0 0,1 0-1 0 0,-1 0 0 0 0,1 0 1 0 0,-1 0-1 0 0,1 0 1 0 0,0 0-1 0 0,-1 0 0 0 0,1 0 1 0 0,0 0-1 0 0,0 0 1 0 0,0-1-1 0 0,0 1 0 0 0,-1 0 1 0 0,1 0-1 0 0,0-1 1 0 0,1 1-1 0 0,-1-1 0 0 0,0 1 1 0 0,2 0-1 0 0,32 10-961 0 0,-25-8 1136 0 0,31 11-363 0 0,-25-7-62 0 0,31 6 1 0 0,-44-12-221 0 0,1 0 0 0 0,-1 0 1 0 0,1 0-1 0 0,-1 0 0 0 0,1 0 0 0 0,-1 1 1 0 0,0 0-1 0 0,0 0 0 0 0,0-1 1 0 0,0 2-1 0 0,5 4 0 0 0,-6-6-437 0 0,0 1 0 0 0,-1 0 0 0 0,0 0 0 0 0,1 0 0 0 0,-1 0-1 0 0,0 0 1 0 0,1 3 0 0 0,0 1 90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6:49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14016 0 18104,'-14016'3220'0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7:18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41 112 920 0 0,'14'-32'12456'0'0,"4"0"-6597"0"0,-6 11-5434 0 0,-11 19-425 0 0,15-22 0 0 0,-19 46 0 0 0,-10 22 1231 0 0,-26 76-10071 0 0,20-69 7967 0 0,13-33 1010 0 0,-8 36 1 0 0,6-19 4791 0 0,12-46-2477 0 0,-1 6-2397 0 0,1 0 0 0 0,-1 0 0 0 0,1 1 0 0 0,1-1 0 0 0,-1 1 0 0 0,1 0 0 0 0,-1 0 1 0 0,1 1-1 0 0,0-1 0 0 0,0 1 0 0 0,1 0 0 0 0,-1 1 0 0 0,1-1 0 0 0,7-2 0 0 0,-9 4-123 0 0,0 1 0 0 0,1-1-1 0 0,-1 1 1 0 0,0-1 0 0 0,0 1-1 0 0,1 0 1 0 0,-1 1 0 0 0,0-1-1 0 0,1 1 1 0 0,-1 0 0 0 0,0 0-1 0 0,0 0 1 0 0,0 1 0 0 0,7 2-1 0 0,6 5 293 0 0,-1-1-1 0 0,16 13 0 0 0,-25-16-111 0 0,32 24-345 0 0,-28-21-661 0 0,0 1 0 0 0,0-1-1 0 0,1-1 1 0 0,0 0-1 0 0,1 0 1 0 0,17 6 0 0 0,-29-13 1092 0 0,-1 0-1 0 0,1 0 1 0 0,0 0 0 0 0,-1 0 0 0 0,1 1 0 0 0,0-1 0 0 0,-1 0 0 0 0,1 0 0 0 0,0 0-1 0 0,-1-1 1 0 0,1 1 0 0 0,0 0 0 0 0,-1 0 0 0 0,1 0 0 0 0,0 0 0 0 0,-1-1 0 0 0,1 1-1 0 0,0 0 1 0 0,-1-1 0 0 0,1 1 0 0 0,-1 0 0 0 0,1-1 0 0 0,0 0 0 0 0,9-14 1919 0 0,-9 14-2320 0 0,-1 0 0 0 0,1-1 0 0 0,0 1 0 0 0,0 0 0 0 0,-1 0 1 0 0,1-1-1 0 0,0 1 0 0 0,0 0 0 0 0,0 0 0 0 0,0 0 0 0 0,0 0 0 0 0,1 0 0 0 0,-1 0 0 0 0,0 0 0 0 0,0 1 0 0 0,1-1 0 0 0,0 0 0 0 0,4-1-259 0 0,-2 0 25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7:21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16548,'4442'3179'0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7:24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8 207 1840 0 0,'-7'-4'17820'0'0,"21"7"-17820"0"0,0 1 0 0 0,0 0 0 0 0,19 10 0 0 0,-18-8 0 0 0,0 0 0 0 0,0-1 0 0 0,23 5 0 0 0,-35-10 0 0 0,0 1 0 0 0,-1-1 0 0 0,1 0 0 0 0,0 0 0 0 0,-1 0 0 0 0,1 0 0 0 0,0 0 0 0 0,-1-1 0 0 0,1 1 0 0 0,-1-1 0 0 0,5-1 0 0 0,-6 1 0 0 0,0 0 0 0 0,0 1 0 0 0,0-1 0 0 0,0 0 0 0 0,0 0 0 0 0,0 0 0 0 0,0 0 0 0 0,0 0 0 0 0,0 0 0 0 0,0 0 0 0 0,-1 0 0 0 0,1 0 0 0 0,0 0 0 0 0,-1 0 0 0 0,1 0 0 0 0,-1-1 0 0 0,1 1 0 0 0,-1 0 0 0 0,0 0 0 0 0,1-1 0 0 0,-1 1 0 0 0,0 0 0 0 0,0 0 0 0 0,0-1 0 0 0,0-1 0 0 0,0-18-931 0 0,2 0 0 0 0,0 0 0 0 0,1 0 0 0 0,1 0 0 0 0,1 0 0 0 0,13-34 0 0 0,-5 14-3333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7:30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 17362,'0'3008'0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7:32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49 1152 0 0,'-6'-25'16999'0'0,"7"19"-15453"0"0,0-5-1583 0 0,-1 10 37 0 0,0 1 0 0 0,0 0 0 0 0,0 0 0 0 0,0-1 0 0 0,1 1 0 0 0,-1 0 0 0 0,0 0 0 0 0,0-1 0 0 0,0 1 0 0 0,0 0 0 0 0,0 0 0 0 0,0-1 0 0 0,0 1 0 0 0,1 0 0 0 0,-1 0 0 0 0,0 0 0 0 0,0-1 0 0 0,0 1 0 0 0,0 0 0 0 0,1 0 0 0 0,-1 0 0 0 0,0 0 0 0 0,0 0 0 0 0,0-1 0 0 0,1 1 0 0 0,-1 0 0 0 0,0 0 0 0 0,0 0 0 0 0,1 0 0 0 0,-1 0 0 0 0,0 0 0 0 0,0 0 0 0 0,1 0 0 0 0,-1 0 0 0 0,0 0 0 0 0,0 0 0 0 0,1 0 0 0 0,-1 0 0 0 0,11 7 0 0 0,7 14 0 0 0,2 9 0 0 0,21 41 0 0 0,11 17 0 0 0,-50-85 0 0 0,0 0 0 0 0,0 0 0 0 0,0-1 0 0 0,0 1 0 0 0,1-1 0 0 0,-1 0 0 0 0,1 1 0 0 0,0-1 0 0 0,0-1 0 0 0,0 1 0 0 0,0 0 0 0 0,0-1 0 0 0,0 1 0 0 0,0-1 0 0 0,0 0 0 0 0,0 0 0 0 0,6 1 0 0 0,-7-2 0 0 0,1 0 0 0 0,0 0 0 0 0,0 0 0 0 0,-1 0 0 0 0,1 0 0 0 0,0-1 0 0 0,-1 0 0 0 0,1 1 0 0 0,0-1 0 0 0,-1 0 0 0 0,1 0 0 0 0,-1 0 0 0 0,1-1 0 0 0,-1 1 0 0 0,0-1 0 0 0,1 1 0 0 0,-1-1 0 0 0,0 0 0 0 0,0 0 0 0 0,0 1 0 0 0,3-5 0 0 0,2-5-424 0 0,0 0 0 0 0,-1 0 0 0 0,0 0-1 0 0,-1 0 1 0 0,0-1 0 0 0,4-19 0 0 0,5-8-4092 0 0,-12 32 4180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7:38.6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4646 1 17719,'-4646'3179'0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7:43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19 2533 0 0,'-21'-18'18106'0'0,"14"18"-19085"0"0,7 2 979 0 0,-1 0 0 0 0,1 0 0 0 0,-1 0 0 0 0,1-1 0 0 0,0 1 0 0 0,0 0 0 0 0,0 0 0 0 0,0 0 0 0 0,1 4 0 0 0,-1-2 0 0 0,-7 152-9483 0 0,-2-89 10450 0 0,6-49-924 0 0,1-5 20 0 0,-1 1-1 0 0,1 14 0 0 0,2-27 13 0 0,1 0-1 0 0,-1 0 0 0 0,0 0 0 0 0,1 0 0 0 0,-1-1 0 0 0,0 1 0 0 0,1 0 0 0 0,-1 0 1 0 0,1 0-1 0 0,0-1 0 0 0,-1 1 0 0 0,1 0 0 0 0,0 0 0 0 0,-1-1 0 0 0,1 1 0 0 0,0-1 1 0 0,0 1-1 0 0,-1-1 0 0 0,1 1 0 0 0,0-1 0 0 0,0 1 0 0 0,0-1 0 0 0,0 0 1 0 0,0 1-1 0 0,1-1 0 0 0,30 8-1009 0 0,-22-6 3308 0 0,66 17-3759 0 0,75 30 0 0 0,-150-48 1622 0 0,1-1-1 0 0,-1 0 1 0 0,0 0 0 0 0,1 1-1 0 0,-1-1 1 0 0,1 0 0 0 0,-1 0 0 0 0,1 0-1 0 0,-1 0 1 0 0,0 0 0 0 0,1-1-1 0 0,-1 1 1 0 0,1 0 0 0 0,-1-1-1 0 0,0 1 1 0 0,1-1 0 0 0,-1 1 0 0 0,0-1-1 0 0,2-1 1 0 0,-2 2-245 0 0,1-1-350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7:52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9361 0 17106,'-9361'3274'0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7:55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68 920 0 0,'7'-15'13000'0'0,"1"-1"-7405"0"0,-5 11-5571 0 0,0 0 0 0 0,0 0 1 0 0,0 0-1 0 0,1 0 0 0 0,4-5 0 0 0,-3 9-24 0 0,-5 1 0 0 0,1 1 0 0 0,-1-1 0 0 0,0 1 0 0 0,0-1 0 0 0,-1 1 0 0 0,1 0 0 0 0,0-1 0 0 0,0 1 0 0 0,0-1 0 0 0,0 1 0 0 0,0-1 0 0 0,-1 1 0 0 0,1-1 0 0 0,0 1 0 0 0,0-1 0 0 0,-1 1 0 0 0,1-1 0 0 0,0 1 0 0 0,-1-1 0 0 0,0 1 0 0 0,-3 5 529 0 0,-11 18-2243 0 0,13-21 861 0 0,0 0 1 0 0,0 1 0 0 0,1 0-1 0 0,-1-1 1 0 0,1 1-1 0 0,0 0 1 0 0,0 0-1 0 0,0 0 1 0 0,0 5-1 0 0,1 0 971 0 0,-1 0 1 0 0,0 0-1 0 0,0 0 1 0 0,-1-1-1 0 0,0 1 0 0 0,0-1 1 0 0,-6 12-1 0 0,-2 0-7 0 0,8-16-86 0 0,0-1 0 0 0,0 1 0 0 0,1-1 0 0 0,-1 1 0 0 0,1 0 0 0 0,-1 0 0 0 0,1-1 0 0 0,0 8 0 0 0,1-11-23 0 0,0 0-1 0 0,0 1 1 0 0,0-1 0 0 0,0 0-1 0 0,0 0 1 0 0,0 1 0 0 0,1-1-1 0 0,-1 0 1 0 0,0 1 0 0 0,0-1-1 0 0,0 0 1 0 0,1 0 0 0 0,-1 1-1 0 0,0-1 1 0 0,0 0 0 0 0,1 0-1 0 0,-1 1 1 0 0,0-1 0 0 0,0 0 0 0 0,1 0-1 0 0,-1 0 1 0 0,0 0 0 0 0,1 0-1 0 0,-1 1 1 0 0,0-1 0 0 0,1 0-1 0 0,-1 0 1 0 0,1 0 0 0 0,14 2 60 0 0,-5-1 2 0 0,3 5 23 0 0,-1 1 0 0 0,18 12 0 0 0,-20-11-101 0 0,1-1-1 0 0,0-1 1 0 0,19 8 0 0 0,-24-12 1279 0 0,-1 1 0 0 0,1-1 0 0 0,-1 1 0 0 0,1 0 1 0 0,6 5-1 0 0,2 7-2054 0 0,-3 6-4454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8:17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17428,'9356'3439'0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8:20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36 263 3685 0 0,'-18'-4'13433'0'0,"16"4"-13251"0"0,1 0-1 0 0,0-1 1 0 0,0 1 0 0 0,0-1-1 0 0,-1 0 1 0 0,1 1-1 0 0,0-1 1 0 0,0 0-1 0 0,0 0 1 0 0,0 1 0 0 0,0-1-1 0 0,0 0 1 0 0,-1-2-1 0 0,6 3-181 0 0,14 7 0 0 0,-11-4 445 0 0,22 8-2291 0 0,38 11 0 0 0,-59-20 1557 0 0,0 0 0 0 0,0-1 1 0 0,0 0-1 0 0,0 0 0 0 0,1-1 0 0 0,-1 0 0 0 0,0 0 1 0 0,0-1-1 0 0,0 0 0 0 0,12-3 0 0 0,-18 3 302 0 0,1 1-1 0 0,-1-1 0 0 0,0 0 1 0 0,-1 0-1 0 0,1-1 1 0 0,0 1-1 0 0,0 0 0 0 0,0 0 1 0 0,-1-1-1 0 0,1 1 1 0 0,0-1-1 0 0,-1 0 0 0 0,0 1 1 0 0,1-1-1 0 0,-1 0 1 0 0,0 0-1 0 0,0 0 0 0 0,0 0 1 0 0,0 0-1 0 0,0 0 1 0 0,-1 0-1 0 0,1 0 1 0 0,0-1-1 0 0,-1 1 0 0 0,0 0 1 0 0,1 0-1 0 0,-1 0 1 0 0,0-1-1 0 0,0 1 0 0 0,-1-4 1 0 0,-1-7 67 0 0,0 0 0 0 0,-1 1 0 0 0,0-1 0 0 0,-7-14 1 0 0,4 7 30 0 0,2 9-95 0 0,-7-24 0 0 0,-8-44-1 0 0,19 68-147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8:31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17976,'4577'3200'0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8:33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5 318 4609 0 0,'-4'-5'12510'0'0,"4"5"-12360"0"0,14 1 329 0 0,0 0-1 0 0,0 1 0 0 0,0 0 0 0 0,26 10 0 0 0,-24-8-478 0 0,74 21 0 0 0,-75-22 0 0 0,-1 0 0 0 0,1-2 0 0 0,0 0 0 0 0,19-1 0 0 0,-31 0 0 0 0,-1 0 0 0 0,0 0 0 0 0,0-1 0 0 0,0 1 0 0 0,0-1 0 0 0,1 1 0 0 0,-1-1 0 0 0,0 0 0 0 0,0 0 0 0 0,0 0 0 0 0,0 0 0 0 0,-1 0 0 0 0,1 0 0 0 0,0-1 0 0 0,0 1 0 0 0,-1 0 0 0 0,1-1 0 0 0,-1 0 0 0 0,1 1 0 0 0,-1-1 0 0 0,0 0 0 0 0,1 0 0 0 0,-1 0 0 0 0,0 0 0 0 0,0 0 0 0 0,0 0 0 0 0,-1 0 0 0 0,1 0 0 0 0,0 0 0 0 0,-1 0 0 0 0,0 0 0 0 0,1 0 0 0 0,-1-1 0 0 0,0-1 0 0 0,0-9 0 0 0,0 0 0 0 0,-1 0 0 0 0,0 1 0 0 0,-6-22 0 0 0,5 22 0 0 0,-28-186-5722 0 0,29 197 5799 0 0,1 1-1 0 0,0-1 0 0 0,0 0 1 0 0,0 1-1 0 0,0-1 0 0 0,0 1 1 0 0,0-1-1 0 0,1 0 1 0 0,-1 1-1 0 0,0-1 0 0 0,0 1 1 0 0,0-1-1 0 0,0 0 0 0 0,1 1 1 0 0,-1-1-1 0 0,0 1 0 0 0,1-1 1 0 0,-1 1-1 0 0,0-1 1 0 0,1 1-1 0 0,-1-1 0 0 0,1 1 1 0 0,-1 0-1 0 0,0-1 0 0 0,1 1 1 0 0,0-1-1 0 0,15-4 1689 0 0,-8 3-1835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8:38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17914,'0'3088'0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8:39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1380 0 0,'-4'3'11433'0'0,"38"44"-4467"0"0,59 67-7085 0 0,-89-109 119 0 0,1 0 0 0 0,0-1 0 0 0,0 1 0 0 0,1-1 0 0 0,-1 0 0 0 0,11 5 0 0 0,-14-8 0 0 0,-1 0 0 0 0,1-1 0 0 0,-1 1 0 0 0,1 0 0 0 0,0-1 0 0 0,-1 0 0 0 0,1 1 0 0 0,0-1 0 0 0,0 0 0 0 0,-1 0 0 0 0,1 0 0 0 0,0 0 0 0 0,-1 0 0 0 0,1 0 0 0 0,0 0 0 0 0,0-1 0 0 0,-1 1 0 0 0,1-1 0 0 0,0 1 0 0 0,-1-1 0 0 0,1 0 0 0 0,-1 1 0 0 0,1-1 0 0 0,-1 0 0 0 0,1 0 0 0 0,-1 0 0 0 0,0 0 0 0 0,1 0 0 0 0,-1-1 0 0 0,2-1 0 0 0,17-23 43 0 0,21-35 0 0 0,8-11-1002 0 0,-42 62 1063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8:44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4351 0 18112,'-4350'3007'0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8:45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5 1612 0 0,'-4'-5'17832'0'0,"5"34"-17796"0"0,-2 0 0 0 0,0 0 0 0 0,-2-1 0 0 0,-1 1 0 0 0,-13 45 0 0 0,16-70-36 0 0,-1 2 0 0 0,0 1 0 0 0,0 0 0 0 0,1 0 0 0 0,0-1 0 0 0,-1 11 0 0 0,2-15 0 0 0,0-1 0 0 0,1 1 0 0 0,-1-1 0 0 0,0 0 0 0 0,0 1 0 0 0,1-1 0 0 0,-1 0 0 0 0,1 1 0 0 0,-1-1 0 0 0,1 0 0 0 0,-1 0 0 0 0,1 0 0 0 0,0 1 0 0 0,0-1 0 0 0,-1 0 0 0 0,1 0 0 0 0,0 0 0 0 0,0 0 0 0 0,0 0 0 0 0,0 0 0 0 0,0-1 0 0 0,0 1 0 0 0,1 0 0 0 0,-1 0 0 0 0,0-1 0 0 0,0 1 0 0 0,0-1 0 0 0,1 1 0 0 0,-1-1 0 0 0,0 1 0 0 0,1-1 0 0 0,-1 0 0 0 0,0 0 0 0 0,2 1 0 0 0,9-1-141 0 0,0 1 0 0 0,-1-1 1 0 0,1-1-1 0 0,15-2 0 0 0,47-13-4964 0 0,-55 11 2970 0 0,-3 1 2140 0 0,0 1-1 0 0,0 0 1 0 0,0 2 0 0 0,0-1-1 0 0,0 2 1 0 0,19 1 0 0 0,-33 0 287 0 0,0 0 1 0 0,1-1 0 0 0,-1 1 0 0 0,1 0-1 0 0,-1 1 1 0 0,0-1 0 0 0,0 0-1 0 0,3 2 1 0 0,1 1-791 0 0,-3-2 466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02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16324,'14042'3552'0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05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32 389 3225 0 0,'-16'-9'15918'0'0,"15"8"-15755"0"0,-11-14 230 0 0,12 14-394 0 0,-1 1 0 0 0,1 0 0 0 0,0-1 0 0 0,0 1 0 0 0,0-1 0 0 0,-1 1 0 0 0,1-1 0 0 0,0 1 0 0 0,0-1-1 0 0,0 1 1 0 0,0-1 0 0 0,0 1 0 0 0,0-1 0 0 0,0 1 0 0 0,0-1 0 0 0,0 1 0 0 0,0-1 0 0 0,0 1 0 0 0,0-1 0 0 0,0 1 0 0 0,1-1-1 0 0,-1 1 1 0 0,0-1 0 0 0,0 1 0 0 0,1-1 0 0 0,-1 1 0 0 0,0-1 0 0 0,0 1 0 0 0,1 0 0 0 0,-1-1 0 0 0,0 1 0 0 0,1-1-1 0 0,-1 1 1 0 0,1 0 0 0 0,0-1 0 0 0,1 0 1 0 0,0 0 0 0 0,0 0 0 0 0,0 0 0 0 0,1 1 0 0 0,-1-1 0 0 0,0 1 0 0 0,0-1 0 0 0,1 1 0 0 0,-1 0 0 0 0,0 0 0 0 0,1 0 0 0 0,2 0 0 0 0,32 6 0 0 0,-27-4 0 0 0,22 5 0 0 0,1-2 0 0 0,-1-1 0 0 0,1-2 0 0 0,0-1 0 0 0,59-7 0 0 0,-87 6 0 0 0,39-9 0 0 0,-40 8 0 0 0,-1 0 0 0 0,1 0 0 0 0,0-1 0 0 0,-1 1 0 0 0,1-1 0 0 0,-1 0 0 0 0,0 0 0 0 0,0 0 0 0 0,4-4 0 0 0,-6 5 0 0 0,0-1 0 0 0,0 1 0 0 0,0-1 0 0 0,0 0 0 0 0,-1 1 0 0 0,1-1 0 0 0,-1 0 0 0 0,1 0 0 0 0,-1 1 0 0 0,1-1 0 0 0,-1 0 0 0 0,0 0 0 0 0,0 0 0 0 0,0 1 0 0 0,0-1 0 0 0,-1 0 0 0 0,1 0 0 0 0,0 0 0 0 0,-1 1 0 0 0,1-1 0 0 0,-1 0 0 0 0,0-1 0 0 0,-2-5 0 0 0,0 0 0 0 0,-1 0 0 0 0,-6-10 0 0 0,-3-1-1108 0 0,-2 1-1 0 0,0 0 1 0 0,-2 1 0 0 0,-21-19-1 0 0,-4-3 1153 0 0,-32-40 1134 0 0,73 78-1133 0 0,0 0 0 0 0,0 0 0 0 0,0 0 0 0 0,0 1 1 0 0,1-1-1 0 0,-1 0 0 0 0,0 0 0 0 0,0-1 1 0 0,1 1-1 0 0,-1 0 0 0 0,1 0 0 0 0,-1 0 1 0 0,1 0-1 0 0,-1 0 0 0 0,1-2 0 0 0,0 3-42 0 0,0 0 0 0 0,0-1 0 0 0,0 1 0 0 0,0 0 0 0 0,0-1 0 0 0,0 1 0 0 0,1 0 0 0 0,-1 0 0 0 0,0 0 1 0 0,0-1-1 0 0,1 1 0 0 0,-1 0 0 0 0,0 0 0 0 0,0 0 0 0 0,0-1 0 0 0,1 1 0 0 0,-1 0 0 0 0,0 0 0 0 0,1 0 0 0 0,-1 0 0 0 0,0 0 0 0 0,0 0 0 0 0,1-1 0 0 0,-1 1 0 0 0,0 0 0 0 0,1 0 0 0 0,10-1 3020 0 0,-7 1-4000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13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17667,'9261'3168'0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14.9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20 333 3225 0 0,'-19'2'16143'0'0,"23"-2"-16114"0"0,1 0 1 0 0,0 0-1 0 0,0 1 0 0 0,0-1 0 0 0,0 1 0 0 0,0 0 1 0 0,-1 1-1 0 0,1-1 0 0 0,4 3 0 0 0,40 15-29 0 0,80 21 0 0 0,-127-39 0 0 0,-1 0 0 0 0,1-1 0 0 0,0 1 0 0 0,0-1 0 0 0,0 0 0 0 0,0 1 0 0 0,-1-1 0 0 0,1 0 0 0 0,0 0 0 0 0,0 0 0 0 0,0 0 0 0 0,0-1 0 0 0,0 1 0 0 0,-1 0 0 0 0,1-1 0 0 0,0 0 0 0 0,0 1 0 0 0,-1-1 0 0 0,1 0 0 0 0,0 0 0 0 0,-1 0 0 0 0,1 0 0 0 0,-1 0 0 0 0,1 0 0 0 0,-1 0 0 0 0,1 0 0 0 0,1-3 0 0 0,-1 1 0 0 0,-1 0 0 0 0,1 0 0 0 0,-1 0 0 0 0,0 0 0 0 0,0 0 0 0 0,0 0 0 0 0,-1 0 0 0 0,1 0 0 0 0,-1 0 0 0 0,0-1 0 0 0,0 1 0 0 0,0 0 0 0 0,0 0 0 0 0,0 0 0 0 0,-2-6 0 0 0,-4-17-534 0 0,-2 0-1 0 0,-21-48 0 0 0,5 13-3329 0 0,-25-77 6605 0 0,45 127-1495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3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17954,'4251'3240'0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36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49 285 1380 0 0,'-43'4'16987'0'0,"37"-6"-15694"0"0,6 2-1293 0 0,0 0 0 0 0,0 0 0 0 0,0 0 0 0 0,0 0 0 0 0,0 0 0 0 0,1 0 0 0 0,-1 0 0 0 0,0 0 0 0 0,0 0 0 0 0,0-1 0 0 0,0 1 0 0 0,0 0 0 0 0,0 0 0 0 0,0 0 0 0 0,0 0 0 0 0,0 0 0 0 0,0 0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0,5 0 0 0 0,-5 0 0 0 0,4 0 0 0 0,0 1 0 0 0,0 0 0 0 0,0 0 0 0 0,-1 0 0 0 0,1 1 0 0 0,0-1 0 0 0,-1 1 0 0 0,7 3 0 0 0,9 6 0 0 0,127 71-30 0 0,-141-79 103 0 0,43 26-294 0 0,-43-27 188 0 0,0 0 0 0 0,0 0 1 0 0,0 0-1 0 0,1 0 0 0 0,-1-1 1 0 0,0 0-1 0 0,0 0 0 0 0,7 0 0 0 0,-11-1 47 0 0,0 0-1 0 0,0 0 1 0 0,0-1-1 0 0,0 1 0 0 0,0 0 1 0 0,0 0-1 0 0,0-1 1 0 0,0 1-1 0 0,0-1 0 0 0,0 1 1 0 0,0-1-1 0 0,0 1 0 0 0,-1-1 1 0 0,1 0-1 0 0,0 1 1 0 0,0-1-1 0 0,-1 0 0 0 0,1 0 1 0 0,0 1-1 0 0,-1-1 1 0 0,1 0-1 0 0,-1 0 0 0 0,1 0 1 0 0,-1 0-1 0 0,1 0 0 0 0,-1 0 1 0 0,0 0-1 0 0,0 0 1 0 0,1 0-1 0 0,-1 0 0 0 0,0 0 1 0 0,0 0-1 0 0,0 0 0 0 0,0 0 1 0 0,0-1-1 0 0,0-5-15 0 0,0 0 0 0 0,-1 0-1 0 0,-2-12 1 0 0,-6-19-81 0 0,-2 0-1 0 0,-27-63 1 0 0,22 64-723 0 0,9 17-1700 0 0,-9-37 0 0 0,10 23 2900 0 0,1-13 1544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42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15802,'0'2816'0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43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18 193 688 0 0,'-18'-27'17725'0'0,"20"29"-17596"0"0,-1 0 1 0 0,0-1 0 0 0,1 1 0 0 0,-1 0-1 0 0,0 0 1 0 0,0 0 0 0 0,0 0-1 0 0,0 2 1 0 0,2 1-50 0 0,28 61-80 0 0,-25-50 0 0 0,0-1 0 0 0,2 0 0 0 0,0 0 0 0 0,0-1 0 0 0,1 0 0 0 0,18 20 0 0 0,-25-32 0 0 0,1 0 0 0 0,0 1 0 0 0,0-1 0 0 0,0-1 0 0 0,0 1 0 0 0,0 0 0 0 0,0-1 0 0 0,0 1 0 0 0,0-1 0 0 0,1 0 0 0 0,-1 0 0 0 0,0-1 0 0 0,1 1 0 0 0,-1 0 0 0 0,1-1 0 0 0,-1 0 0 0 0,1 0 0 0 0,-1 0 0 0 0,1 0 0 0 0,-1-1 0 0 0,1 0 0 0 0,-1 1 0 0 0,0-1 0 0 0,1 0 0 0 0,-1 0 0 0 0,0-1 0 0 0,0 1 0 0 0,0-1 0 0 0,0 0 0 0 0,0 1 0 0 0,0-1 0 0 0,0-1 0 0 0,0 1 0 0 0,-1 0 0 0 0,1-1 0 0 0,-1 1 0 0 0,0-1 0 0 0,0 0 0 0 0,0 1 0 0 0,2-4 0 0 0,10-24-95 0 0,0 1 0 0 0,10-39-1 0 0,13-63-400 0 0,-13 41-5715 0 0,-20 78 5027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52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17172,'170'3294'0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53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32 2304 0 0,'-26'-14'15522'0'0,"24"10"-14466"0"0,-1-3 1065 0 0,2 0-3464 0 0,17 30 1343 0 0,26 48 0 0 0,-27-43 0 0 0,1-2 0 0 0,2 0 0 0 0,0 0 0 0 0,24 24 0 0 0,-41-49 0 0 0,1 1 0 0 0,-1-1 0 0 0,1 0 0 0 0,-1 1 0 0 0,1-1 0 0 0,0 0 0 0 0,0 0 0 0 0,-1 0 0 0 0,1 0 0 0 0,0 0 0 0 0,0-1 0 0 0,0 1 0 0 0,0-1 0 0 0,0 1 0 0 0,0-1 0 0 0,0 1 0 0 0,4-1 0 0 0,-5 0 0 0 0,1-1 0 0 0,0 1 0 0 0,0-1 0 0 0,0 1 0 0 0,-1-1 0 0 0,1 0 0 0 0,0 1 0 0 0,-1-1 0 0 0,1 0 0 0 0,-1 0 0 0 0,1 0 0 0 0,-1 0 0 0 0,1-1 0 0 0,-1 1 0 0 0,0 0 0 0 0,1 0 0 0 0,-1-1 0 0 0,0 1 0 0 0,0-1 0 0 0,1-1 0 0 0,11-21 0 0 0,15-35 0 0 0,-6 11 0 0 0,-10 24-138 0 0,6-13 215 0 0,-3 15-3797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49:57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18666,'97'3093'0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49:58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43 1840 0 0,'-14'-9'16912'0'0,"13"8"-16484"0"0,7 6 52 0 0,18 28-480 0 0,20 37 0 0 0,7 11 0 0 0,-44-72 0 0 0,-2 0 0 0 0,2-1 0 0 0,-1 1 0 0 0,1-1 0 0 0,0 0 0 0 0,9 6 0 0 0,-14-12 0 0 0,-1-1 0 0 0,1 0 0 0 0,0 0 0 0 0,0 0 0 0 0,0 0 0 0 0,-1 0 0 0 0,1 0 0 0 0,0 0 0 0 0,0 0 0 0 0,0-1 0 0 0,0 1 0 0 0,0-1 0 0 0,0 0 0 0 0,0 1 0 0 0,1-1 0 0 0,-1 0 0 0 0,0 0 0 0 0,0 0 0 0 0,0-1 0 0 0,0 1 0 0 0,0 0 0 0 0,0-1 0 0 0,0 0 0 0 0,0 1 0 0 0,0-1 0 0 0,0 0 0 0 0,0 0 0 0 0,0 0 0 0 0,-1 0 0 0 0,1 0 0 0 0,0 0 0 0 0,1-2 0 0 0,5-5 0 0 0,-1 0 0 0 0,0-1 0 0 0,0 0 0 0 0,-1 0 0 0 0,0 0 0 0 0,-1-1 0 0 0,9-19 0 0 0,4-8 0 0 0,9-15-349 0 0,20-35-2174 0 0,-29 67-645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0:27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4543 3161 17503,'78'150'0,"-254"-181"0,352 62 0,-4796-3342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0:54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4025 1 18248,'-4025'4025'0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0:55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13 1840 0 0,'-19'-12'20462'0'0,"23"24"-23104"0"0,3 7 2642 0 0,-2 0 0 0 0,0 0 0 0 0,-1 0 0 0 0,-1 1 0 0 0,0 0 0 0 0,-2-1 0 0 0,-1 29 0 0 0,-1-25 0 0 0,0 2 0 0 0,0 0 0 0 0,5 34 0 0 0,-4-57 0 0 0,0-1 0 0 0,1 1 0 0 0,-1 0 0 0 0,0 0 0 0 0,1 0 0 0 0,-1 0 0 0 0,1-1 0 0 0,0 1 0 0 0,-1 0 0 0 0,1-1 0 0 0,0 1 0 0 0,0 0 0 0 0,0-1 0 0 0,0 1 0 0 0,1-1 0 0 0,-1 0 0 0 0,0 1 0 0 0,1-1 0 0 0,-1 0 0 0 0,0 0 0 0 0,1 0 0 0 0,0 0 0 0 0,-1 0 0 0 0,1 0 0 0 0,-1 0 0 0 0,1 0 0 0 0,0-1 0 0 0,0 1 0 0 0,-1-1 0 0 0,1 1 0 0 0,0-1 0 0 0,0 0 0 0 0,2 1 0 0 0,6-2 0 0 0,-1 0 0 0 0,0 0 0 0 0,1-1 0 0 0,-1 0 0 0 0,14-5 0 0 0,12-2 0 0 0,-28 8-24 0 0,0 1 1 0 0,0 0-1 0 0,0 0 0 0 0,8 2 0 0 0,-6-1-111 0 0,0 0-462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2:17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9006 1 16007,'-9005'3723'0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2:18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23 1612 0 0,'-12'-23'18048'0'0,"10"39"-18048"0"0,0 0 0 0 0,-2-1 0 0 0,0 1 0 0 0,-6 16 0 0 0,5-17 0 0 0,-40 103 0 0 0,40-106 0 0 0,0-2 0 0 0,1-1 0 0 0,0 1 0 0 0,-4 16 0 0 0,8-25 0 0 0,0 0 0 0 0,1 0 0 0 0,-1 0 0 0 0,0-1 0 0 0,0 1 0 0 0,0 0 0 0 0,1 0 0 0 0,-1 0 0 0 0,0 0 0 0 0,1 0 0 0 0,-1-1 0 0 0,1 1 0 0 0,-1 0 0 0 0,1 0 0 0 0,-1-1 0 0 0,1 1 0 0 0,0 0 0 0 0,-1-1 0 0 0,1 1 0 0 0,0 0 0 0 0,0-1 0 0 0,-1 1 0 0 0,1-1 0 0 0,0 0 0 0 0,0 1 0 0 0,0-1 0 0 0,0 1 0 0 0,-1-1 0 0 0,1 0 0 0 0,0 0 0 0 0,0 0 0 0 0,2 1 0 0 0,32 4 0 0 0,-33-5 0 0 0,53 5-1796 0 0,63 3-3865 0 0,-110-9 5532 0 0,-1 0 0 0 0,1 0 0 0 0,-1-1 0 0 0,14-4 0 0 0,-15 4-119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2:3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13930 0 17438,'-13929'3645'0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2:35.5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122 23 460 0 0,'18'-23'18989'0'0,"-20"31"-18810"0"0,-19 58-147 0 0,12-42-32 0 0,-1-2 0 0 0,-2 0 0 0 0,0 0 0 0 0,-19 25 0 0 0,23-36 0 0 0,-15 20 0 0 0,21-29 0 0 0,1 1 0 0 0,0-1 0 0 0,-1 1 0 0 0,1 0 0 0 0,0-1 0 0 0,0 1 0 0 0,0 0 0 0 0,1 0 0 0 0,-1-1 0 0 0,0 4 0 0 0,2-5 0 0 0,-1 0 0 0 0,0 0 0 0 0,1 0 0 0 0,-1 0 0 0 0,0 0 0 0 0,1 0 0 0 0,-1 0 0 0 0,1 0 0 0 0,0 0 0 0 0,-1 0 0 0 0,1 0 0 0 0,0-1 0 0 0,-1 1 0 0 0,1 0 0 0 0,0 0 0 0 0,0-1 0 0 0,0 1 0 0 0,0-1 0 0 0,0 1 0 0 0,-1-1 0 0 0,1 1 0 0 0,0-1 0 0 0,0 1 0 0 0,0-1 0 0 0,0 0 0 0 0,0 0 0 0 0,1 1 0 0 0,-1-1 0 0 0,1 0 0 0 0,33 3 0 0 0,-17-2 0 0 0,0 1 0 0 0,29 6 0 0 0,-11-1 0 0 0,9 4-14 0 0,-35-9-188 0 0,1-1-1 0 0,16-1 0 0 0,-11-1-556 0 0,-4 1-164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2:46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18715,'181'3074'0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2:48.7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8 196 2993 0 0,'0'-1'272'0'0,"-1"0"1"0"0,0 0-1 0 0,0 0 1 0 0,1 0-1 0 0,-1 0 1 0 0,1 0-1 0 0,-1 0 1 0 0,1 0-1 0 0,-1 0 1 0 0,0-2 0 0 0,1 1 518 0 0,0 0 0 0 0,0 0 1 0 0,-1 0-1 0 0,1 0 1 0 0,0 0-1 0 0,1 0 0 0 0,-1 0 1 0 0,0 0-1 0 0,1 0 1 0 0,0-3-1 0 0,0 4-308 0 0,-1-1 0 0 0,1 0 0 0 0,0 1 0 0 0,-1-1 0 0 0,1 1 0 0 0,0 0 0 0 0,0-1 0 0 0,0 1 0 0 0,0 0 0 0 0,1-1 0 0 0,-1 1 0 0 0,2-2 0 0 0,-1 3-592 0 0,-1-1-1 0 0,0 0 1 0 0,0 1-1 0 0,0-1 0 0 0,0 1 1 0 0,0 0-1 0 0,0-1 1 0 0,1 1-1 0 0,-1 0 0 0 0,0 0 1 0 0,2-1-1 0 0,3 2 110 0 0,-1 0 0 0 0,0 0 0 0 0,0 0 0 0 0,0 0 0 0 0,0 1 0 0 0,0 0 0 0 0,0 0 0 0 0,-1 0 0 0 0,1 1 0 0 0,0-1 0 0 0,-1 1 0 0 0,0 0 0 0 0,0 1 0 0 0,0-1 0 0 0,0 1 0 0 0,0-1 0 0 0,5 9 0 0 0,5 7 0 0 0,-1 0 0 0 0,18 33 0 0 0,-17-19 0 0 0,-11-24 0 0 0,1 0 0 0 0,0 1 0 0 0,7 9 0 0 0,-9-16 0 0 0,-1-1 0 0 0,1 0 0 0 0,0 0 0 0 0,0 0 0 0 0,0 0 0 0 0,0 0 0 0 0,0 0 0 0 0,0 0 0 0 0,0-1 0 0 0,0 1 0 0 0,1-1 0 0 0,-1 0 0 0 0,1 0 0 0 0,-1 0 0 0 0,1 0 0 0 0,4 1 0 0 0,-5-2 0 0 0,0 0 0 0 0,0 0 0 0 0,-1 0 0 0 0,1-1 0 0 0,0 1 0 0 0,0-1 0 0 0,0 1 0 0 0,0-1 0 0 0,0 0 0 0 0,-1 0 0 0 0,1 0 0 0 0,0 0 0 0 0,0 0 0 0 0,-1 0 0 0 0,1 0 0 0 0,-1 0 0 0 0,1-1 0 0 0,1-2 0 0 0,1 0 0 0 0,0 0 0 0 0,-1 0 0 0 0,1-1 0 0 0,-1 1 0 0 0,4-9 0 0 0,96-193-7269 0 0,-98 196 7268 0 0,-1 1-7 0 0,1 1 0 0 0,0-1 0 0 0,0 1 0 0 0,1 0 0 0 0,0 0 0 0 0,9-9 0 0 0,-9 12-2 0 0,-2 1-19 0 0,0 0 0 0 0,1 0 0 0 0,0 0 0 0 0,0 1 0 0 0,0-1 0 0 0,0 1 0 0 0,0 0 0 0 0,1 1 0 0 0,0-1 0 0 0,6-1 0 0 0,12 0 990 0 0,-12 4-1276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2:52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19155,'0'3317'0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2:56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82 228 0 0,'-16'-14'7611'0'0,"15"13"-6977"0"0,0-1 0 0 0,0 0 1 0 0,0 1-1 0 0,1-1 0 0 0,-1 0 0 0 0,0 1 1 0 0,1-1-1 0 0,0 0 0 0 0,-1 1 0 0 0,1-1 1 0 0,0 0-1 0 0,0 0 0 0 0,0 0 0 0 0,0 1 1 0 0,0-1-1 0 0,0 0 0 0 0,1-3 0 0 0,0 3-597 0 0,-1 0 0 0 0,1 0 0 0 0,0 0 0 0 0,0 0-1 0 0,0 0 1 0 0,0 1 0 0 0,0-1 0 0 0,0 0 0 0 0,0 0-1 0 0,3-1 1 0 0,-3 2-37 0 0,-1 0 0 0 0,1 0 0 0 0,0 1 0 0 0,0-1 0 0 0,0 0 0 0 0,0 1 0 0 0,0-1 0 0 0,0 1 0 0 0,0-1 0 0 0,0 1 0 0 0,0-1 0 0 0,0 1 0 0 0,0 0 0 0 0,0-1 0 0 0,1 1 0 0 0,-1 0 0 0 0,0 0 0 0 0,0 0 0 0 0,0 0 0 0 0,0 0 0 0 0,0 0 0 0 0,1 0 0 0 0,-1 0 0 0 0,0 1 0 0 0,0-1 0 0 0,0 0 0 0 0,0 1 0 0 0,0-1 0 0 0,0 1 0 0 0,0-1 0 0 0,0 1 0 0 0,1 0 0 0 0,0 1 0 0 0,0-1 0 0 0,0 1 0 0 0,0 0 0 0 0,0 0 0 0 0,0 0 0 0 0,0 0 0 0 0,-1 0 0 0 0,1 0 0 0 0,-1 1 0 0 0,0-1 0 0 0,0 0 0 0 0,0 1 0 0 0,2 3 0 0 0,7 24-713 0 0,-5-20-795 0 0,1 1 1 0 0,-1-1 0 0 0,2 0-1 0 0,9 11 1 0 0,-9-11 1576 0 0,2 0 0 0 0,-1-1 1 0 0,1 0-1 0 0,0-1 0 0 0,1 0 0 0 0,21 13 1 0 0,-29-20-67 0 0,0 0 1 0 0,1 0-1 0 0,-1 0 1 0 0,0 0 0 0 0,1 0-1 0 0,-1-1 1 0 0,0 1 0 0 0,1-1-1 0 0,-1 0 1 0 0,1 0-1 0 0,-1 0 1 0 0,5 0 0 0 0,-5 0 2 0 0,0-1 1 0 0,-1 1-1 0 0,1-1 1 0 0,0 0-1 0 0,-1 1 1 0 0,1-1-1 0 0,-1 0 1 0 0,1 0-1 0 0,-1 0 1 0 0,1 0-1 0 0,-1 0 1 0 0,0 0 0 0 0,0-1-1 0 0,2-1 1 0 0,2-4 25 0 0,-1-1 0 0 0,0 1 1 0 0,0-1-1 0 0,-1 0 0 0 0,0 0 1 0 0,2-10-1 0 0,-3 9-13 0 0,1 0 0 0 0,1 0 0 0 0,4-9 1 0 0,-3 10-77 0 0,1 0 1 0 0,0 0-1 0 0,1 1 1 0 0,0 0-1 0 0,0 0 1 0 0,0 1-1 0 0,1 0 1 0 0,0 0-1 0 0,0 1 1 0 0,1 0-1 0 0,11-5 0 0 0,0 5-997 0 0,-11 3-2771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3:06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4440 1 18184,'-4439'3317'0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3:07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99 1840 0 0,'-2'-1'251'0'0,"1"1"0"0"0,0-1 0 0 0,0 0-1 0 0,0 1 1 0 0,-1-1 0 0 0,-13-22 9786 0 0,14 18-9158 0 0,1 2 13 0 0,-1 0 0 0 0,1 0-1 0 0,0 0 1 0 0,0 0 0 0 0,0 1 0 0 0,1-1 0 0 0,0-4 0 0 0,6-8-2628 0 0,-6 12 1736 0 0,1 1 0 0 0,-1 0 0 0 0,1 0 0 0 0,0 0 0 0 0,0 1 0 0 0,0-1 0 0 0,0 0 0 0 0,0 1 0 0 0,0-1 0 0 0,0 1 0 0 0,4-2 0 0 0,-5 3 0 0 0,-1-1 0 0 0,0 1 0 0 0,1 0 0 0 0,-1 0 0 0 0,1 0 0 0 0,-1 0 0 0 0,1 0 0 0 0,-1 0 0 0 0,1 0 0 0 0,-1 0 0 0 0,1 0 0 0 0,-1 0 0 0 0,0 0 0 0 0,1 0 0 0 0,-1 0 0 0 0,1 0 0 0 0,-1 1 0 0 0,1-1 0 0 0,-1 0 0 0 0,0 0 0 0 0,1 0 0 0 0,-1 1 0 0 0,1-1 0 0 0,0 1 0 0 0,-1 0 0 0 0,1 0 0 0 0,0 0 0 0 0,-1 0 0 0 0,1 0 0 0 0,-1 0 0 0 0,0 0 0 0 0,1 0 0 0 0,-1 0 0 0 0,0 0 0 0 0,0 1 0 0 0,1-1 0 0 0,-1 0 0 0 0,0 0 0 0 0,0 2 0 0 0,-1 22-317 0 0,-6 38-1 0 0,-21 67-5446 0 0,8-41 4482 0 0,16-73 1351 0 0,-3 19 68 0 0,7-33-115 0 0,-1 0 0 0 0,1 1 0 0 0,0-1 0 0 0,0 1 0 0 0,1-1 0 0 0,-1 1 0 0 0,0-1 0 0 0,1 1 0 0 0,-1-1 0 0 0,3 5 0 0 0,-3-7-15 0 0,0 1 1 0 0,1-1-1 0 0,-1 0 0 0 0,0 1 1 0 0,1-1-1 0 0,-1 1 1 0 0,1-1-1 0 0,-1 0 1 0 0,0 1-1 0 0,1-1 0 0 0,-1 0 1 0 0,1 1-1 0 0,-1-1 1 0 0,1 0-1 0 0,-1 0 1 0 0,1 1-1 0 0,-1-1 0 0 0,1 0 1 0 0,0 0-1 0 0,-1 0 1 0 0,1 0-1 0 0,-1 0 1 0 0,2 0-1 0 0,16-3 80 0 0,15-12-7 0 0,-9 3-39 0 0,1 1-1 0 0,1 0 1 0 0,51-13 0 0 0,9-2-76 0 0,-13 2-1807 0 0,-61 20-2158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3:12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9014 1 18022,'-9014'3762'0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3:14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16 920 0 0,'-18'-15'17151'0'0,"15"21"-16705"0"0,-3 7-65 0 0,1 1 0 0 0,-4 15 0 0 0,1-1-381 0 0,-15 32 0 0 0,-6 21 0 0 0,23-60 0 0 0,2-9 0 0 0,1 1 0 0 0,0 0 0 0 0,0 0 0 0 0,0 20 0 0 0,3-31 0 0 0,0 0 0 0 0,0 0 0 0 0,1-1 0 0 0,-1 1 0 0 0,0 0 0 0 0,1-1 0 0 0,-1 1 0 0 0,1 0 0 0 0,0-1 0 0 0,0 1 0 0 0,0-1 0 0 0,0 1 0 0 0,0-1 0 0 0,0 1 0 0 0,0-1 0 0 0,0 1 0 0 0,0-1 0 0 0,0 0 0 0 0,1 0 0 0 0,-1 0 0 0 0,1 0 0 0 0,-1 0 0 0 0,1 0 0 0 0,-1 0 0 0 0,1 0 0 0 0,-1-1 0 0 0,1 1 0 0 0,2 0 0 0 0,4 2 0 0 0,1-1 0 0 0,0 0 0 0 0,0-1 0 0 0,11 1 0 0 0,-12-2 0 0 0,71 4-738 0 0,1-3-3856 0 0,-48-3 1521 0 0,-12-2 2819 0 0,33-10 0 0 0,-39 9-175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3:22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17830,'9621'3409'0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3:25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15 187 1612 0 0,'-15'23'17074'0'0,"38"-5"-16587"0"0,48 26 0 0 0,-51-33-487 0 0,18 11 0 0 0,51 19 0 0 0,-68-35 0 0 0,-21-6 0 0 0,0 0 0 0 0,1 0 0 0 0,-1 0 0 0 0,0 0 0 0 0,0 0 0 0 0,1 0 0 0 0,-1 0 0 0 0,0 0 0 0 0,0 0 0 0 0,0 0 0 0 0,1 0 0 0 0,-1 0 0 0 0,0 0 0 0 0,0 0 0 0 0,1 0 0 0 0,-1 0 0 0 0,0-1 0 0 0,0 1 0 0 0,0 0 0 0 0,0 0 0 0 0,1 0 0 0 0,-1 0 0 0 0,0 0 0 0 0,0 0 0 0 0,0-1 0 0 0,0 1 0 0 0,1 0 0 0 0,-1 0 0 0 0,0 0 0 0 0,0-1 0 0 0,0 0 0 0 0,0 1 0 0 0,0-1 0 0 0,0 0 0 0 0,-1 1 0 0 0,1-1 0 0 0,0 1 0 0 0,0-1 0 0 0,-1 0 0 0 0,1 1 0 0 0,0-1 0 0 0,-1 1 0 0 0,1-1 0 0 0,0 1 0 0 0,-1-1 0 0 0,0 0 0 0 0,-52-66-1340 0 0,46 58 1018 0 0,1 0 1 0 0,0 0-1 0 0,1-1 1 0 0,0 1-1 0 0,0-1 1 0 0,1-1-1 0 0,0 1 1 0 0,1-1-1 0 0,0 1 1 0 0,1-1 0 0 0,0 0-1 0 0,1 0 1 0 0,0 0-1 0 0,1 0 1 0 0,0 0-1 0 0,3-20 1 0 0,-2 26 750 0 0,0 0 1 0 0,1 0-1 0 0,-1 0 1 0 0,1 0-1 0 0,0 0 1 0 0,1 1-1 0 0,-1-1 1 0 0,1 1-1 0 0,0-1 1 0 0,4-3-1 0 0,3-8-14 0 0,-5 12-794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3:31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15996,'4475'3414'0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3:32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0 443 2765 0 0,'11'-9'5448'0'0,"-4"10"-3241"0"0,35 9 6189 0 0,-17-2-7974 0 0,25 11 0 0 0,-6-1-422 0 0,-39-16 0 0 0,0-1 0 0 0,-1 0 0 0 0,1 0 0 0 0,0 0 0 0 0,0-1 0 0 0,0 1 0 0 0,8-2 0 0 0,-11 1 0 0 0,0 0 1 0 0,-1 0-1 0 0,1-1 0 0 0,0 1 1 0 0,-1-1-1 0 0,1 0 0 0 0,-1 1 0 0 0,1-1 1 0 0,-1 0-1 0 0,1 0 0 0 0,-1 0 0 0 0,0 0 1 0 0,1 0-1 0 0,-1 0 0 0 0,0 0 0 0 0,0 0 1 0 0,0 0-1 0 0,0-1 0 0 0,0 1 1 0 0,0 0-1 0 0,0-1 0 0 0,0 1 0 0 0,0-1 1 0 0,-1 1-1 0 0,1-1 0 0 0,0 0 0 0 0,-1 1 1 0 0,0-1-1 0 0,1 1 0 0 0,-1-1 0 0 0,0 0 1 0 0,0 1-1 0 0,0-1 0 0 0,0 0 1 0 0,0-2-1 0 0,-1-7-17 0 0,-1 0-1 0 0,0 1 1 0 0,0-1 0 0 0,-7-14 0 0 0,6 14-47 0 0,-9-25-1098 0 0,-22-83-4211 0 0,31 101 5178 0 0,0 0 0 0 0,1 0 0 0 0,0 0 0 0 0,3-33 1 0 0,0 38 107 0 0,-1 2-191 0 0,1 0 1 0 0,1 0 0 0 0,0 0 0 0 0,5-17 0 0 0,-3 19-3528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3:42.7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4082 1 17047,'-4082'3486'0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3:44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53 108 1612 0 0,'-13'-32'12948'0'0,"12"25"-10987"0"0,1-6 228 0 0,0 4-1471 0 0,0-17-448 0 0,0 25-271 0 0,0 0-1 0 0,1 0 0 0 0,-1 0 0 0 0,0-1 0 0 0,1 1 0 0 0,-1 0 1 0 0,0 0-1 0 0,1 0 0 0 0,0 0 0 0 0,-1 0 0 0 0,1 0 1 0 0,0 0-1 0 0,-1 0 0 0 0,1 1 0 0 0,0-1 0 0 0,0 0 0 0 0,0 0 1 0 0,-1 0-1 0 0,1 1 0 0 0,2-2 0 0 0,-3 2 2 0 0,0 0 0 0 0,0 0 0 0 0,1 0 0 0 0,-1 1 0 0 0,0-1 0 0 0,1 0 0 0 0,-1 0 0 0 0,0 0 0 0 0,0 0 0 0 0,1 0 0 0 0,-1 0 0 0 0,0 0 0 0 0,0 0 0 0 0,1 1 0 0 0,-1-1 0 0 0,0 0 0 0 0,0 0 0 0 0,0 0 0 0 0,1 1 0 0 0,-1-1 0 0 0,0 0 0 0 0,0 0 0 0 0,0 0 0 0 0,0 1 0 0 0,1-1 0 0 0,-1 0 0 0 0,0 0 0 0 0,0 1 0 0 0,0-1 0 0 0,0 0 0 0 0,0 0 0 0 0,0 1 0 0 0,0-1 0 0 0,0 0 0 0 0,0 1 0 0 0,0-1 0 0 0,0 0 0 0 0,0 0 0 0 0,0 1 0 0 0,0-1 0 0 0,0 0 0 0 0,0 1 0 0 0,0-1 0 0 0,0 18 0 0 0,0-15 0 0 0,-2 30-2103 0 0,-2 1-1 0 0,-1-1 1 0 0,-15 54 0 0 0,4-24 2630 0 0,12-45-439 0 0,2-14-61 0 0,1 0 1 0 0,0 1-1 0 0,0-1 1 0 0,0 0 0 0 0,0 1-1 0 0,1-1 1 0 0,0 1 0 0 0,0-1-1 0 0,0 1 1 0 0,0-1 0 0 0,2 7-1 0 0,-2-11 167 0 0,1 1-1 0 0,0 0 0 0 0,-1 0 0 0 0,1 0 1 0 0,0 0-1 0 0,-1-1 0 0 0,1 1 1 0 0,0 0-1 0 0,0-1 0 0 0,0 1 0 0 0,-1-1 1 0 0,1 1-1 0 0,0-1 0 0 0,0 1 1 0 0,0-1-1 0 0,0 1 0 0 0,0-1 0 0 0,0 0 1 0 0,0 0-1 0 0,1 1 0 0 0,26 2 4202 0 0,-20-2-5491 0 0,13 1 974 0 0,1-1 0 0 0,-1 0 1 0 0,0-2-1 0 0,0-1 0 0 0,35-6 0 0 0,-23 3 839 0 0,8-2-2753 0 0,-15-2-4173 0 0,-19 5 5855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4:07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17589,'14620'3544'0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4:09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55 494 920 0 0,'-38'3'17176'0'0,"33"-5"-15785"0"0,-3-3-1218 0 0,7 5-173 0 0,-1-5 0 0 0,2 5 0 0 0,0 0 0 0 0,0 0 0 0 0,0 0 0 0 0,0-1 0 0 0,1 1 0 0 0,-1 0 0 0 0,0 0 0 0 0,0 0 0 0 0,0 0 0 0 0,1-1 0 0 0,-1 1 0 0 0,0 0 0 0 0,0 0 0 0 0,1 0 0 0 0,-1 0 0 0 0,0 0 0 0 0,0 0 0 0 0,1 0 0 0 0,-1 0 0 0 0,0 0 0 0 0,0 0 0 0 0,1 0 0 0 0,-1 0 0 0 0,0 0 0 0 0,0 0 0 0 0,0 0 0 0 0,1 0 0 0 0,-1 0 0 0 0,0 0 0 0 0,0 0 0 0 0,1 0 0 0 0,-1 0 0 0 0,0 0 0 0 0,0 0 0 0 0,1 1 0 0 0,-1-1 0 0 0,0 0 0 0 0,41 8 0 0 0,51 8 0 0 0,-83-15 0 0 0,1 0 0 0 0,-1-1 0 0 0,1 0 0 0 0,0-1 0 0 0,-1 0 0 0 0,1-1 0 0 0,13-3 0 0 0,-21 4 0 0 0,0 0 0 0 0,1 0 0 0 0,-1 0 0 0 0,0 0 0 0 0,0 0 0 0 0,0 0 0 0 0,0-1 0 0 0,0 1 0 0 0,0-1 0 0 0,0 1 0 0 0,-1-1 0 0 0,1 0 0 0 0,-1 0 0 0 0,1 0 0 0 0,-1 0 0 0 0,1 0 0 0 0,0-2 0 0 0,-1 0 0 0 0,1 1 0 0 0,-1-1 0 0 0,0 0 0 0 0,0 0 0 0 0,-1 1 0 0 0,1-1 0 0 0,-1 0 0 0 0,0 0 0 0 0,-1-7 0 0 0,0-1 0 0 0,-2 0 0 0 0,1 0 0 0 0,-2 0 0 0 0,0 0 0 0 0,-8-18 0 0 0,-26-46 0 0 0,16 33 0 0 0,-26-68 0 0 0,45 102 2 0 0,1 3-11 0 0,0-1 1 0 0,0 1-1 0 0,1-1 0 0 0,-2-7 1 0 0,3 11-4 0 0,0 0 1 0 0,1 0 0 0 0,-1 0-1 0 0,0 0 1 0 0,1 0-1 0 0,0 0 1 0 0,-1 0 0 0 0,1 0-1 0 0,0 1 1 0 0,1-1 0 0 0,2-5-1 0 0,0-1-851 0 0,1 0-2949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4:15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17178,'9375'3861'0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4:18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40 467 2533 0 0,'-26'-7'14416'0'0,"13"3"-12115"0"0,14 4-2267 0 0,1 1 0 0 0,-1-1 0 0 0,1 1 0 0 0,-1 0 0 0 0,1 0 0 0 0,-1 0 0 0 0,1-1 0 0 0,-1 2 0 0 0,0-1 0 0 0,1 0 0 0 0,0 1 0 0 0,6 5-32 0 0,56 23-2 0 0,-19-9 0 0 0,7 2 0 0 0,-48-21 0 0 0,1-1 0 0 0,0 1 0 0 0,0-1 0 0 0,0 0 0 0 0,0 0 0 0 0,1-1 0 0 0,-1 1 0 0 0,9-2 0 0 0,-13 1 0 0 0,0 0 0 0 0,0-1 0 0 0,0 1 0 0 0,0 0 0 0 0,0-1 0 0 0,0 1 0 0 0,0-1 0 0 0,0 0 0 0 0,0 1 0 0 0,0-1 0 0 0,0 0 0 0 0,0 0 0 0 0,0 1 0 0 0,0-1 0 0 0,-1 0 0 0 0,1 0 0 0 0,0 0 0 0 0,-1 0 0 0 0,1 0 0 0 0,0 0 0 0 0,-1 0 0 0 0,0 0 0 0 0,1 0 0 0 0,-1 0 0 0 0,1 0 0 0 0,-1-1 0 0 0,0 1 0 0 0,0 0 0 0 0,0-2 0 0 0,1-4 0 0 0,-1 0 0 0 0,0-1 0 0 0,-1-11 0 0 0,0 10 0 0 0,-11-71-1136 0 0,6 51-1372 0 0,-1-35-1 0 0,3 7 1883 0 0,-1-36 717 0 0,7 53-52 0 0,-1 20-29 0 0,-3-36 0 0 0,-3 39 1678 0 0,0-7 3253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4:22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17266,'4619'3683'0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4:24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54 498 920 0 0,'-28'-10'15127'0'0,"24"4"-14210"0"0,-8-14 2168 0 0,5 3-3474 0 0,6 17 389 0 0,1-1 0 0 0,0 0 0 0 0,-1 1 0 0 0,1-1 0 0 0,0 0 0 0 0,0 0 0 0 0,0 1 0 0 0,0-1 0 0 0,-1 0 0 0 0,1 0 0 0 0,0 1 0 0 0,0-1 0 0 0,1 0 0 0 0,-1 0 0 0 0,0 0 0 0 0,0 1 0 0 0,0-1 0 0 0,0 0 0 0 0,1 1 0 0 0,-1-1 0 0 0,0 0 0 0 0,1 0 0 0 0,-1 1 0 0 0,1-2 0 0 0,0 1 0 0 0,0 1 0 0 0,0-1 0 0 0,0 1 0 0 0,0-1 0 0 0,0 1 0 0 0,0-1 0 0 0,0 1 0 0 0,0 0 0 0 0,0 0 0 0 0,0-1 0 0 0,0 1 0 0 0,0 0 0 0 0,1 0 0 0 0,-1 0 0 0 0,1 0 0 0 0,6 1 0 0 0,-1 0 0 0 0,1 1 0 0 0,13 3 0 0 0,-19-4 0 0 0,130 33-5443 0 0,-114-30 3699 0 0,24 3 1415 0 0,-39-7 346 0 0,-1 0 1 0 0,1 0-1 0 0,-1 0 1 0 0,1 0-1 0 0,-1 0 1 0 0,1-1-1 0 0,-1 1 1 0 0,0-1-1 0 0,1 0 1 0 0,-1 0 0 0 0,0 1-1 0 0,1-2 1 0 0,-1 1-1 0 0,2-1 1 0 0,-3 0-9 0 0,1 1 0 0 0,-1 0 1 0 0,0-1-1 0 0,0 1 0 0 0,0-1 1 0 0,0 0-1 0 0,0 1 1 0 0,0-1-1 0 0,0 0 0 0 0,-1 1 1 0 0,1-1-1 0 0,0 0 0 0 0,-1 0 1 0 0,0 0-1 0 0,1 1 0 0 0,-1-3 1 0 0,1-34 103 0 0,-2 25-81 0 0,0-9 45 0 0,-5-30 0 0 0,3 34-23 0 0,1 0-1 0 0,0-36 0 0 0,3-10-60 0 0,1-12-68 0 0,-1 66-258 0 0,1 0 1 0 0,-1 0 0 0 0,2 1-1 0 0,-1-1 1 0 0,7-13-1 0 0,-5 13-3630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1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11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1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1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13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20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20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21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21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5:2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5:39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6:00.211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56:05.805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3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35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7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7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7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6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9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9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1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24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24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14283 0 0,'2'21'6574'0'0,"7"11"-4659"0"0,-2-6-1307 0 0,-2-3 194 0 0,3 31 1 0 0,-7-45-1201 0 0,0 0 1 0 0,-2 0 0 0 0,1 0 0 0 0,-1 0 0 0 0,0 0 0 0 0,-4 14 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25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25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15667 0 0,'-1'2'435'0'0,"1"0"0"0"0,0 0 0 0 0,0 0 0 0 0,0 0 0 0 0,0 0 0 0 0,0 0 0 0 0,0 0 0 0 0,0 0 0 0 0,1 4 0 0 0,0-1-28 0 0,4 39 1287 0 0,3 51 126 0 0,-9-33-3452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5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6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2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9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9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12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54 6913 0 0,'-1'-20'2810'0'0,"2"19"-2432"0"0,-1-1 1 0 0,0 1 0 0 0,0-1 0 0 0,1 1 0 0 0,-1-1 0 0 0,0 0 0 0 0,-1 1 0 0 0,1-1 0 0 0,0 1 0 0 0,0-1 0 0 0,-1 1 0 0 0,1-1 0 0 0,-1 1 0 0 0,1-1 0 0 0,-1 1 0 0 0,0 0 0 0 0,1-1 0 0 0,-1 1 0 0 0,0 0 0 0 0,-2-3 0 0 0,3 4-267 0 0,-1 0 0 0 0,1 0-1 0 0,-1 0 1 0 0,0 0 0 0 0,1 0 0 0 0,-1 0-1 0 0,1 0 1 0 0,-1 0 0 0 0,1 0 0 0 0,-1 0-1 0 0,0 0 1 0 0,1 0 0 0 0,-1 0 0 0 0,1 0-1 0 0,-1 0 1 0 0,1 1 0 0 0,-1-1 0 0 0,0 0 0 0 0,1 0-1 0 0,-1 1 1 0 0,1-1 0 0 0,0 0 0 0 0,-1 1-1 0 0,1-1 1 0 0,-1 1 0 0 0,1-1 0 0 0,-1 0-1 0 0,1 1 1 0 0,0-1 0 0 0,-1 1 0 0 0,1-1-1 0 0,0 1 1 0 0,-1-1 0 0 0,1 1 0 0 0,0 0-1 0 0,-10 21 550 0 0,5-8-559 0 0,1 0-1 0 0,1 0 1 0 0,0 1 0 0 0,1-1-1 0 0,0 1 1 0 0,1 0 0 0 0,1 0 0 0 0,1-1-1 0 0,0 1 1 0 0,0 0 0 0 0,2-1 0 0 0,0 1-1 0 0,5 16 1 0 0,-6-28-81 0 0,-1 0-1 0 0,0 0 1 0 0,1 0 0 0 0,0-1-1 0 0,-1 1 1 0 0,1 0-1 0 0,0-1 1 0 0,1 1 0 0 0,-1-1-1 0 0,0 1 1 0 0,1-1-1 0 0,-1 0 1 0 0,1 0 0 0 0,0 0-1 0 0,-1-1 1 0 0,1 1-1 0 0,0-1 1 0 0,0 1 0 0 0,5 1-1 0 0,-5-3-5 0 0,0 1 0 0 0,0-1 0 0 0,0 0-1 0 0,0 0 1 0 0,0 0 0 0 0,0 0 0 0 0,0 0-1 0 0,0-1 1 0 0,0 1 0 0 0,-1-1 0 0 0,1 0 0 0 0,0 0-1 0 0,0 0 1 0 0,0 0 0 0 0,-1 0 0 0 0,1 0 0 0 0,-1-1-1 0 0,1 0 1 0 0,-1 1 0 0 0,0-1 0 0 0,1 0-1 0 0,2-3 1 0 0,-3 2-26 0 0,0 0-1 0 0,0 0 0 0 0,1 0 0 0 0,-2 0 1 0 0,1 0-1 0 0,0-1 0 0 0,-1 1 1 0 0,1-1-1 0 0,-1 1 0 0 0,0-1 1 0 0,0 0-1 0 0,-1 1 0 0 0,1-1 1 0 0,-1 0-1 0 0,0 1 0 0 0,1-1 0 0 0,-2 0 1 0 0,1 0-1 0 0,0 1 0 0 0,-1-1 1 0 0,-1-6-1 0 0,-3-8-82 0 0,-1 1 0 0 0,-1 0 1 0 0,-10-20-1 0 0,9 20 54 0 0,-1-3-1554 0 0,-19-29-1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14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1376 0 0,'6'-15'15460'0'0,"-6"22"-14497"0"0,0 63 4720 0 0,1-21-4025 0 0,10 68 0 0 0,-10-111-1179 0 0,-1-5-1641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0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41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38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27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28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2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35 10138 0 0,'-1'-3'1038'0'0,"0"1"-1"0"0,0 0 1 0 0,0-1-1 0 0,1 1 1 0 0,-1-1-1 0 0,1 1 1 0 0,0-1 0 0 0,-1 1-1 0 0,1-1 1 0 0,0 1-1 0 0,1-5 1 0 0,0 8-922 0 0,0 0 1 0 0,0 0-1 0 0,-1 0 0 0 0,1 1 1 0 0,0-1-1 0 0,-1 0 1 0 0,1 1-1 0 0,-1-1 0 0 0,1 0 1 0 0,-1 3-1 0 0,27 165 2304 0 0,-13-58-1514 0 0,-14-111-2009 0 0,-1-1 337 0 0,-2-4-2537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29 5065 0 0,'-2'-6'1149'0'0,"2"4"-23"0"0,-1-1 0 0 0,0 1-1 0 0,0 0 1 0 0,0-1-1 0 0,0 1 1 0 0,0 0-1 0 0,-2-2 1 0 0,3 3-959 0 0,0 1 1 0 0,0 0-1 0 0,0 0 0 0 0,-1 0 0 0 0,1-1 1 0 0,0 1-1 0 0,0 0 0 0 0,-1 0 1 0 0,1 0-1 0 0,0 0 0 0 0,0 0 0 0 0,-1-1 1 0 0,1 1-1 0 0,0 0 0 0 0,0 0 0 0 0,-1 0 1 0 0,1 0-1 0 0,0 0 0 0 0,-1 0 0 0 0,1 0 1 0 0,0 0-1 0 0,-1 0 0 0 0,1 0 1 0 0,0 0-1 0 0,-1 0 0 0 0,-9 9 1838 0 0,7-3-1841 0 0,-1 1 0 0 0,1-1 0 0 0,0 0 0 0 0,0 1 1 0 0,1 0-1 0 0,0 0 0 0 0,0 0 0 0 0,0 0 0 0 0,1 0 1 0 0,0 10-1 0 0,0 3 52 0 0,1 0 0 0 0,3 30 1 0 0,-1-38-90 0 0,0 1-1 0 0,1-1 1 0 0,0 1 0 0 0,9 20-1 0 0,-11-29-64 0 0,1 0-1 0 0,0-1 1 0 0,0 1-1 0 0,0-1 0 0 0,1 0 1 0 0,-1 0-1 0 0,1 0 1 0 0,5 5-1 0 0,-7-7-19 0 0,1 0 0 0 0,0 0 1 0 0,0 0-1 0 0,0 0 0 0 0,-1 0 0 0 0,1 0 0 0 0,0 0 0 0 0,0-1 0 0 0,0 1 0 0 0,0 0 0 0 0,1-1 1 0 0,-1 0-1 0 0,0 0 0 0 0,0 0 0 0 0,0 1 0 0 0,0-2 0 0 0,3 1 0 0 0,-1-1-36 0 0,-1 1-1 0 0,0-1 0 0 0,0 0 1 0 0,0 0-1 0 0,0 0 0 0 0,0 0 1 0 0,0-1-1 0 0,-1 1 0 0 0,1-1 1 0 0,0 0-1 0 0,-1 1 1 0 0,1-1-1 0 0,-1 0 0 0 0,1-1 1 0 0,2-3-1 0 0,-2 3-38 0 0,-1-1 1 0 0,0 0-1 0 0,1 0 0 0 0,-1 0 1 0 0,-1 0-1 0 0,1 0 0 0 0,-1-1 0 0 0,1 1 1 0 0,0-9-1 0 0,-1 3-54 0 0,0 1 0 0 0,-1-1 0 0 0,0 1 0 0 0,-1-1 0 0 0,0 1 0 0 0,0 0 0 0 0,-1-1 0 0 0,0 1 0 0 0,-7-16 0 0 0,5 15-62 0 0,-3-7-62 0 0,-12-22 1 0 0,17 35 54 0 0,0 1 1 0 0,-1-1 0 0 0,1 1 0 0 0,-1-1-1 0 0,0 1 1 0 0,0 0 0 0 0,0 0-1 0 0,-1 0 1 0 0,1 0 0 0 0,-1 0 0 0 0,-4-2-1 0 0,3 3-1683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19 920 0 0,'-2'-9'11404'0'0,"5"2"-4603"0"0,-3 7-6710 0 0,0 0 0 0 0,0-1 1 0 0,0 1-1 0 0,0 0 0 0 0,0 0 0 0 0,0 0 1 0 0,0 0-1 0 0,0 0 0 0 0,0 0 0 0 0,1 0 1 0 0,-1-1-1 0 0,0 1 0 0 0,0 0 0 0 0,0 0 1 0 0,0 0-1 0 0,0 0 0 0 0,0 0 0 0 0,1 0 1 0 0,-1 0-1 0 0,0 0 0 0 0,0 0 0 0 0,0 0 1 0 0,0 0-1 0 0,0 0 0 0 0,1 0 0 0 0,-1 0 1 0 0,0 0-1 0 0,0 0 0 0 0,0 0 0 0 0,0 0 1 0 0,0 0-1 0 0,1 0 0 0 0,-1 0 0 0 0,0 0 1 0 0,0 0-1 0 0,5 9 764 0 0,2 21 25 0 0,-2 0-1 0 0,2 55 1 0 0,-2-14 398 0 0,-3-51-892 0 0,-2-13-261 0 0,0 1 0 0 0,1-1 0 0 0,1 1 0 0 0,-1-1 0 0 0,4 11 0 0 0,-5-18-135 0 0,0 1 1 0 0,0-1-1 0 0,0 0 0 0 0,0 0 1 0 0,0 0-1 0 0,0 0 0 0 0,0 0 0 0 0,0 0 1 0 0,0 0-1 0 0,1 1 0 0 0,-1-1 1 0 0,0 0-1 0 0,0 0 0 0 0,0 0 0 0 0,0 0 1 0 0,0 0-1 0 0,0 0 0 0 0,0 0 1 0 0,0 0-1 0 0,0 0 0 0 0,0 1 1 0 0,0-1-1 0 0,0 0 0 0 0,1 0 0 0 0,-1 0 1 0 0,0 0-1 0 0,0 0 0 0 0,0 0 1 0 0,0 0-1 0 0,0 0 0 0 0,0 0 1 0 0,0 0-1 0 0,0 0 0 0 0,1 0 0 0 0,-1 0 1 0 0,0 0-1 0 0,0 0 0 0 0,0 0 1 0 0,0 0-1 0 0,0 0 0 0 0,0 0 0 0 0,0 0 1 0 0,1 0-1 0 0,-1 0 0 0 0,0 0 1 0 0,0 0-1 0 0,0 0 0 0 0,0 0 1 0 0,0 0-1 0 0,0 0 0 0 0,0 0 0 0 0,0 0 1 0 0,1-1-1 0 0,-1 1 0 0 0,1-2-2149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5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3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18028 0 0,'0'0'45'0'0,"0"0"1"0"0,0 0-1 0 0,0 0 1 0 0,1 0 0 0 0,-1 1-1 0 0,0-1 1 0 0,0 0-1 0 0,0 0 1 0 0,0 0-1 0 0,0 0 1 0 0,0 0-1 0 0,0 0 1 0 0,0 0-1 0 0,0 0 1 0 0,0 0 0 0 0,0 0-1 0 0,0 0 1 0 0,0 0-1 0 0,0 0 1 0 0,0 0-1 0 0,0 0 1 0 0,0 0-1 0 0,0 0 1 0 0,1-1-1 0 0,-1 1 1 0 0,0 0-1 0 0,0 0 1 0 0,0 0 0 0 0,0 0-1 0 0,0 0 1 0 0,0 0 45 0 0,0 0-46 0 0,0 0 1 0 0,0 0-1 0 0,0 0 1 0 0,0 0-1 0 0,0 0 1 0 0,0 0 0 0 0,0 0-1 0 0,0 0 1 0 0,0 0-1 0 0,0 0 1 0 0,0 0-1 0 0,0 0 1 0 0,0 0-1 0 0,0 0 1 0 0,0 0-1 0 0,0-1 1 0 0,0 1-1 0 0,0 0 1 0 0,0 0 0 0 0,0 0-1 0 0,0 0 1 0 0,0 0-1 0 0,0 0 1 0 0,4 7 1548 0 0,3 11-322 0 0,6 39 599 0 0,-2 1-1 0 0,4 97 0 0 0,-15-150-1948 0 0,-1 3 39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3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4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6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6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5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8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8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4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52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12899 0 0,'0'10'8175'0'0,"6"8"-6910"0"0,-3-7-518 0 0,5 29-163 0 0,-1-1-1 0 0,-3 1 1 0 0,0 50-1 0 0,-3-84-1531 0 0,-1-5 345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52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5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8:5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0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55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16588 0 0,'3'26'5323'0'0,"9"16"-4219"0"0,-4-14-602 0 0,-6-23-457 0 0,5 22 213 0 0,0 0-1 0 0,-2 0 1 0 0,4 51 0 0 0,-9-76-1067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0:5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10138 0 0,'1'-12'8737'0'0,"3"20"-5141"0"0,3 17-2587 0 0,7 42 422 0 0,20 83 781 0 0,-34-149-2227 0 0,0-1 1 0 0,0 0-1 0 0,0 1 0 0 0,0-1 1 0 0,1 1-1 0 0,-1-1 0 0 0,0 1 0 0 0,0-1 1 0 0,0 1-1 0 0,0-1 0 0 0,0 0 1 0 0,1 1-1 0 0,-1-1 0 0 0,0 0 0 0 0,0 1 1 0 0,1-1-1 0 0,-1 1 0 0 0,0-1 1 0 0,1 0-1 0 0,-1 0 0 0 0,0 1 0 0 0,1-1 1 0 0,0-11-3990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2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0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5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5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5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8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18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0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5985 0 0,'-3'1'10955'0'0,"3"0"-10792"0"0,-2 9 3174 0 0,1 13-2303 0 0,9 86 1141 0 0,0 13-4418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1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 16588 0 0,'0'0'56'0'0,"0"1"0"0"0,0-1 1 0 0,0 0-1 0 0,0 0 0 0 0,0 0 1 0 0,0 0-1 0 0,0 0 0 0 0,-1 0 1 0 0,1 0-1 0 0,0 0 1 0 0,0 0-1 0 0,0 0 0 0 0,0 0 1 0 0,0 0-1 0 0,0 0 0 0 0,0 0 1 0 0,0 0-1 0 0,0 0 0 0 0,0 0 1 0 0,0 0-1 0 0,-1 0 1 0 0,1 0-1 0 0,0 0 0 0 0,0 0 1 0 0,0 0-1 0 0,0 0 0 0 0,0 0 1 0 0,0 0-1 0 0,0 0 1 0 0,0 0-1 0 0,0 0 0 0 0,0 0 1 0 0,-1 0-1 0 0,1 0 0 0 0,0 0 1 0 0,0 0-1 0 0,0 0 0 0 0,0 0 1 0 0,0 0-1 0 0,0 0 1 0 0,0 0-1 0 0,0 0 0 0 0,0 0 1 0 0,0 0-1 0 0,0 0 0 0 0,0 0 1 0 0,0-1-1 0 0,-1 1 0 0 0,1 0 1 0 0,0 0-1 0 0,0 0 1 0 0,0 0-1 0 0,0 0 0 0 0,0 0 1 0 0,0 0-1 0 0,0 0 0 0 0,0 0 1 0 0,0 0-1 0 0,0 0 0 0 0,0-1 1 0 0,0 1-1 0 0,0 0 1 0 0,0 0-1 0 0,0 0 0 0 0,0 0 1 0 0,0 0-1 0 0,0 0 0 0 0,0 0 1 0 0,0 0-1 0 0,-3 10 1415 0 0,-3 15-622 0 0,4-6-544 0 0,1 1-1 0 0,0 0 1 0 0,5 32 0 0 0,-3-40-267 0 0,1 1 1 0 0,1-1-1 0 0,0 1 1 0 0,1-1-1 0 0,0 0 1 0 0,10 19-1 0 0,-13-29-27 0 0,-1 0-1 0 0,1-1 0 0 0,0 1 0 0 0,0 0 1 0 0,0-1-1 0 0,1 1 0 0 0,-1-1 1 0 0,0 0-1 0 0,0 1 0 0 0,1-1 1 0 0,-1 0-1 0 0,1 0 0 0 0,-1 0 1 0 0,1 0-1 0 0,-1 0 0 0 0,1 0 1 0 0,0 0-1 0 0,0-1 0 0 0,-1 1 1 0 0,1-1-1 0 0,0 1 0 0 0,0-1 1 0 0,-1 0-1 0 0,1 1 0 0 0,0-1 1 0 0,0 0-1 0 0,0 0 0 0 0,0 0 1 0 0,0-1-1 0 0,-1 1 0 0 0,1 0 1 0 0,0-1-1 0 0,0 1 0 0 0,0-1 1 0 0,-1 1-1 0 0,4-2 0 0 0,-1-1-32 0 0,1 0 0 0 0,0 0 0 0 0,0 0 0 0 0,-1-1 0 0 0,0 1 0 0 0,1-1 0 0 0,-2 0 0 0 0,1 0 0 0 0,0-1 0 0 0,5-8 0 0 0,-6 8 8 0 0,0 0 0 0 0,-1-1 0 0 0,0 1 0 0 0,0-1 1 0 0,0 1-1 0 0,-1-1 0 0 0,0 0 0 0 0,0 0 0 0 0,0 0 0 0 0,-1 1 0 0 0,1-1 0 0 0,-2 0 0 0 0,1 0 0 0 0,-1 0 0 0 0,1 0 0 0 0,-2 0 0 0 0,-1-6 0 0 0,0 3-10 0 0,0-1-1 0 0,-1 1 0 0 0,0 1 1 0 0,-1-1-1 0 0,0 1 0 0 0,0-1 1 0 0,-1 1-1 0 0,0 1 0 0 0,-12-13 1 0 0,15 18-17 0 0,1-1 0 0 0,-1 1 1 0 0,-1-1-1 0 0,1 1 1 0 0,0 0-1 0 0,0 0 0 0 0,-1 1 1 0 0,1-1-1 0 0,-1 1 0 0 0,-6-2 1 0 0,-11 1-6820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13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2:59:1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5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 0 0,'9'28'10261'0'0,"-3"7"-7748"0"0,0 37-2720 0 0,-6-70 459 0 0,0 44 107 0 0,1 14-353 0 0,-1-59-97 0 0,0-1 0 0 0,0 0 0 0 0,0 1 0 0 0,0-1 0 0 0,0 1 0 0 0,0-1 0 0 0,0 0 0 0 0,0 1 0 0 0,0-1 0 0 0,0 0 0 0 0,1 1 0 0 0,-1-1 0 0 0,0 0 1 0 0,0 1-1 0 0,0-1 0 0 0,0 0 0 0 0,0 1 0 0 0,1-1 0 0 0,-1 0 0 0 0,0 0 0 0 0,0 1 0 0 0,1-1 0 0 0,-1 0 0 0 0,0 1 0 0 0,0-1 0 0 0,1 0 0 0 0,-1 0 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1:2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5529 0 0,'8'-14'10064'0'0,"-7"15"-9863"0"0,7 9 7232 0 0,-4 0-8838 0 0,2 18 2036 0 0,-1 1 0 0 0,-1 0 1 0 0,-1 0-1 0 0,-1 35 0 0 0,1 12-725 0 0,-3-73-1518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14283 0 0,'2'21'6574'0'0,"7"11"-4659"0"0,-2-6-1307 0 0,-2-3 194 0 0,3 31 1 0 0,-7-45-1201 0 0,0 0 1 0 0,-2 0 0 0 0,1 0 0 0 0,-1 0 0 0 0,0 0 0 0 0,-4 14 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15667 0 0,'-1'2'435'0'0,"1"0"0"0"0,0 0 0 0 0,0 0 0 0 0,0 0 0 0 0,0 0 0 0 0,0 0 0 0 0,0 0 0 0 0,0 0 0 0 0,1 4 0 0 0,0-1-28 0 0,4 39 1287 0 0,3 51 126 0 0,-9-33-3452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54 6913 0 0,'-1'-20'2810'0'0,"2"19"-2432"0"0,-1-1 1 0 0,0 1 0 0 0,0-1 0 0 0,1 1 0 0 0,-1-1 0 0 0,0 0 0 0 0,-1 1 0 0 0,1-1 0 0 0,0 1 0 0 0,0-1 0 0 0,-1 1 0 0 0,1-1 0 0 0,-1 1 0 0 0,1-1 0 0 0,-1 1 0 0 0,0 0 0 0 0,1-1 0 0 0,-1 1 0 0 0,0 0 0 0 0,-2-3 0 0 0,3 4-267 0 0,-1 0 0 0 0,1 0-1 0 0,-1 0 1 0 0,0 0 0 0 0,1 0 0 0 0,-1 0-1 0 0,1 0 1 0 0,-1 0 0 0 0,1 0 0 0 0,-1 0-1 0 0,0 0 1 0 0,1 0 0 0 0,-1 0 0 0 0,1 0-1 0 0,-1 0 1 0 0,1 1 0 0 0,-1-1 0 0 0,0 0 0 0 0,1 0-1 0 0,-1 1 1 0 0,1-1 0 0 0,0 0 0 0 0,-1 1-1 0 0,1-1 1 0 0,-1 1 0 0 0,1-1 0 0 0,-1 0-1 0 0,1 1 1 0 0,0-1 0 0 0,-1 1 0 0 0,1-1-1 0 0,0 1 1 0 0,-1-1 0 0 0,1 1 0 0 0,0 0-1 0 0,-10 21 550 0 0,5-8-559 0 0,1 0-1 0 0,1 0 1 0 0,0 1 0 0 0,1-1-1 0 0,0 1 1 0 0,1 0 0 0 0,1 0 0 0 0,1-1-1 0 0,0 1 1 0 0,0 0 0 0 0,2-1 0 0 0,0 1-1 0 0,5 16 1 0 0,-6-28-81 0 0,-1 0-1 0 0,0 0 1 0 0,1 0 0 0 0,0-1-1 0 0,-1 1 1 0 0,1 0-1 0 0,0-1 1 0 0,1 1 0 0 0,-1-1-1 0 0,0 1 1 0 0,1-1-1 0 0,-1 0 1 0 0,1 0 0 0 0,0 0-1 0 0,-1-1 1 0 0,1 1-1 0 0,0-1 1 0 0,0 1 0 0 0,5 1-1 0 0,-5-3-5 0 0,0 1 0 0 0,0-1 0 0 0,0 0-1 0 0,0 0 1 0 0,0 0 0 0 0,0 0 0 0 0,0 0-1 0 0,0-1 1 0 0,0 1 0 0 0,-1-1 0 0 0,1 0 0 0 0,0 0-1 0 0,0 0 1 0 0,0 0 0 0 0,-1 0 0 0 0,1 0 0 0 0,-1-1-1 0 0,1 0 1 0 0,-1 1 0 0 0,0-1 0 0 0,1 0-1 0 0,2-3 1 0 0,-3 2-26 0 0,0 0-1 0 0,0 0 0 0 0,1 0 0 0 0,-2 0 1 0 0,1 0-1 0 0,0-1 0 0 0,-1 1 1 0 0,1-1-1 0 0,-1 1 0 0 0,0-1 1 0 0,0 0-1 0 0,-1 1 0 0 0,1-1 1 0 0,-1 0-1 0 0,0 1 0 0 0,1-1 0 0 0,-2 0 1 0 0,1 0-1 0 0,0 1 0 0 0,-1-1 1 0 0,-1-6-1 0 0,-3-8-82 0 0,-1 1 0 0 0,-1 0 1 0 0,-10-20-1 0 0,9 20 54 0 0,-1-3-1554 0 0,-19-29-1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2:1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1376 0 0,'6'-15'15460'0'0,"-6"22"-14497"0"0,0 63 4720 0 0,1-21-4025 0 0,10 68 0 0 0,-10-111-1179 0 0,-1-5-1641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35 10138 0 0,'-1'-3'1038'0'0,"0"1"-1"0"0,0 0 1 0 0,0-1-1 0 0,1 1 1 0 0,-1-1-1 0 0,1 1 1 0 0,0-1 0 0 0,-1 1-1 0 0,1-1 1 0 0,0 1-1 0 0,1-5 1 0 0,0 8-922 0 0,0 0 1 0 0,0 0-1 0 0,-1 0 0 0 0,1 1 1 0 0,0-1-1 0 0,-1 0 1 0 0,1 1-1 0 0,-1-1 0 0 0,1 0 1 0 0,-1 3-1 0 0,27 165 2304 0 0,-13-58-1514 0 0,-14-111-2009 0 0,-1-1 337 0 0,-2-4-2537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29 5065 0 0,'-2'-6'1149'0'0,"2"4"-23"0"0,-1-1 0 0 0,0 1-1 0 0,0 0 1 0 0,0-1-1 0 0,0 1 1 0 0,0 0-1 0 0,-2-2 1 0 0,3 3-959 0 0,0 1 1 0 0,0 0-1 0 0,0 0 0 0 0,-1 0 0 0 0,1-1 1 0 0,0 1-1 0 0,0 0 0 0 0,-1 0 1 0 0,1 0-1 0 0,0 0 0 0 0,0 0 0 0 0,-1-1 1 0 0,1 1-1 0 0,0 0 0 0 0,0 0 0 0 0,-1 0 1 0 0,1 0-1 0 0,0 0 0 0 0,-1 0 0 0 0,1 0 1 0 0,0 0-1 0 0,-1 0 0 0 0,1 0 1 0 0,0 0-1 0 0,-1 0 0 0 0,-9 9 1838 0 0,7-3-1841 0 0,-1 1 0 0 0,1-1 0 0 0,0 0 0 0 0,0 1 1 0 0,1 0-1 0 0,0 0 0 0 0,0 0 0 0 0,0 0 0 0 0,1 0 1 0 0,0 10-1 0 0,0 3 52 0 0,1 0 0 0 0,3 30 1 0 0,-1-38-90 0 0,0 1-1 0 0,1-1 1 0 0,0 1 0 0 0,9 20-1 0 0,-11-29-64 0 0,1 0-1 0 0,0-1 1 0 0,0 1-1 0 0,0-1 0 0 0,1 0 1 0 0,-1 0-1 0 0,1 0 1 0 0,5 5-1 0 0,-7-7-19 0 0,1 0 0 0 0,0 0 1 0 0,0 0-1 0 0,0 0 0 0 0,-1 0 0 0 0,1 0 0 0 0,0 0 0 0 0,0-1 0 0 0,0 1 0 0 0,0 0 0 0 0,1-1 1 0 0,-1 0-1 0 0,0 0 0 0 0,0 0 0 0 0,0 1 0 0 0,0-2 0 0 0,3 1 0 0 0,-1-1-36 0 0,-1 1-1 0 0,0-1 0 0 0,0 0 1 0 0,0 0-1 0 0,0 0 0 0 0,0 0 1 0 0,0-1-1 0 0,-1 1 0 0 0,1-1 1 0 0,0 0-1 0 0,-1 1 1 0 0,1-1-1 0 0,-1 0 0 0 0,1-1 1 0 0,2-3-1 0 0,-2 3-38 0 0,-1-1 1 0 0,0 0-1 0 0,1 0 0 0 0,-1 0 1 0 0,-1 0-1 0 0,1 0 0 0 0,-1-1 0 0 0,1 1 1 0 0,0-9-1 0 0,-1 3-54 0 0,0 1 0 0 0,-1-1 0 0 0,0 1 0 0 0,-1-1 0 0 0,0 1 0 0 0,0 0 0 0 0,-1-1 0 0 0,0 1 0 0 0,-7-16 0 0 0,5 15-62 0 0,-3-7-62 0 0,-12-22 1 0 0,17 35 54 0 0,0 1 1 0 0,-1-1 0 0 0,1 1 0 0 0,-1-1-1 0 0,0 1 1 0 0,0 0 0 0 0,0 0-1 0 0,-1 0 1 0 0,1 0 0 0 0,-1 0 0 0 0,-4-2-1 0 0,3 3-1683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19 920 0 0,'-2'-9'11404'0'0,"5"2"-4603"0"0,-3 7-6710 0 0,0 0 0 0 0,0-1 1 0 0,0 1-1 0 0,0 0 0 0 0,0 0 0 0 0,0 0 1 0 0,0 0-1 0 0,0 0 0 0 0,0 0 0 0 0,1 0 1 0 0,-1-1-1 0 0,0 1 0 0 0,0 0 0 0 0,0 0 1 0 0,0 0-1 0 0,0 0 0 0 0,0 0 0 0 0,1 0 1 0 0,-1 0-1 0 0,0 0 0 0 0,0 0 0 0 0,0 0 1 0 0,0 0-1 0 0,0 0 0 0 0,1 0 0 0 0,-1 0 1 0 0,0 0-1 0 0,0 0 0 0 0,0 0 0 0 0,0 0 1 0 0,0 0-1 0 0,1 0 0 0 0,-1 0 0 0 0,0 0 1 0 0,0 0-1 0 0,5 9 764 0 0,2 21 25 0 0,-2 0-1 0 0,2 55 1 0 0,-2-14 398 0 0,-3-51-892 0 0,-2-13-261 0 0,0 1 0 0 0,1-1 0 0 0,1 1 0 0 0,-1-1 0 0 0,4 11 0 0 0,-5-18-135 0 0,0 1 1 0 0,0-1-1 0 0,0 0 0 0 0,0 0 1 0 0,0 0-1 0 0,0 0 0 0 0,0 0 0 0 0,0 0 1 0 0,0 0-1 0 0,1 1 0 0 0,-1-1 1 0 0,0 0-1 0 0,0 0 0 0 0,0 0 0 0 0,0 0 1 0 0,0 0-1 0 0,0 0 0 0 0,0 0 1 0 0,0 0-1 0 0,0 0 0 0 0,0 1 1 0 0,0-1-1 0 0,0 0 0 0 0,1 0 0 0 0,-1 0 1 0 0,0 0-1 0 0,0 0 0 0 0,0 0 1 0 0,0 0-1 0 0,0 0 0 0 0,0 0 1 0 0,0 0-1 0 0,0 0 0 0 0,1 0 0 0 0,-1 0 1 0 0,0 0-1 0 0,0 0 0 0 0,0 0 1 0 0,0 0-1 0 0,0 0 0 0 0,0 0 0 0 0,0 0 1 0 0,1 0-1 0 0,-1 0 0 0 0,0 0 1 0 0,0 0-1 0 0,0 0 0 0 0,0 0 1 0 0,0 0-1 0 0,0 0 0 0 0,0 0 0 0 0,0 0 1 0 0,1-1-1 0 0,-1 1 0 0 0,1-2-2149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33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18028 0 0,'0'0'45'0'0,"0"0"1"0"0,0 0-1 0 0,0 0 1 0 0,1 0 0 0 0,-1 1-1 0 0,0-1 1 0 0,0 0-1 0 0,0 0 1 0 0,0 0-1 0 0,0 0 1 0 0,0 0-1 0 0,0 0 1 0 0,0 0-1 0 0,0 0 1 0 0,0 0 0 0 0,0 0-1 0 0,0 0 1 0 0,0 0-1 0 0,0 0 1 0 0,0 0-1 0 0,0 0 1 0 0,0 0-1 0 0,0 0 1 0 0,1-1-1 0 0,-1 1 1 0 0,0 0-1 0 0,0 0 1 0 0,0 0 0 0 0,0 0-1 0 0,0 0 1 0 0,0 0 45 0 0,0 0-46 0 0,0 0 1 0 0,0 0-1 0 0,0 0 1 0 0,0 0-1 0 0,0 0 1 0 0,0 0 0 0 0,0 0-1 0 0,0 0 1 0 0,0 0-1 0 0,0 0 1 0 0,0 0-1 0 0,0 0 1 0 0,0 0-1 0 0,0 0 1 0 0,0 0-1 0 0,0-1 1 0 0,0 1-1 0 0,0 0 1 0 0,0 0 0 0 0,0 0-1 0 0,0 0 1 0 0,0 0-1 0 0,0 0 1 0 0,4 7 1548 0 0,3 11-322 0 0,6 39 599 0 0,-2 1-1 0 0,4 97 0 0 0,-15-150-1948 0 0,-1 3 39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12899 0 0,'0'10'8175'0'0,"6"8"-6910"0"0,-3-7-518 0 0,5 29-163 0 0,-1-1-1 0 0,-3 1 1 0 0,0 50-1 0 0,-3-84-1531 0 0,-1-5 345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16588 0 0,'3'26'5323'0'0,"9"16"-4219"0"0,-4-14-602 0 0,-6-23-457 0 0,5 22 213 0 0,0 0-1 0 0,-2 0 1 0 0,4 51 0 0 0,-9-76-1067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4:52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10138 0 0,'1'-12'8737'0'0,"3"20"-5141"0"0,3 17-2587 0 0,7 42 422 0 0,20 83 781 0 0,-34-149-2227 0 0,0-1 1 0 0,0 0-1 0 0,0 1 0 0 0,0-1 1 0 0,1 1-1 0 0,-1-1 0 0 0,0 1 0 0 0,0-1 1 0 0,0 1-1 0 0,0-1 0 0 0,0 0 1 0 0,1 1-1 0 0,-1-1 0 0 0,0 0 0 0 0,0 1 1 0 0,1-1-1 0 0,-1 1 0 0 0,0-1 1 0 0,1 0-1 0 0,-1 0 0 0 0,0 1 0 0 0,1-1 1 0 0,0-11-3990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5985 0 0,'-3'1'10955'0'0,"3"0"-10792"0"0,-2 9 3174 0 0,1 13-2303 0 0,9 86 1141 0 0,0 13-4418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 16588 0 0,'0'0'56'0'0,"0"1"0"0"0,0-1 1 0 0,0 0-1 0 0,0 0 0 0 0,0 0 1 0 0,0 0-1 0 0,0 0 0 0 0,-1 0 1 0 0,1 0-1 0 0,0 0 1 0 0,0 0-1 0 0,0 0 0 0 0,0 0 1 0 0,0 0-1 0 0,0 0 0 0 0,0 0 1 0 0,0 0-1 0 0,0 0 0 0 0,0 0 1 0 0,0 0-1 0 0,-1 0 1 0 0,1 0-1 0 0,0 0 0 0 0,0 0 1 0 0,0 0-1 0 0,0 0 0 0 0,0 0 1 0 0,0 0-1 0 0,0 0 1 0 0,0 0-1 0 0,0 0 0 0 0,0 0 1 0 0,-1 0-1 0 0,1 0 0 0 0,0 0 1 0 0,0 0-1 0 0,0 0 0 0 0,0 0 1 0 0,0 0-1 0 0,0 0 1 0 0,0 0-1 0 0,0 0 0 0 0,0 0 1 0 0,0 0-1 0 0,0 0 0 0 0,0 0 1 0 0,0-1-1 0 0,-1 1 0 0 0,1 0 1 0 0,0 0-1 0 0,0 0 1 0 0,0 0-1 0 0,0 0 0 0 0,0 0 1 0 0,0 0-1 0 0,0 0 0 0 0,0 0 1 0 0,0 0-1 0 0,0 0 0 0 0,0-1 1 0 0,0 1-1 0 0,0 0 1 0 0,0 0-1 0 0,0 0 0 0 0,0 0 1 0 0,0 0-1 0 0,0 0 0 0 0,0 0 1 0 0,0 0-1 0 0,-3 10 1415 0 0,-3 15-622 0 0,4-6-544 0 0,1 1-1 0 0,0 0 1 0 0,5 32 0 0 0,-3-40-267 0 0,1 1 1 0 0,1-1-1 0 0,0 1 1 0 0,1-1-1 0 0,0 0 1 0 0,10 19-1 0 0,-13-29-27 0 0,-1 0-1 0 0,1-1 0 0 0,0 1 0 0 0,0 0 1 0 0,0-1-1 0 0,1 1 0 0 0,-1-1 1 0 0,0 0-1 0 0,0 1 0 0 0,1-1 1 0 0,-1 0-1 0 0,1 0 0 0 0,-1 0 1 0 0,1 0-1 0 0,-1 0 0 0 0,1 0 1 0 0,0 0-1 0 0,0-1 0 0 0,-1 1 1 0 0,1-1-1 0 0,0 1 0 0 0,0-1 1 0 0,-1 0-1 0 0,1 1 0 0 0,0-1 1 0 0,0 0-1 0 0,0 0 0 0 0,0 0 1 0 0,0-1-1 0 0,-1 1 0 0 0,1 0 1 0 0,0-1-1 0 0,0 1 0 0 0,0-1 1 0 0,-1 1-1 0 0,4-2 0 0 0,-1-1-32 0 0,1 0 0 0 0,0 0 0 0 0,0 0 0 0 0,-1-1 0 0 0,0 1 0 0 0,1-1 0 0 0,-2 0 0 0 0,1 0 0 0 0,0-1 0 0 0,5-8 0 0 0,-6 8 8 0 0,0 0 0 0 0,-1-1 0 0 0,0 1 0 0 0,0-1 1 0 0,0 1-1 0 0,-1-1 0 0 0,0 0 0 0 0,0 0 0 0 0,0 0 0 0 0,-1 1 0 0 0,1-1 0 0 0,-2 0 0 0 0,1 0 0 0 0,-1 0 0 0 0,1 0 0 0 0,-2 0 0 0 0,-1-6 0 0 0,0 3-10 0 0,0-1-1 0 0,-1 1 0 0 0,0 1 1 0 0,-1-1-1 0 0,0 1 0 0 0,0-1 1 0 0,-1 1-1 0 0,0 1 0 0 0,-12-13 1 0 0,15 18-17 0 0,1-1 0 0 0,-1 1 1 0 0,-1-1-1 0 0,1 1 1 0 0,0 0-1 0 0,0 0 0 0 0,-1 1 1 0 0,1-1-1 0 0,-1 1 0 0 0,-6-2 1 0 0,-11 1-6820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 0 0,'9'28'10261'0'0,"-3"7"-7748"0"0,0 37-2720 0 0,-6-70 459 0 0,0 44 107 0 0,1 14-353 0 0,-1-59-97 0 0,0-1 0 0 0,0 0 0 0 0,0 1 0 0 0,0-1 0 0 0,0 1 0 0 0,0-1 0 0 0,0 0 0 0 0,0 1 0 0 0,0-1 0 0 0,0 0 0 0 0,1 1 0 0 0,-1-1 0 0 0,0 0 1 0 0,0 1-1 0 0,0-1 0 0 0,0 0 0 0 0,0 1 0 0 0,1-1 0 0 0,-1 0 0 0 0,0 0 0 0 0,0 1 0 0 0,1-1 0 0 0,-1 0 0 0 0,0 1 0 0 0,0-1 0 0 0,1 0 0 0 0,-1 0 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09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5529 0 0,'8'-14'10064'0'0,"-7"15"-9863"0"0,7 9 7232 0 0,-4 0-8838 0 0,2 18 2036 0 0,-1 1 0 0 0,-1 0 1 0 0,-1 0-1 0 0,-1 35 0 0 0,1 12-725 0 0,-3-73-1518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1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1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25.6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18813,'0'3112'0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26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0 128 3225 0 0,'6'8'11676'0'0,"11"4"-6854"0"0,-6-4-4885 0 0,7 9 63 0 0,-1 1 0 0 0,0 0 0 0 0,-1 2 0 0 0,13 21 0 0 0,-9-13 0 0 0,26 30 0 0 0,-44-57 0 0 0,-1 1 0 0 0,0-1 0 0 0,0 0 0 0 0,0 0 0 0 0,1 0 0 0 0,-1 0 0 0 0,1 0 0 0 0,-1 0 0 0 0,1 0 0 0 0,-1 0 0 0 0,1-1 0 0 0,-1 1 0 0 0,1 0 0 0 0,0-1 0 0 0,-1 1 0 0 0,1-1 0 0 0,0 0 0 0 0,-1 0 0 0 0,1 0 0 0 0,2 0 0 0 0,-2 0 0 0 0,-1-1 0 0 0,1 1 0 0 0,-1-1 0 0 0,1 1 0 0 0,-1-1 0 0 0,1 0 0 0 0,-1 0 0 0 0,0 0 0 0 0,1 0 0 0 0,-1 0 0 0 0,0 0 0 0 0,0 0 0 0 0,0 0 0 0 0,0-1 0 0 0,0 1 0 0 0,0 0 0 0 0,0-1 0 0 0,0 1 0 0 0,-1-1 0 0 0,1 1 0 0 0,0 0 0 0 0,0-3 0 0 0,38-121-3095 0 0,3-9-347 0 0,-33 113 3565 0 0,23-40 0 0 0,-29 58-1043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28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18520,'116'3357'0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29.6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21 2304 0 0,'-8'-13'15299'0'0,"14"12"-13242"0"0,-2 2-2057 0 0,0 0 0 0 0,0 0 0 0 0,0 0 0 0 0,0 0 0 0 0,0 1 0 0 0,0 0 0 0 0,0 0 0 0 0,0 0 0 0 0,-1 0 0 0 0,1 1 0 0 0,-1-1 0 0 0,0 1 0 0 0,0 0 0 0 0,5 5 0 0 0,13 17 0 0 0,-1 0 0 0 0,29 49 0 0 0,-1-1 0 0 0,-47-71 0 0 0,1 0 0 0 0,-1 0 0 0 0,1 0 0 0 0,0 0 0 0 0,0-1 0 0 0,0 1 0 0 0,0 0 0 0 0,0-1 0 0 0,0 1 0 0 0,0-1 0 0 0,4 2 0 0 0,-5-3 0 0 0,1 1 0 0 0,-1-1 0 0 0,0 0 0 0 0,0 0 0 0 0,0 0 0 0 0,0 0 0 0 0,0 0 0 0 0,1 0 0 0 0,-1 0 0 0 0,0 0 0 0 0,0 0 0 0 0,0-1 0 0 0,0 1 0 0 0,0 0 0 0 0,1-1 0 0 0,-1 1 0 0 0,0-1 0 0 0,0 1 0 0 0,0-1 0 0 0,0 1 0 0 0,0-1 0 0 0,-1 0 0 0 0,1 0 0 0 0,0 1 0 0 0,0-1 0 0 0,0 0 0 0 0,1-1 0 0 0,2-5-1 0 0,1 1 0 0 0,-1-1 0 0 0,0 1 0 0 0,0-1 0 0 0,5-14 0 0 0,10-40 27 0 0,-1 0-1816 0 0,-17 60 1784 0 0,2-8-966 0 0,0 0 1 0 0,1 0 0 0 0,1 0-1 0 0,-1 1 1 0 0,1 0 0 0 0,10-12-1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36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18999,'-3'2766'0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3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51 2304 0 0,'-7'-19'17356'0'0,"8"19"-17356"0"0,0 0 0 0 0,0 1 0 0 0,-1-1 0 0 0,1 1 0 0 0,0-1 0 0 0,0 1 0 0 0,0-1 0 0 0,0 1 0 0 0,-1-1 0 0 0,1 1 0 0 0,0 0 0 0 0,0-1 0 0 0,-1 1 0 0 0,1 0 0 0 0,-1 0 0 0 0,1 0 0 0 0,-1 0 0 0 0,2 1 0 0 0,8 19 0 0 0,-8-17 0 0 0,16 44 0 0 0,-15-38 0 0 0,0-1 0 0 0,0 1 0 0 0,1-1 0 0 0,0 0 0 0 0,1 0 0 0 0,0-1 0 0 0,8 12 0 0 0,-12-20 0 0 0,0 1 0 0 0,-1 0 0 0 0,1 0 0 0 0,0-1 0 0 0,0 1 0 0 0,0 0 0 0 0,0-1 0 0 0,0 1-1 0 0,0-1 1 0 0,0 1 0 0 0,0-1 0 0 0,0 1 0 0 0,0-1 0 0 0,0 0 0 0 0,0 0 0 0 0,0 1 0 0 0,0-1 0 0 0,0 0 0 0 0,0 0 0 0 0,0 0-1 0 0,2 0 1 0 0,-1-1 1 0 0,1 0-1 0 0,-1 1 1 0 0,1-1-1 0 0,-1 0 1 0 0,0 0-1 0 0,0 0 1 0 0,1 0-1 0 0,-1 0 0 0 0,2-2 1 0 0,4-4-9 0 0,0 1-1 0 0,-1-1 1 0 0,10-12 0 0 0,25-31-1454 0 0,50-56-3344 0 0,-85 101 4129 0 0,-6 5 323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38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18646,'230'3433'0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39.8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27 157 1380 0 0,'-20'-11'15704'0'0,"14"12"-13128"0"0,7 2-2576 0 0,1 0 0 0 0,-1 0 0 0 0,1 0 0 0 0,0 0 0 0 0,2 3 0 0 0,9 13 0 0 0,14 25 0 0 0,-19-30 0 0 0,0 0 0 0 0,0-1 0 0 0,1 0 0 0 0,1-1 0 0 0,13 13 0 0 0,-22-23 0 0 0,0-1 1 0 0,1 0-1 0 0,-1 0 0 0 0,0 0 1 0 0,1 0-1 0 0,-1 0 0 0 0,1 0 1 0 0,-1 0-1 0 0,1 0 0 0 0,-1-1 0 0 0,1 1 1 0 0,0 0-1 0 0,-1-1 0 0 0,1 0 1 0 0,0 1-1 0 0,0-1 0 0 0,-1 0 0 0 0,1 0 1 0 0,0 0-1 0 0,-1 0 0 0 0,1 0 1 0 0,0 0-1 0 0,0 0 0 0 0,-1-1 0 0 0,1 1 1 0 0,0-1-1 0 0,-1 1 0 0 0,1-1 1 0 0,0 0-1 0 0,-1 1 0 0 0,1-1 0 0 0,-1 0 1 0 0,1 0-1 0 0,-1 0 0 0 0,0 0 1 0 0,1-1-1 0 0,-1 1 0 0 0,0 0 0 0 0,0 0 1 0 0,1-2-1 0 0,5-6-27 0 0,0 0 0 0 0,-1-1 0 0 0,-1 1 0 0 0,9-20 0 0 0,-13 26 9 0 0,10-21-1360 0 0,-2 0 1 0 0,11-39 0 0 0,-18 54 1102 0 0,0-1 0 0 0,0 0 1 0 0,-1 0-1 0 0,-1 0 1 0 0,0 1-1 0 0,0-1 1 0 0,0 0-1 0 0,-2 0 1 0 0,-3-18-1 0 0,1 16-741 0 0,2 1-2986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46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0 18341,'-31'2900'0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47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4609 0 0,'8'11'12265'0'0,"47"81"-9206"0"0,-41-64-3150 0 0,2 0 0 0 0,23 29 0 0 0,-36-54 91 0 0,0 1 0 0 0,0-1 0 0 0,0 0 0 0 0,0 0 0 0 0,0 0 0 0 0,1 0 0 0 0,0-1 0 0 0,5 4 0 0 0,-8-5 0 0 0,0-1 0 0 0,1 1 0 0 0,-1-1 0 0 0,0 0 0 0 0,1 1 0 0 0,-1-1 0 0 0,1 0 0 0 0,-1 0 0 0 0,0 0 0 0 0,1 0 0 0 0,-1 0 0 0 0,0 0 0 0 0,1 0 0 0 0,-1-1 0 0 0,1 1 0 0 0,-1 0 0 0 0,0-1 0 0 0,1 1 0 0 0,-1-1 0 0 0,0 0 0 0 0,0 1 0 0 0,0-1 0 0 0,1 0 0 0 0,-1 0 0 0 0,0 1 0 0 0,0-1 0 0 0,0 0 0 0 0,0 0 0 0 0,0 0 0 0 0,1-2 0 0 0,6-9-223 0 0,0 0-1 0 0,-1 0 1 0 0,0-1 0 0 0,-1 0-1 0 0,7-19 1 0 0,1-3-879 0 0,11-26-1957 0 0,-15 35 2612 0 0,1 0-1 0 0,1 1 1 0 0,20-31-1 0 0,-27 49-532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7:50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18545,'175'3260'0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7:53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5761 0 0,'47'53'11126'0'0,"-5"6"-7206"0"0,35 67-5899 0 0,-27-43 2811 0 0,-49-81-832 0 0,0 0 0 0 0,1 0 0 0 0,-1 0 0 0 0,1 0 0 0 0,-1 0 0 0 0,1-1 0 0 0,-1 1 0 0 0,1-1 0 0 0,3 3 0 0 0,-4-4 0 0 0,-1 0 0 0 0,1 1 0 0 0,-1-1 0 0 0,1 0 0 0 0,-1 0 0 0 0,0 0 0 0 0,1 0 0 0 0,-1 0 0 0 0,1 0 0 0 0,-1 0 0 0 0,1 0 0 0 0,-1 0 0 0 0,1 0 0 0 0,-1 0 0 0 0,1 0 0 0 0,-1 0 0 0 0,0 0 0 0 0,1 0 0 0 0,-1 0 0 0 0,1-1 0 0 0,0 0 0 0 0,0 1 0 0 0,0-1 0 0 0,0 0 0 0 0,-1 1 0 0 0,1-1 0 0 0,0 0 0 0 0,-1 0 0 0 0,1 0 0 0 0,-1 1 0 0 0,1-1 0 0 0,-1 0 0 0 0,1 0 0 0 0,0-1 0 0 0,8-27-26 0 0,9-38 0 0 0,2-7 57 0 0,-11 48-296 0 0,-4 8 226 0 0,1 1 0 0 0,11-22 0 0 0,-14 33-617 0 0,0 0-1 0 0,1 1 1 0 0,8-10-1 0 0,-9 12-263 0 0,0-1 0 0 0,1 1 0 0 0,0 0 0 0 0,0 0 0 0 0,0 1 0 0 0,5-4 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8:03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9451 0 18174,'-9451'3074'0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8:05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36 2304 0 0,'-3'-14'14085'0'0,"3"10"-12520"0"0,2-6 1257 0 0,3 2-3938 0 0,-5 16 1116 0 0,-6 30 0 0 0,-14 46 0 0 0,0 3 0 0 0,18-78 0 0 0,0-3 0 0 0,1 0 0 0 0,0-1 0 0 0,1 1 0 0 0,-1 0 0 0 0,1 8 0 0 0,1-13 0 0 0,-1 1 0 0 0,0-1 0 0 0,0 1 0 0 0,1-1 0 0 0,-1 0 0 0 0,1 0 0 0 0,-1 1 0 0 0,1-1 0 0 0,0 0 0 0 0,-1 0 0 0 0,1 1 0 0 0,0-1 0 0 0,0 0 0 0 0,0 0 0 0 0,0 0 0 0 0,0 0 0 0 0,0 0 0 0 0,0 0 0 0 0,0-1 0 0 0,0 1 0 0 0,0 0 0 0 0,1 0 0 0 0,-1-1 0 0 0,0 1 0 0 0,1-1 0 0 0,-1 1 0 0 0,2 0 0 0 0,11 1-31 0 0,0 0-1 0 0,0 0 0 0 0,18-1 1 0 0,-6 0 5 0 0,95 1 170 0 0,-116-2-226 0 0,0 1 1 0 0,0 0 0 0 0,-1 0 0 0 0,1 0-1 0 0,-1 0 1 0 0,1 1 0 0 0,-1 0 0 0 0,9 4-1 0 0,-6-2-2560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8:11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9599 3627 16642,'-9599'-3627'0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8:32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96 460 0 0,'13'-15'18143'0'0,"-12"14"-18055"0"0,1-1 0 0 0,-1 0 0 0 0,0 0 1 0 0,0 0-1 0 0,0 0 0 0 0,0 0 0 0 0,0 0 0 0 0,-1 0 0 0 0,1 0 0 0 0,-1 0 0 0 0,1-4 0 0 0,-22-5-88 0 0,20 11 0 0 0,0-1 0 0 0,0 0 0 0 0,0 0 0 0 0,0 0 0 0 0,0 0 0 0 0,1-1 0 0 0,-1 1 0 0 0,0 0 0 0 0,1 0 0 0 0,-1 0 0 0 0,1-1 0 0 0,0 1 0 0 0,-1 0 0 0 0,1 0 0 0 0,0-1 0 0 0,-1-1 0 0 0,1 2 0 0 0,0 0 0 0 0,0 0 0 0 0,0 0 0 0 0,0 0 0 0 0,0 0 0 0 0,0 1 0 0 0,0-1 0 0 0,0 0 0 0 0,0 0 0 0 0,1 0 0 0 0,-1 0 0 0 0,0 0 0 0 0,1 1 0 0 0,-1-1 0 0 0,0 0 0 0 0,1 0 0 0 0,-1 1 0 0 0,1-1 0 0 0,-1 0 0 0 0,1 1 0 0 0,-1-1 0 0 0,1 0 0 0 0,0 1 0 0 0,0-1 0 0 0,0 0 0 0 0,-1 1 0 0 0,0 0 0 0 0,0 0 0 0 0,0 0 0 0 0,0 0 0 0 0,0 0 0 0 0,1 0 0 0 0,-1 0 0 0 0,0 0 0 0 0,0 0 0 0 0,0 0 0 0 0,0-1 0 0 0,0 1 0 0 0,0 0 0 0 0,0 0 0 0 0,0 0 0 0 0,0 0 0 0 0,0 0 0 0 0,0 0 0 0 0,0 0 0 0 0,0 0 0 0 0,0 0 0 0 0,1 0 0 0 0,-1 0 0 0 0,0 0 0 0 0,0 0 0 0 0,0 0 0 0 0,0 0 0 0 0,0 0 0 0 0,0 1 0 0 0,0-1 0 0 0,0 0 0 0 0,0 0 0 0 0,0 0 0 0 0,0 0 0 0 0,0 0 0 0 0,0 0 0 0 0,0 0 0 0 0,0 0 0 0 0,0 0 0 0 0,1 0 0 0 0,-1 0 0 0 0,0 0 0 0 0,0 0 0 0 0,0 0 0 0 0,0 0 0 0 0,0 0 0 0 0,0 0 0 0 0,0 0 0 0 0,0 0 0 0 0,0 1 0 0 0,0-1 0 0 0,0 0 0 0 0,0 0 0 0 0,0 0 0 0 0,0 0 0 0 0,0 0 0 0 0,0 0 0 0 0,0 0 0 0 0,0 0 0 0 0,0 0 0 0 0,0 0 0 0 0,0 0 0 0 0,0 0 0 0 0,0 1 0 0 0,2 5 0 0 0,7 17-1814 0 0,-1 0-1 0 0,9 42 1 0 0,-14-49 894 0 0,-1 0 1 0 0,0 24-1 0 0,-2-29 1418 0 0,-1-1-1 0 0,-3 15 1 0 0,4-21-495 0 0,-1 3 35 0 0,0-7-35 0 0,1 0-1 0 0,0 0 0 0 0,0 0 1 0 0,-1 0-1 0 0,1 0 1 0 0,0 0-1 0 0,0 0 0 0 0,0 0 1 0 0,-1 0-1 0 0,1 0 1 0 0,0 0-1 0 0,0 0 0 0 0,0 0 1 0 0,-1 0-1 0 0,1 0 1 0 0,0 0-1 0 0,0 0 0 0 0,0 0 1 0 0,-1-1-1 0 0,1 1 1 0 0,0 0-1 0 0,0 0 0 0 0,0 0 1 0 0,-1 0-1 0 0,1 0 1 0 0,0 0-1 0 0,0-1 1 0 0,0 1-1 0 0,0 0 0 0 0,0 0 1 0 0,-1 0-1 0 0,1 0 1 0 0,0-1-1 0 0,0 1 0 0 0,0 0 1 0 0,0 0 29 0 0,-3-2-14 0 0,-11-2-694 0 0,11 4 1238 0 0,0-1 1 0 0,1 1-1 0 0,-1 0 1 0 0,0 0-1 0 0,0 1 1 0 0,1-1-1 0 0,-1 0 1 0 0,0 1-1 0 0,1 0 1 0 0,-1-1-1 0 0,-5 4 1 0 0,-4 1-827 0 0,-6 4-1728 0 0,-2-2 0 0 0,-27 9-1 0 0,40-14 2157 0 0,-1-1-1 0 0,1 0 1 0 0,-6 1 3492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8:44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9341 1 15951,'-9341'3232'0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8:45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0 1044 0 0,'-9'0'20170'0'0,"-9"19"-22876"0"0,8-7 3858 0 0,0-3-1152 0 0,1 2 0 0 0,0-1 0 0 0,1 1 0 0 0,0 0 0 0 0,0 1 0 0 0,2 0 0 0 0,-11 24 0 0 0,15-32-38 0 0,1-1 0 0 0,1 0-1 0 0,-1 0 1 0 0,0 0 0 0 0,1 1-1 0 0,0 3 1 0 0,0-6 49 0 0,0 0 0 0 0,0 0 1 0 0,0 0-1 0 0,0 0 0 0 0,0 0 0 0 0,1 0 0 0 0,-1 0 0 0 0,0-1 1 0 0,1 1-1 0 0,-1 0 0 0 0,1 0 0 0 0,-1 0 0 0 0,1 0 0 0 0,-1 0 1 0 0,1-1-1 0 0,-1 1 0 0 0,1 0 0 0 0,0 0 0 0 0,0-1 1 0 0,-1 1-1 0 0,1 0 0 0 0,0-1 0 0 0,2 2 0 0 0,-1-1-1 0 0,1 1 0 0 0,0 0 0 0 0,-1 0 0 0 0,1 1 0 0 0,-1-1 0 0 0,1 0 0 0 0,-1 1 0 0 0,0-1 0 0 0,2 5 0 0 0,-2-4-128 0 0,0-1 1 0 0,0 1-1 0 0,0-1 0 0 0,0 1 0 0 0,0-1 1 0 0,0 0-1 0 0,1 0 0 0 0,-1 0 0 0 0,0 0 1 0 0,1 0-1 0 0,4 2 0 0 0,-1-3-368 0 0,0 1-1 0 0,0-1 1 0 0,0 0-1 0 0,0 0 0 0 0,1-1 1 0 0,-1 0-1 0 0,0 0 1 0 0,0-1-1 0 0,0 1 0 0 0,0-1 1 0 0,0 0-1 0 0,7-3 1 0 0,-7 2 430 0 0,1 1 1 0 0,0-1 0 0 0,-1 1-1 0 0,1 1 1 0 0,0-1 0 0 0,0 1-1 0 0,0 0 1 0 0,-1 1-1 0 0,9 1 1 0 0,-11 0-139 0 0,-1-1 0 0 0,1 1 0 0 0,-1 0 0 0 0,1 0 0 0 0,-1 0 0 0 0,0 0 0 0 0,0 1 0 0 0,3 3 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8:51.7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17966,'9452'4417'0,"-9561"-4555"0,218 276 0,-285-133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9:06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17803,'2755'3107'0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9:09.3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23 123 3917 0 0,'-23'-4'15743'0'0,"23"4"-15743"0"0,1 0 0 0 0,-1-1 0 0 0,1 1 0 0 0,-1 0 0 0 0,0 0 0 0 0,1-1 0 0 0,-1 1 0 0 0,1 0 0 0 0,-1 0 0 0 0,1 0 0 0 0,-1 0 0 0 0,0 0 0 0 0,1 0 0 0 0,-1-1 0 0 0,1 1 0 0 0,-1 0 0 0 0,1 0 0 0 0,-1 0 0 0 0,1 1 0 0 0,-1-1 0 0 0,1 0 0 0 0,-1 0 0 0 0,1 0 0 0 0,-1 0 0 0 0,0 0 0 0 0,2 1 0 0 0,13 3 0 0 0,-14-4 0 0 0,33 11 0 0 0,0 2 0 0 0,42 24 0 0 0,-71-35 0 0 0,2 2 0 0 0,0-1 0 0 0,1 0 0 0 0,11 3 0 0 0,-17-6 0 0 0,0 1 0 0 0,1-1 0 0 0,-1 1 0 0 0,0-1 0 0 0,0 0 0 0 0,1 0 0 0 0,-1 0 0 0 0,0 0 0 0 0,0 0 0 0 0,1-1 0 0 0,-1 1 0 0 0,0-1 0 0 0,0 1 0 0 0,0-1 0 0 0,1 0 0 0 0,3-2 0 0 0,-6 2 0 0 0,1 0 0 0 0,0 1 0 0 0,0-1 0 0 0,-1 0 0 0 0,1 0 0 0 0,-1 0 0 0 0,1 0 0 0 0,-1 0 0 0 0,1 0 0 0 0,-1 0 0 0 0,1 0 0 0 0,-1 0 0 0 0,0 0 0 0 0,0-1 0 0 0,1 1 0 0 0,-1 0 0 0 0,0 0 0 0 0,0-2 0 0 0,-3-25 0 0 0,2 16 0 0 0,-3-18 15 0 0,2 24-19 0 0,1 0-1 0 0,0 0 1 0 0,1 0-1 0 0,-1 0 1 0 0,1 0 0 0 0,0 0-1 0 0,1 0 1 0 0,-1 0-1 0 0,1 0 1 0 0,0 0 0 0 0,4-10-1 0 0,11 0-762 0 0,-11 9-956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9:14.8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18411,'3018'3017'0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9:16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24 218 1380 0 0,'-23'-21'19330'0'0,"23"19"-18804"0"0,4-4-2102 0 0,-3 5 1576 0 0,0 0 0 0 0,1 1 0 0 0,-1-1 0 0 0,0 1 0 0 0,1 0 0 0 0,-1-1 0 0 0,1 1 0 0 0,-1 0 0 0 0,0 0 0 0 0,1 0 0 0 0,-1 0 0 0 0,1 0 0 0 0,-1 0 0 0 0,1 0 0 0 0,-1 1 0 0 0,3 0 0 0 0,23 9 0 0 0,-18-6 0 0 0,48 21 0 0 0,-28-12 0 0 0,37 13 0 0 0,-62-25 0 0 0,0 1 0 0 0,1-1 0 0 0,-1 0 0 0 0,0-1 0 0 0,1 1 0 0 0,-1-1 0 0 0,5 0 0 0 0,-8 0 0 0 0,0 0 0 0 0,0 0 0 0 0,0-1 0 0 0,0 1 0 0 0,0-1 0 0 0,0 1 0 0 0,0-1 0 0 0,0 1 0 0 0,0-1 0 0 0,0 1 0 0 0,0-1 0 0 0,0 0 0 0 0,0 1 0 0 0,-1-1 0 0 0,1 0 0 0 0,0 0 0 0 0,-1 0 0 0 0,1 0 0 0 0,0 0 0 0 0,-1 1 0 0 0,1-1 0 0 0,-1 0 0 0 0,1 0 0 0 0,-1 0 0 0 0,0-1 0 0 0,1 1 0 0 0,-1 0 0 0 0,0 0 0 0 0,0 0 0 0 0,0 0 0 0 0,0 0 0 0 0,0 0 0 0 0,0-2 0 0 0,0-63 0 0 0,-1 52-3 0 0,1-1 0 0 0,0 1 0 0 0,1-1 1 0 0,1 1-1 0 0,0-1 0 0 0,1 1 0 0 0,7-23 1 0 0,-8 32-119 0 0,1-1 1 0 0,-1 1 0 0 0,1 0 0 0 0,0 0 0 0 0,7-7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9:19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2642 1 16456,'-2642'3672'0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9:20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0 2533 0 0,'-17'5'13157'0'0,"14"-4"-12280"0"0,3 0-588 0 0,-1 0-1 0 0,1-1 0 0 0,-1 1 0 0 0,0 0 1 0 0,1 0-1 0 0,-1 0 0 0 0,1 0 0 0 0,0-1 1 0 0,-1 1-1 0 0,1 0 0 0 0,0 0 1 0 0,-1 0-1 0 0,1 0 0 0 0,0 0 0 0 0,0 1 1 0 0,0 4-750 0 0,0-1 0 0 0,1 1 0 0 0,0-1 0 0 0,0 1-1 0 0,3 7 1 0 0,1 7 1708 0 0,0 24-1247 0 0,12 75 0 0 0,-17-117 0 0 0,1-1 0 0 0,-1 0 0 0 0,0 1 0 0 0,1-1 0 0 0,-1 0 0 0 0,1 0 0 0 0,0 0 0 0 0,-1 1 0 0 0,1-1 0 0 0,0 0 0 0 0,-1 0 0 0 0,1 0 0 0 0,0 0 0 0 0,0 0 0 0 0,0 0 0 0 0,0-1 0 0 0,0 1 0 0 0,2 1 0 0 0,0 0 0 0 0,0-1 0 0 0,1 0 0 0 0,-1 0 0 0 0,0-1 0 0 0,0 1 0 0 0,4-1 0 0 0,8 3 0 0 0,-8-2-23 0 0,0 0 0 0 0,0 0-1 0 0,0 0 1 0 0,1-1 0 0 0,-1 0-1 0 0,0 0 1 0 0,0-1 0 0 0,0 0-1 0 0,1 0 1 0 0,-1-1 0 0 0,0 0-1 0 0,-1 0 1 0 0,1-1 0 0 0,0 1-1 0 0,-1-2 1 0 0,1 1 0 0 0,-1-1 0 0 0,10-7-1 0 0,28-22-3966 0 0,-31 23 3661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39:23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2624 0 17445,'-2623'3546'0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39:25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39 1380 0 0,'-10'-24'15616'0'0,"11"21"-14872"0"0,1-8 1176 0 0,-2 31-1920 0 0,1-7 0 0 0,-3 36-752 0 0,3 68-6672 0 0,6-47 7512 0 0,-7-69-81 0 0,0 1 0 0 0,1-1 0 0 0,-1 1 0 0 0,0-1 0 0 0,0 1 0 0 0,1-1 0 0 0,-1 1-1 0 0,1-1 1 0 0,-1 0 0 0 0,1 1 0 0 0,0-1 0 0 0,0 0 0 0 0,0 1 0 0 0,-1-1 0 0 0,1 0-1 0 0,2 2 1 0 0,-1-2 35 0 0,-1-1 1 0 0,0 1-1 0 0,1-1 0 0 0,-1 1 0 0 0,0-1 0 0 0,1 0 0 0 0,-1 0 1 0 0,0 0-1 0 0,1 1 0 0 0,-1-2 0 0 0,1 1 0 0 0,-1 0 0 0 0,0 0 0 0 0,1 0 1 0 0,-1 0-1 0 0,1-1 0 0 0,-1 1 0 0 0,2-1 0 0 0,12-3 305 0 0,0 1 0 0 0,0 1 0 0 0,1 1 0 0 0,27 0 0 0 0,14 0 236 0 0,-19-5-3580 0 0,-24 3-372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02.0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6088 1 13595,'-6088'3380'0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18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34 2304 0 0,'1'-13'15269'0'0,"5"-2"-13413"0"0,-4 11-1625 0 0,-1 3-231 0 0,-1 5 0 0 0,-32 231 0 0 0,24-208 0 0 0,6-21 0 0 0,0 0 0 0 0,1 0 0 0 0,0 0 0 0 0,-1 0 0 0 0,1 8 0 0 0,1-14 0 0 0,1 1 0 0 0,-1-1 0 0 0,0 1 0 0 0,1-1 0 0 0,-1 0 0 0 0,1 1 0 0 0,-1-1 0 0 0,1 1 0 0 0,-1-1 0 0 0,1 0 0 0 0,-1 1 0 0 0,1-1 0 0 0,-1 0 0 0 0,1 1 0 0 0,-1-1 0 0 0,1 0 0 0 0,-1 0 0 0 0,1 0 0 0 0,0 1 0 0 0,-1-1 0 0 0,1 0 0 0 0,-1 0 0 0 0,1 0 0 0 0,1 0 0 0 0,20 2 0 0 0,-16-1 0 0 0,23 2-262 0 0,-14-1 231 0 0,0 0 0 0 0,0-1 0 0 0,0-1 0 0 0,18-2 0 0 0,-27 2-916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26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6199 0 14789,'-6199'3238'0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28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 3225 0 0,'8'-6'11045'0'0,"-2"19"-6496"0"0,-3-1-3708 0 0,-3-9-841 0 0,-5 141 0 0 0,-1-99 0 0 0,2-23 0 0 0,0 33 0 0 0,4-53 0 0 0,0 0-1 0 0,0-1 1 0 0,0 1-1 0 0,0 0 1 0 0,1-1-1 0 0,-1 1 1 0 0,0 0-1 0 0,1-1 1 0 0,0 1-1 0 0,-1-1 1 0 0,1 1-1 0 0,0-1 1 0 0,0 1-1 0 0,0-1 1 0 0,0 1 0 0 0,0-1-1 0 0,2 3 1 0 0,-1-3 2 0 0,1 1 0 0 0,-1 0 0 0 0,1-1 0 0 0,-1 0 0 0 0,1 1 0 0 0,0-1 0 0 0,-1 0 0 0 0,1 0 0 0 0,5 1 0 0 0,3-1-30 0 0,1 1-1 0 0,0-2 0 0 0,-1 1 0 0 0,13-3 0 0 0,-23 2 18 0 0,14-1-262 0 0,0-1 1 0 0,24-6-1 0 0,5-5-4749 0 0,-43 13 4812 0 0,11-3-3752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33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17263,'6065'3824'0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35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18 246 2304 0 0,'-15'-5'16092'0'0,"15"5"-16057"0"0,0 0 0 0 0,0 0 0 0 0,0 0 0 0 0,0 0 0 0 0,-1-1-1 0 0,1 1 1 0 0,0 0 0 0 0,0 0 0 0 0,0 0 0 0 0,0 0-1 0 0,-1 0 1 0 0,1-1 0 0 0,0 1 0 0 0,0 0 0 0 0,0 0 0 0 0,0 0-1 0 0,0 0 1 0 0,0-1 0 0 0,0 1 0 0 0,-1 0 0 0 0,1 0 0 0 0,0 0-1 0 0,0-1 1 0 0,0 1 0 0 0,0 0 0 0 0,0 0 0 0 0,0-1 0 0 0,0 1-1 0 0,0 0 1 0 0,1-1-22 0 0,-1 1 0 0 0,1-1 0 0 0,-1 1 0 0 0,1 0 0 0 0,-1-1 0 0 0,1 1-1 0 0,-1 0 1 0 0,1 0 0 0 0,0-1 0 0 0,-1 1 0 0 0,1 0 0 0 0,-1 0 0 0 0,1 0 0 0 0,0 0-1 0 0,-1-1 1 0 0,2 1 0 0 0,8-1-13 0 0,0 1 0 0 0,0-1 0 0 0,0 2 0 0 0,0-1 0 0 0,0 2 0 0 0,11 1 0 0 0,59 19 0 0 0,-55-14 0 0 0,7 4 0 0 0,10 3 0 0 0,-38-14 0 0 0,-1 0 0 0 0,1 0 0 0 0,0 0 0 0 0,0-1 0 0 0,0 0 0 0 0,0 0 0 0 0,-1 0 0 0 0,8-1 0 0 0,-10 1 0 0 0,0-1 0 0 0,-1 1 0 0 0,1 0 0 0 0,-1-1 0 0 0,1 1 0 0 0,-1 0 0 0 0,1-1 0 0 0,-1 1 0 0 0,1 0 0 0 0,-1-1 0 0 0,1 1 0 0 0,-1-1 0 0 0,1 1 0 0 0,-1-1 0 0 0,0 1 0 0 0,1-1 0 0 0,-1 1 0 0 0,0-1 0 0 0,1 0 0 0 0,-1 1 0 0 0,0-1 0 0 0,0 1 0 0 0,0-1 0 0 0,0 0 0 0 0,1 1 0 0 0,-1-1 0 0 0,0 1 0 0 0,0-1 0 0 0,0 0 0 0 0,0 1 0 0 0,0-1 0 0 0,-1 0 0 0 0,1 1 0 0 0,0-1 0 0 0,0-1 0 0 0,-9-24 0 0 0,8 21 0 0 0,-21-47-918 0 0,9 19-2131 0 0,-15-48 0 0 0,25 68 2917 0 0,-2-24-1 0 0,7 17-462 0 0,1 13-2020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38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16558,'6109'3803'0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39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24 268 3457 0 0,'-18'-12'10577'0'0,"17"10"-10186"0"0,1 1-129 0 0,-1 0 0 0 0,1 0 0 0 0,-1 0-1 0 0,1 0 1 0 0,-1 0 0 0 0,1 0 0 0 0,-1-1-1 0 0,1 1 1 0 0,0 0 0 0 0,0 0-1 0 0,0 0 1 0 0,0 0 0 0 0,0-1 0 0 0,0 1-1 0 0,0 0 1 0 0,0 0 0 0 0,0 0 0 0 0,0 0-1 0 0,1-2 1 0 0,0 2-262 0 0,0 0 0 0 0,-1 1 0 0 0,1-1 0 0 0,0 1 0 0 0,0 0 0 0 0,0-1 0 0 0,0 1 0 0 0,0 0 0 0 0,0-1 0 0 0,-1 1 0 0 0,1 0 0 0 0,0 0 0 0 0,0 0 0 0 0,0 0 0 0 0,0 0 0 0 0,0 0 0 0 0,0 0 0 0 0,0 0 0 0 0,0 0 0 0 0,0 0 0 0 0,0 1 0 0 0,1-1 0 0 0,23 9 0 0 0,-24-8 0 0 0,33 14 0 0 0,-12-5 0 0 0,25 9 0 0 0,-41-17 0 0 0,0 0 0 0 0,0-1 0 0 0,1 0 0 0 0,-1 0 0 0 0,0 0 0 0 0,1-1 0 0 0,-1 0 0 0 0,1 0 0 0 0,6-1 0 0 0,-10 0 3 0 0,0 0 0 0 0,-1 0 0 0 0,1-1-1 0 0,0 1 1 0 0,-1-1 0 0 0,0 1 0 0 0,1-1-1 0 0,-1 0 1 0 0,0 0 0 0 0,0 0 0 0 0,0 0 0 0 0,0 0-1 0 0,0-1 1 0 0,0 1 0 0 0,0-1 0 0 0,-1 1 0 0 0,2-4-1 0 0,1-2-126 0 0,0 1 0 0 0,-1-1-1 0 0,0 0 1 0 0,3-15 0 0 0,-5 17-327 0 0,0 0 1 0 0,-1 1 0 0 0,0-1 0 0 0,0 0 0 0 0,0 0 0 0 0,-1 0 0 0 0,0 1-1 0 0,0-1 1 0 0,-3-10 0 0 0,-3-2-451 0 0,-15-28 0 0 0,13 29 481 0 0,-9-24 0 0 0,17 36-585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55.1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16261,'6030'3250'0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56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11 255 2072 0 0,'-10'-3'16524'0'0,"9"-1"-15460"0"0,4-3-1064 0 0,-1 6 0 0 0,1-1 0 0 0,-1 0 0 0 0,0 1 0 0 0,1-1 0 0 0,-1 1 0 0 0,1 0 0 0 0,-1 0 0 0 0,1 0 0 0 0,0 0 0 0 0,-1 0 0 0 0,1 0 0 0 0,0 1 0 0 0,-1-1 0 0 0,1 1 0 0 0,0 0 0 0 0,0 0 0 0 0,0 0 0 0 0,-1 0 0 0 0,6 1 0 0 0,77 16 0 0 0,1 0 0 0 0,-84-17 0 0 0,0 0 0 0 0,0 0 0 0 0,-1 1 0 0 0,1-1 0 0 0,0 0 0 0 0,0 0 0 0 0,-1 0 0 0 0,1-1 0 0 0,0 1 0 0 0,-1 0 0 0 0,1-1 0 0 0,0 1 0 0 0,-1-1 0 0 0,1 1 0 0 0,0-1 0 0 0,-1 0 0 0 0,1 0 0 0 0,-1 0 0 0 0,1 0 0 0 0,-1 0 0 0 0,2-1 0 0 0,-2 0 0 0 0,0 0 0 0 0,0 0 0 0 0,0 0 0 0 0,0 0 0 0 0,0 0 0 0 0,-1 0 0 0 0,1 0 0 0 0,-1 0 0 0 0,1 0 0 0 0,-1 0 0 0 0,0 0 0 0 0,0 0 0 0 0,0 0 0 0 0,0-1 0 0 0,0 1 0 0 0,-1-3 0 0 0,-3-19-225 0 0,-1 0 1 0 0,-1 0-1 0 0,-9-24 0 0 0,-10-34 798 0 0,24 72-1275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1:58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15593,'6087'3197'0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1:59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7 290 4825 0 0,'-7'-28'14650'0'0,"7"26"-14087"0"0,1 1-576 0 0,-1 1 0 0 0,0-1 0 0 0,1 1 0 0 0,-1-1 0 0 0,0 1 0 0 0,1 0 0 0 0,-1-1 0 0 0,1 1 0 0 0,-1-1 0 0 0,1 1 0 0 0,-1 0 0 0 0,1 0 0 0 0,-1-1 0 0 0,1 1 0 0 0,0 0 0 0 0,-1 0 0 0 0,1-1 0 0 0,-1 1 0 0 0,1 0 0 0 0,0 0-1 0 0,-1 0 1 0 0,1 0 0 0 0,-1 0 0 0 0,1 0 0 0 0,0 0 0 0 0,-1 0 0 0 0,1 0 0 0 0,0 1 0 0 0,19 0 13 0 0,0 1 0 0 0,1 2 0 0 0,-1 0 0 0 0,36 12 0 0 0,-35-9 0 0 0,0-1 0 0 0,1 0 0 0 0,37 3 0 0 0,-56-9 0 0 0,-1 0 0 0 0,1 0 0 0 0,0 0 0 0 0,-1 0 0 0 0,1 0 0 0 0,-1-1 0 0 0,1 1 0 0 0,-1-1 0 0 0,1 0 0 0 0,-1 0 0 0 0,1 1 0 0 0,2-3 0 0 0,-4 2 0 0 0,0 0 0 0 0,0 0 0 0 0,0 0 0 0 0,0 0 0 0 0,0 0 0 0 0,0-1 0 0 0,0 1 0 0 0,0 0 0 0 0,0 0 0 0 0,-1-1 0 0 0,1 1 0 0 0,0-1 0 0 0,-1 1 0 0 0,0-1 0 0 0,1 1 0 0 0,-1-1 0 0 0,0 1 0 0 0,1-1 0 0 0,-1 1 0 0 0,0-1 0 0 0,0-2 0 0 0,-1-5 7 0 0,0 0 0 0 0,0 0 0 0 0,0 0 0 0 0,-1 0 0 0 0,-5-13 0 0 0,-20-42-655 0 0,6 13-1324 0 0,11 27-337 0 0,5 12 936 0 0,0-1 1 0 0,1 1-1 0 0,-3-14 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2:07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6135 1 15872,'-6134'3690'0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2:09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12 1152 0 0,'-21'-12'18508'0'0,"24"40"-18508"0"0,-1-14 0 0 0,-2 1 0 0 0,1-1 0 0 0,-2 0 0 0 0,-3 25 0 0 0,-18 52 0 0 0,8-35 0 0 0,13-53 0 0 0,0 0 0 0 0,1-1 0 0 0,-1 1 0 0 0,1 0 0 0 0,0 0 0 0 0,0 0 0 0 0,0 0 0 0 0,0 0 0 0 0,1 4 0 0 0,-1-6 0 0 0,0-1 0 0 0,1 1 0 0 0,-1-1 0 0 0,0 1 0 0 0,0-1 0 0 0,1 1 0 0 0,-1-1 0 0 0,0 1 0 0 0,1-1 0 0 0,-1 1 0 0 0,1-1 0 0 0,-1 1 0 0 0,1-1 0 0 0,-1 0 0 0 0,1 1 0 0 0,-1-1 0 0 0,1 0 0 0 0,-1 1 0 0 0,1-1 0 0 0,1 0 0 0 0,-1 1 0 0 0,1-1 0 0 0,-1 0 0 0 0,1 0 0 0 0,-1 0 0 0 0,1 0 0 0 0,0 0 0 0 0,-1 0 0 0 0,1 0 0 0 0,2-1 0 0 0,13-4-142 0 0,1 0 0 0 0,17-10 0 0 0,-18 8-1758 0 0,1 0 0 0 0,21-4 1 0 0,-34 10 1469 0 0,1 0 0 0 0,0 0 0 0 0,0 0 0 0 0,0 1 0 0 0,0 0 0 0 0,0 0 0 0 0,0 1 0 0 0,0 0 0 0 0,-1 0 0 0 0,1 0 0 0 0,6 2 0 0 0,-3 1-3396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2:11.8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5933 0 16932,'-5932'3627'0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2:13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1 920 0 0,'-3'3'20410'0'0,"5"8"-22080"0"0,-3 12 1670 0 0,-2 0 0 0 0,0-1 0 0 0,-9 31 0 0 0,1-1 0 0 0,9-40 0 0 0,0-5 0 0 0,0-1 0 0 0,1 1 0 0 0,0 0 0 0 0,1-1 0 0 0,-1 1 0 0 0,1 0 0 0 0,2 9 0 0 0,-2-15-239 0 0,1 1-1 0 0,0-1 0 0 0,0 1 1 0 0,0-1-1 0 0,0 0 1 0 0,1 0-1 0 0,-1 1 1 0 0,0-1-1 0 0,1 0 0 0 0,-1 0 1 0 0,0 0-1 0 0,1 0 1 0 0,-1 0-1 0 0,1-1 0 0 0,0 1 1 0 0,-1 0-1 0 0,1-1 1 0 0,0 1-1 0 0,-1-1 0 0 0,1 0 1 0 0,2 1-1 0 0,4 0-800 0 0,0 1 0 0 0,17-1-1 0 0,125-8 403 0 0,-140 6-1950 0 0,-2 1-869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2:26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2994 1 18725,'-2994'2993'0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2:27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2304 0 0,'-27'1'16417'0'0,"21"7"-15478"0"0,5-5-939 0 0,0 1 0 0 0,0 0 0 0 0,0 0 0 0 0,0 0 0 0 0,1 0 0 0 0,0 0 0 0 0,0 0 0 0 0,0 0 0 0 0,0 0 0 0 0,0 0 0 0 0,2 5 0 0 0,0 18 0 0 0,-4-3 0 0 0,0 48 0 0 0,2-65 0 0 0,0-1 0 0 0,1 1 0 0 0,0 0 0 0 0,0-1 0 0 0,1 1 0 0 0,0-1 0 0 0,0 0 0 0 0,4 8 0 0 0,-4-11-8 0 0,0-1 0 0 0,0 1 0 0 0,0-1 0 0 0,0 0 0 0 0,1 0 0 0 0,-1 0 0 0 0,1 0 0 0 0,0 0 0 0 0,-1 0 0 0 0,1-1 0 0 0,0 1 0 0 0,0-1 0 0 0,0 0-1 0 0,0 0 1 0 0,0 0 0 0 0,0 0 0 0 0,1 0 0 0 0,-1-1 0 0 0,0 1 0 0 0,0-1 0 0 0,6 0 0 0 0,3 0-1210 0 0,-1-1-1 0 0,1 0 1 0 0,-1 0-1 0 0,21-6 1 0 0,47-22-1613 0 0,-2 1 721 0 0,-64 25-999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2:29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2943 1 18535,'-2943'2942'0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2:31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2304 0 0,'-4'9'17202'0'0,"-1"7"-15350"0"0,-4 14-4089 0 0,0 0 2776 0 0,4-11-539 0 0,-3 5 0 0 0,1-1 0 0 0,2 1 0 0 0,-5 33 0 0 0,10-56-1 0 0,0 1-1 0 0,0 0 1 0 0,0-1-1 0 0,0 1 1 0 0,0 0-1 0 0,0 0 1 0 0,1-1 0 0 0,-1 1-1 0 0,0 0 1 0 0,1-1-1 0 0,0 1 1 0 0,-1 0-1 0 0,1-1 1 0 0,0 1-1 0 0,0-1 1 0 0,-1 1-1 0 0,1-1 1 0 0,0 0 0 0 0,1 1-1 0 0,1 1 1 0 0,-1-2 6 0 0,0 1-1 0 0,0-1 1 0 0,0 0 0 0 0,0 0 0 0 0,0 0 0 0 0,1-1 0 0 0,-1 1 0 0 0,0 0 0 0 0,1-1 0 0 0,-1 0-1 0 0,0 1 1 0 0,1-1 0 0 0,2 0 0 0 0,8-1-112 0 0,-1-1 1 0 0,1 0-1 0 0,-1 0 0 0 0,18-7 1 0 0,-25 8-52 0 0,22-9-1394 0 0,-2 0 0 0 0,39-22 0 0 0,-34 16-88 0 0,33-12-1 0 0,-52 23 839 0 0,2 1-1 0 0,-1 1 0 0 0,25-4 1 0 0,-25 6-2577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3:09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18825,'2840'3521'0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3:10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8 188 4377 0 0,'-8'-15'10621'0'0,"9"13"-10018"0"0,5-14 5267 0 0,0 10-7681 0 0,-3 5 1812 0 0,1-1 0 0 0,-1 1 0 0 0,0 1 0 0 0,0-1 0 0 0,1 0 0 0 0,-1 1 0 0 0,0-1 0 0 0,1 1 0 0 0,-1 0 0 0 0,0 0 0 0 0,1 1 0 0 0,5 0 0 0 0,6 2-64 0 0,21 8 0 0 0,-30-9 2 0 0,15 6-1799 0 0,37 20 1 0 0,-11-4-2379 0 0,-45-23 4174 0 0,6 2 79 0 0,0 1 0 0 0,0-1 0 0 0,0-1 0 0 0,0 1 1 0 0,9 0-1 0 0,-15-2 10 0 0,-1-1 1 0 0,1 0 0 0 0,0 0 0 0 0,0 0 0 0 0,-1 0 0 0 0,1 0 0 0 0,0 0 0 0 0,-1-1 0 0 0,1 1 0 0 0,0-1 0 0 0,-1 1 0 0 0,1-1 0 0 0,0 1 0 0 0,-1-1 0 0 0,1 0 0 0 0,-1 0 0 0 0,1 0 0 0 0,-1 0 0 0 0,0 0 0 0 0,1 0 0 0 0,-1 0 0 0 0,0 0-1 0 0,0-1 1 0 0,0 1 0 0 0,0 0 0 0 0,0-1 0 0 0,0 1 0 0 0,0-1 0 0 0,0 1 0 0 0,0-1 0 0 0,0-2 0 0 0,2-7-93 0 0,0-1 0 0 0,0 0 1 0 0,-2 0-1 0 0,1-1 0 0 0,-2-23 0 0 0,2-9 737 0 0,-2 36-592 0 0,1 1-1 0 0,-2-1 1 0 0,1 1 0 0 0,-1 0 0 0 0,-4-16 0 0 0,4 20-580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3:12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18454,'2815'3656'0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3:13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19 196 5069 0 0,'-16'-11'11044'0'0,"16"9"-10699"0"0,-1 1 51 0 0,1 0-1 0 0,-1 0 1 0 0,1-1-1 0 0,0 1 0 0 0,0 0 1 0 0,0 0-1 0 0,0-1 1 0 0,0 1-1 0 0,0 0 1 0 0,0 0-1 0 0,0-2 0 0 0,5-5-1938 0 0,-2 6 1543 0 0,-1 1 0 0 0,0-1 0 0 0,1 1 0 0 0,0 0 0 0 0,-1 0 0 0 0,1 0 0 0 0,0 1 0 0 0,-1-1 0 0 0,1 0 0 0 0,0 1 0 0 0,0 0 0 0 0,-1 0 0 0 0,1 0 0 0 0,0 0 0 0 0,0 0 0 0 0,-1 0 0 0 0,1 1 0 0 0,0-1 0 0 0,2 2 0 0 0,6 1 0 0 0,0 0 0 0 0,-1 1 0 0 0,14 7 0 0 0,28 18 0 0 0,-38-20 0 0 0,1 0 0 0 0,-1-2 0 0 0,2 0 0 0 0,-1 0 0 0 0,1-1 0 0 0,19 4 0 0 0,-34-10 1 0 0,1 1-1 0 0,0-1 1 0 0,0 0 0 0 0,0 0-1 0 0,0 0 1 0 0,0 0 0 0 0,0 0-1 0 0,-1 0 1 0 0,1 0 0 0 0,0 0-1 0 0,0-1 1 0 0,0 1-1 0 0,0-1 1 0 0,-1 0 0 0 0,1 1-1 0 0,0-1 1 0 0,0 0 0 0 0,-1 0-1 0 0,1 0 1 0 0,-1 0 0 0 0,1 0-1 0 0,-1-1 1 0 0,1 1-1 0 0,-1 0 1 0 0,0-1 0 0 0,0 1-1 0 0,1-1 1 0 0,-1 1 0 0 0,0-1-1 0 0,0 1 1 0 0,-1-1 0 0 0,1 0-1 0 0,0 1 1 0 0,0-1-1 0 0,0-2 1 0 0,1-7-29 0 0,0 0-1 0 0,0 0 1 0 0,-1 0-1 0 0,-1 1 1 0 0,0-13-1 0 0,0 3-230 0 0,1-56-4108 0 0,-3 25-2175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3:42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17187,'9254'3104'0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3:45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2 323 5761 0 0,'-2'-4'12458'0'0,"104"35"-11017"0"0,29 3-1441 0 0,-126-33 79 0 0,-1 0 0 0 0,1 0 0 0 0,0-1 0 0 0,0 0-1 0 0,8 0 1 0 0,-12 0-145 0 0,0 0-1 0 0,0 0 1 0 0,-1 0 0 0 0,1-1-1 0 0,0 1 1 0 0,0 0 0 0 0,0-1-1 0 0,-1 1 1 0 0,1 0 0 0 0,0-1-1 0 0,0 1 1 0 0,-1-1 0 0 0,1 1-1 0 0,0-1 1 0 0,-1 1 0 0 0,1-1-1 0 0,0 1 1 0 0,-1-1 0 0 0,1 0-1 0 0,0-1 1 0 0,-1 2-235 0 0,1-1 1 0 0,-1 0-1 0 0,0 0 0 0 0,0 0 1 0 0,0 0-1 0 0,0 0 0 0 0,0 0 1 0 0,0 0-1 0 0,0 0 0 0 0,0 0 1 0 0,0 0-1 0 0,0 0 0 0 0,0 1 1 0 0,-1-3-1 0 0,-5-15-289 0 0,-1 0 0 0 0,-18-32 0 0 0,-4-12 749 0 0,17 35-164 0 0,6 14-4 0 0,1-1 0 0 0,0 1 0 0 0,0-1 0 0 0,2 1 0 0 0,-1-1 0 0 0,-1-25 0 0 0,5 32-90 0 0,0 0 0 0 0,1 0 0 0 0,0 0 0 0 0,0 1 1 0 0,3-8-1 0 0,4-5-3440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3:49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17679,'9345'3240'0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3:57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44 1380 0 0,'-9'-21'15969'0'0,"9"17"-14639"0"0,-2-6 2115 0 0,-1 2-5909 0 0,5 35 2464 0 0,0-7-1432 0 0,1-1 1 0 0,1 0-1 0 0,12 36 0 0 0,10 6-1806 0 0,-6-19 4125 0 0,-13-29-836 0 0,-1 1-1 0 0,0 1 1 0 0,4 16-1 0 0,-10 7 7721 0 0,0-38-7666 0 0,-35 10-105 0 0,22-7 0 0 0,-23 9 0 0 0,19-4 10 0 0,5-2-167 0 0,0-1-1 0 0,-15 5 0 0 0,24-9 189 0 0,0-1 0 0 0,0 1 0 0 0,0 0 0 0 0,0-1 0 0 0,0 0 0 0 0,0 0-1 0 0,0 1 1 0 0,0-2 0 0 0,0 1 0 0 0,-1 0 0 0 0,1-1 0 0 0,0 1 0 0 0,0-1-1 0 0,-5-2 1 0 0,-2-7-71 0 0,9 10 39 0 0,1 0 0 0 0,0 0 1 0 0,0 0-1 0 0,0 0 0 0 0,0 0 0 0 0,0 0 0 0 0,-1 0 1 0 0,1-1-1 0 0,0 1 0 0 0,0 0 0 0 0,0 0 1 0 0,0 0-1 0 0,0 0 0 0 0,0 0 0 0 0,0-1 0 0 0,0 1 1 0 0,0 0-1 0 0,0 0 0 0 0,0 0 0 0 0,0 0 1 0 0,0-1-1 0 0,0 1 0 0 0,0 0 0 0 0,0 0 1 0 0,0 0-1 0 0,0 0 0 0 0,0-1 0 0 0,0 1 0 0 0,0 0 1 0 0,0 0-1 0 0,0 0 0 0 0,0 0 0 0 0,0-1 1 0 0,0 1-1 0 0,0 0 0 0 0,0 0 0 0 0,0 0 0 0 0,0 0 1 0 0,0 0-1 0 0,1-1 0 0 0,-1 1 0 0 0,0 0 1 0 0,0 0-1 0 0,0 0 0 0 0,0 0 0 0 0,0 0 1 0 0,0 0-1 0 0,1 0 0 0 0,-1 0 0 0 0,0-1 0 0 0,0 1 1 0 0,0 0-1 0 0,0 0 0 0 0,1 0 0 0 0,-1 0 1 0 0,0 0-1 0 0,0 0 0 0 0,0 0 0 0 0,0 0 0 0 0,1 0 1 0 0,-1 0-1 0 0,0 0 0 0 0,0 0 0 0 0,0 0 1 0 0,1 0-1 0 0,-1 0-68 0 0,4 1-286 0 0,15 2 870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4:02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9338 1 17491,'-9337'3633'0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4:04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1 1380 0 0,'5'2'19066'0'0,"-2"-2"-19197"0"0,0 1 0 0 0,1 0 0 0 0,-1 0 0 0 0,0 0 0 0 0,4 3 0 0 0,-6-4 131 0 0,-1 1 0 0 0,1 0 0 0 0,0 0 0 0 0,0 0 0 0 0,-1 0 0 0 0,1 0 0 0 0,-1 1 0 0 0,1-1 0 0 0,-1 0 0 0 0,1 0 0 0 0,-1 0 0 0 0,0 0 0 0 0,0 0 0 0 0,1 1 0 0 0,-1-1 0 0 0,0 0 0 0 0,0 0 0 0 0,0 0 0 0 0,0 1 0 0 0,0-1 0 0 0,-1 0 0 0 0,1 0 0 0 0,-1 2 0 0 0,-10 29 0 0 0,9-25 0 0 0,-35 67 0 0 0,26-54 0 0 0,1 0 0 0 0,-11 31 0 0 0,20-49 0 0 0,0 0 0 0 0,0 0 0 0 0,1 1 0 0 0,0-1 0 0 0,-1 0 0 0 0,1 1 0 0 0,0-1 0 0 0,0 0 0 0 0,0 1 0 0 0,0-1 0 0 0,1 0 0 0 0,-1 1 0 0 0,0-1 0 0 0,1 0 0 0 0,0 0 0 0 0,0 1 0 0 0,2 3 0 0 0,-2-4 0 0 0,0-1 0 0 0,0 1 0 0 0,1-1 0 0 0,-1 1 0 0 0,1-1 0 0 0,0 1 0 0 0,-1-1 0 0 0,1 0 0 0 0,0 0 0 0 0,0 0 0 0 0,0 0 0 0 0,-1 0 0 0 0,1 0 0 0 0,0-1 0 0 0,0 1 0 0 0,0 0 0 0 0,1-1 0 0 0,-1 0 0 0 0,0 1 0 0 0,3-1 0 0 0,14 0-63 0 0,27-3 0 0 0,-29 1-219 0 0,0 1 1 0 0,20 2 0 0 0,-31-1-28 0 0,-1 1 1 0 0,0 0-1 0 0,1 0 0 0 0,-1 1 1 0 0,0-1-1 0 0,0 1 0 0 0,0 0 1 0 0,0 1-1 0 0,0-1 0 0 0,9 7 1 0 0,3 1-3834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4:06.7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9191 1 13423,'-9190'3799'0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4:08.8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46 688 0 0,'1'-20'15224'0'0,"-1"18"-14974"0"0,0 0 0 0 0,1 0 0 0 0,-1 1 0 0 0,1-1-1 0 0,0 0 1 0 0,-1 1 0 0 0,1-1 0 0 0,0 1 0 0 0,0-1 0 0 0,0 1 0 0 0,0-1 0 0 0,0 1-1 0 0,1 0 1 0 0,2-3 0 0 0,0 6-221 0 0,-4-1-59 0 0,0 1 1 0 0,1-1 0 0 0,-1 0-1 0 0,0 0 1 0 0,0 0 0 0 0,0 0-1 0 0,0 0 1 0 0,0 0 0 0 0,0 1-1 0 0,0-1 1 0 0,-1 2 0 0 0,-3 31-1065 0 0,2 53-7259 0 0,5-34 8457 0 0,-3-50-20 0 0,0 0-1 0 0,1 0 1 0 0,-1-1-1 0 0,1 1 1 0 0,-1 0 0 0 0,1-1-1 0 0,0 1 1 0 0,0-1-1 0 0,0 1 1 0 0,0-1 0 0 0,0 1-1 0 0,1-1 1 0 0,-1 0-1 0 0,1 1 1 0 0,0-1 0 0 0,2 2-1 0 0,-2-2-51 0 0,1-1 0 0 0,-1 1 0 0 0,1-1-1 0 0,0 0 1 0 0,-1 1 0 0 0,1-1 0 0 0,0 0 0 0 0,0-1-1 0 0,0 1 1 0 0,0 0 0 0 0,0-1 0 0 0,0 0 0 0 0,0 0-1 0 0,4 0 1 0 0,15-1-519 0 0,23-4 0 0 0,-26 2 277 0 0,-1 2 0 0 0,28-1 0 0 0,-36 4-2298 0 0,0 1-839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4:21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18046,'13'2635'0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4:22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99 3225 0 0,'1'-8'10653'0'0,"4"13"-9675"0"0,0 0 1 0 0,0 1 0 0 0,0-1 0 0 0,4 9 0 0 0,3 5-297 0 0,10 26 0 0 0,-16-32-761 0 0,0 1 0 0 0,1-1-1 0 0,1-1 1 0 0,0 1 0 0 0,17 19-1 0 0,-24-31 80 0 0,1 0 0 0 0,-1 1 0 0 0,1-1 0 0 0,-1 0 0 0 0,1 0 0 0 0,0 0 0 0 0,-1 0 0 0 0,1 0 0 0 0,0 0 0 0 0,0-1 0 0 0,-1 1 0 0 0,1 0 0 0 0,0-1 0 0 0,0 0 0 0 0,0 1 0 0 0,0-1 0 0 0,3 0 0 0 0,-1 0 0 0 0,-1-1 0 0 0,0 1 0 0 0,0-1 0 0 0,0 0 0 0 0,0 0 0 0 0,-1 0 0 0 0,1-1 0 0 0,0 1 0 0 0,0 0 0 0 0,3-3 0 0 0,2-2 0 0 0,-1-1 0 0 0,1 0 0 0 0,-1 0 0 0 0,0 0 0 0 0,10-15 0 0 0,71-119-1284 0 0,-45 68-4747 0 0,-42 71 5885 0 0,0 0-1 0 0,0 1 1 0 0,0-1-1 0 0,1 1 1 0 0,-1-1 0 0 0,0 1-1 0 0,1-1 1 0 0,-1 1-1 0 0,4-2 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4:24.0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18514,'206'3412'0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4:25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3917 0 0,'3'17'13812'0'0,"11"6"-11567"0"0,-8-14-2559 0 0,26 48 314 0 0,-11-18 0 0 0,34 49 0 0 0,-53-86 0 0 0,0 1 0 0 0,0 0 0 0 0,0-1 0 0 0,1 0 0 0 0,-1 1 0 0 0,0-1 0 0 0,1 0 0 0 0,0 0 0 0 0,-1 0 0 0 0,1-1 0 0 0,4 3 0 0 0,-5-4 0 0 0,-1 1 0 0 0,1-1 0 0 0,0 0 0 0 0,-1 0 0 0 0,1 0 0 0 0,-1 0 0 0 0,1 0 0 0 0,-1 0 0 0 0,1-1 0 0 0,0 1 0 0 0,-1 0 0 0 0,1-1 0 0 0,-1 1 0 0 0,1-1 0 0 0,-1 0 0 0 0,1 1 0 0 0,-1-1 0 0 0,0 0 0 0 0,1 0 0 0 0,-1 0 0 0 0,0 0 0 0 0,0 0 0 0 0,0 0 0 0 0,2-3 0 0 0,7-7 1 0 0,-1 0-1 0 0,0-1 1 0 0,-1 0-1 0 0,-1-1 1 0 0,9-19 0 0 0,6-10-153 0 0,-6 14-349 0 0,44-68-7111 0 0,-55 89 4846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5:44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0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0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5529 0 0,'0'-1'489'0'0,"1"0"0"0"0,-1 1 0 0 0,1-1 0 0 0,-1 0 0 0 0,1 0 0 0 0,-1 1 0 0 0,1-1 0 0 0,0 0 0 0 0,-1 1-1 0 0,1-1 1 0 0,0 0 0 0 0,-1 1 0 0 0,1-1 0 0 0,0 1 0 0 0,0 0 0 0 0,-1-1 0 0 0,1 1 0 0 0,0-1 0 0 0,0 1 0 0 0,2-1 0 0 0,22-6 2131 0 0,-22 6-2034 0 0,19-6 879 0 0,14-5 67 0 0,-33 12-1443 0 0,-1-1 0 0 0,1 1 0 0 0,0-1 0 0 0,0 1 0 0 0,0 0 0 0 0,0 0 0 0 0,0 0 0 0 0,0 1 0 0 0,4 0 0 0 0,-6-1-63 0 0,0 1-1 0 0,0-1 0 0 0,-1 1 0 0 0,1-1 1 0 0,0 1-1 0 0,0-1 0 0 0,-1 1 1 0 0,1 0-1 0 0,0-1 0 0 0,-1 1 1 0 0,1 0-1 0 0,-1 0 0 0 0,1-1 1 0 0,-1 1-1 0 0,1 0 0 0 0,-1 0 1 0 0,1 0-1 0 0,-1 0 0 0 0,0 0 0 0 0,0 0 1 0 0,1-1-1 0 0,-1 1 0 0 0,0 0 1 0 0,0 0-1 0 0,0 0 0 0 0,0 0 1 0 0,0 0-1 0 0,0 0 0 0 0,0 0 1 0 0,0 0-1 0 0,-1 0 0 0 0,1 0 1 0 0,0 0-1 0 0,-1 1 0 0 0,-1 6 79 0 0,-1-1 0 0 0,-6 16 0 0 0,6-16-83 0 0,-40 111 1067 0 0,40-110-956 0 0,1-1-1 0 0,0 1 1 0 0,0 0 0 0 0,0 0-1 0 0,0 14 1 0 0,2-20-91 0 0,0 0 1 0 0,0 0 0 0 0,0 0 0 0 0,0-1 0 0 0,0 1 0 0 0,1 0 0 0 0,-1 0-1 0 0,1 0 1 0 0,-1-1 0 0 0,1 1 0 0 0,-1 0 0 0 0,1-1 0 0 0,0 1 0 0 0,0-1-1 0 0,0 1 1 0 0,0 0 0 0 0,0-1 0 0 0,0 0 0 0 0,1 1 0 0 0,-1-1-1 0 0,0 0 1 0 0,1 0 0 0 0,-1 0 0 0 0,0 1 0 0 0,1-2 0 0 0,0 1 0 0 0,-1 0-1 0 0,1 0 1 0 0,0 0 0 0 0,-1-1 0 0 0,3 1 0 0 0,33 6 1246 0 0,-18-8-2551 0 0,-3-5-6953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11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 4609 0 0,'-2'18'17529'0'0,"5"-19"-17493"0"0,4-4 135 0 0,0 0-1 0 0,0 1 1 0 0,11-5 0 0 0,-16 8-134 0 0,0 0 1 0 0,0 1 0 0 0,0-1-1 0 0,0 1 1 0 0,0-1 0 0 0,0 1-1 0 0,1 0 1 0 0,2 0 0 0 0,-4 0-31 0 0,0 0 0 0 0,0 0 0 0 0,0 1-1 0 0,0-1 1 0 0,0 0 0 0 0,0 1 0 0 0,-1-1 0 0 0,1 0 0 0 0,0 1 0 0 0,0-1 0 0 0,0 1 0 0 0,-1-1 0 0 0,1 1 0 0 0,0 0 0 0 0,-1-1-1 0 0,1 1 1 0 0,-1-1 0 0 0,1 1 0 0 0,0 0 0 0 0,0 1 0 0 0,-1 0-3 0 0,1-1 0 0 0,-1 0 0 0 0,1 1 0 0 0,-1-1-1 0 0,0 1 1 0 0,1-1 0 0 0,-1 1 0 0 0,0 0 0 0 0,0-1 0 0 0,0 1 0 0 0,0-1 0 0 0,-1 1-1 0 0,1-1 1 0 0,0 1 0 0 0,-1-1 0 0 0,1 1 0 0 0,-1-1 0 0 0,0 3 0 0 0,-17 27 122 0 0,9-17-86 0 0,-1 3 107 0 0,-13 26 200 0 0,21-40-275 0 0,1 1 0 0 0,-1 0 1 0 0,1 0-1 0 0,0 0 0 0 0,0 0 0 0 0,0 0 1 0 0,1 0-1 0 0,-1 8 0 0 0,1-11-46 0 0,1 0-1 0 0,-1 1 0 0 0,0-1 1 0 0,1 0-1 0 0,0 1 1 0 0,-1-1-1 0 0,1 0 0 0 0,0 0 1 0 0,-1 0-1 0 0,1 0 1 0 0,0 0-1 0 0,0 0 0 0 0,0 0 1 0 0,0 0-1 0 0,0 0 1 0 0,0 0-1 0 0,0 0 0 0 0,0-1 1 0 0,1 1-1 0 0,-1 0 1 0 0,0-1-1 0 0,0 1 0 0 0,0-1 1 0 0,1 1-1 0 0,-1-1 1 0 0,0 0-1 0 0,3 1 0 0 0,5 1 51 0 0,0-1-1 0 0,17 1 0 0 0,-20-2-60 0 0,6 0-221 0 0,1 0-1 0 0,23-4 1 0 0,4-4-3189 0 0,-31 5-4433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12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54 7834 0 0,'-9'-1'1735'0'0,"7"1"-1346"0"0,0 0 1 0 0,0 0 0 0 0,1 0 0 0 0,-1-1-1 0 0,0 1 1 0 0,0 0 0 0 0,0-1 0 0 0,1 0-1 0 0,-1 1 1 0 0,0-1 0 0 0,1 0 0 0 0,-1 0-1 0 0,1 0 1 0 0,-1 0 0 0 0,-2-2 0 0 0,4 2-233 0 0,0 1 1 0 0,1-1 0 0 0,-1 1-1 0 0,0-1 1 0 0,0 1 0 0 0,1-1-1 0 0,-1 1 1 0 0,0-1 0 0 0,1 1-1 0 0,-1-1 1 0 0,0 1 0 0 0,1-1-1 0 0,-1 1 1 0 0,1-1 0 0 0,-1 1-1 0 0,1 0 1 0 0,-1-1 0 0 0,1 1-1 0 0,-1 0 1 0 0,1-1 0 0 0,-1 1-1 0 0,1 0 1 0 0,0 0 0 0 0,-1 0-1 0 0,2-1 1 0 0,16-5 691 0 0,-18 6-823 0 0,14-5 88 0 0,37-10 487 0 0,-45 14-555 0 0,-1 0 0 0 0,1 0-1 0 0,-1 0 1 0 0,1 1 0 0 0,-1 0 0 0 0,1 0 0 0 0,6 1 0 0 0,-12-1-45 0 0,0 0-1 0 0,1 0 1 0 0,-1 1 0 0 0,0-1 0 0 0,1 0 0 0 0,-1 0 0 0 0,0 0-1 0 0,1 0 1 0 0,-1 0 0 0 0,0 0 0 0 0,1 1 0 0 0,-1-1 0 0 0,0 0 0 0 0,0 0-1 0 0,1 0 1 0 0,-1 1 0 0 0,0-1 0 0 0,0 0 0 0 0,1 0 0 0 0,-1 1 0 0 0,0-1-1 0 0,0 0 1 0 0,0 1 0 0 0,1-1 0 0 0,-1 0 0 0 0,0 1 0 0 0,0-1 0 0 0,0 0-1 0 0,0 1 1 0 0,0-1 0 0 0,0 1 0 0 0,-4 12 61 0 0,-12 8 45 0 0,-14 6 83 0 0,21-20-32 0 0,1 0 1 0 0,-10 10-1 0 0,18-17-156 0 0,0 0-1 0 0,0 0 1 0 0,0 0-1 0 0,0 1 1 0 0,0-1-1 0 0,0 0 1 0 0,0 0 0 0 0,0 0-1 0 0,0 0 1 0 0,0 0-1 0 0,-1 0 1 0 0,1 0-1 0 0,0 1 1 0 0,0-1-1 0 0,0 0 1 0 0,0 0-1 0 0,0 0 1 0 0,0 0 0 0 0,0 0-1 0 0,0 0 1 0 0,0 1-1 0 0,0-1 1 0 0,0 0-1 0 0,0 0 1 0 0,0 0-1 0 0,1 0 1 0 0,-1 0 0 0 0,0 0-1 0 0,0 0 1 0 0,0 1-1 0 0,0-1 1 0 0,0 0-1 0 0,0 0 1 0 0,0 0-1 0 0,0 0 1 0 0,0 0-1 0 0,0 0 1 0 0,1 0-1 0 0,6 4 21 0 0,14 1-37 0 0,-13-3 8 0 0,-5-1-2 0 0,0 0-1 0 0,1 0 0 0 0,-1 1 1 0 0,0-1-1 0 0,0 1 1 0 0,0-1-1 0 0,0 1 1 0 0,0 0-1 0 0,-1 1 0 0 0,1-1 1 0 0,-1 0-1 0 0,1 1 1 0 0,-1-1-1 0 0,0 1 1 0 0,0 0-1 0 0,0-1 0 0 0,2 5 1 0 0,-3-4 10 0 0,0-1 1 0 0,0 0-1 0 0,0 1 1 0 0,-1-1-1 0 0,0 0 1 0 0,1 1-1 0 0,-1-1 1 0 0,0 1-1 0 0,0-1 1 0 0,0 1-1 0 0,0-1 1 0 0,0 0-1 0 0,-1 1 1 0 0,1-1-1 0 0,-1 1 1 0 0,0-1-1 0 0,0 0 1 0 0,0 0-1 0 0,0 1 1 0 0,0-1-1 0 0,0 0 1 0 0,0 0-1 0 0,-1 0 1 0 0,1 0-1 0 0,-3 2 1 0 0,1 0 52 0 0,-1-1 0 0 0,0 1 0 0 0,-1-1 0 0 0,1 0 0 0 0,-1 0 1 0 0,1 0-1 0 0,-1-1 0 0 0,0 1 0 0 0,-8 2 0 0 0,10-4-23 0 0,-1 0 1 0 0,1 0-1 0 0,-1 0 1 0 0,1 0-1 0 0,-1-1 1 0 0,1 1-1 0 0,-1-1 1 0 0,0 0-1 0 0,1 0 0 0 0,-1 0 1 0 0,1-1-1 0 0,-1 1 1 0 0,1-1-1 0 0,-1 0 1 0 0,-4-2-1 0 0,-4-7-2143 0 0,11 9 967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14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24 8754 0 0,'3'-3'704'0'0,"0"1"0"0"0,1 0 0 0 0,-1 0 0 0 0,0 0 1 0 0,1 1-1 0 0,4-2 0 0 0,-6 2-448 0 0,2 0-31 0 0,0-1 0 0 0,0 1 0 0 0,0 0 0 0 0,0 0 0 0 0,0 0 0 0 0,1 1 0 0 0,-1-1 0 0 0,0 1 0 0 0,0 0-1 0 0,5 1 1 0 0,-7-1-204 0 0,-1 0 0 0 0,0 0 0 0 0,0 1-1 0 0,0-1 1 0 0,0 0 0 0 0,0 1-1 0 0,0-1 1 0 0,0 1 0 0 0,0 0 0 0 0,0-1-1 0 0,0 1 1 0 0,0 0 0 0 0,0-1-1 0 0,0 1 1 0 0,0 0 0 0 0,-1 0 0 0 0,2 1-1 0 0,-2-1 2 0 0,1 0 0 0 0,0 1-1 0 0,-1-1 1 0 0,0 0 0 0 0,1 1 0 0 0,-1-1-1 0 0,0 0 1 0 0,0 1 0 0 0,0-1-1 0 0,0 1 1 0 0,0-1 0 0 0,0 0-1 0 0,0 1 1 0 0,0-1 0 0 0,0 0 0 0 0,-1 1-1 0 0,0 1 1 0 0,-1 3 179 0 0,-1 0 0 0 0,0-1 0 0 0,0 1 0 0 0,0-1 0 0 0,-1 0 0 0 0,0 0 0 0 0,0 0 1 0 0,0-1-1 0 0,0 0 0 0 0,-1 1 0 0 0,1-1 0 0 0,-10 5 0 0 0,21-9-280 0 0,0 1 1 0 0,0 0-1 0 0,13 2 0 0 0,-17-2 34 0 0,0 0 0 0 0,-1 0 0 0 0,1 0 1 0 0,0 0-1 0 0,-1 0 0 0 0,1 1 0 0 0,0-1 0 0 0,-1 1 0 0 0,0-1 0 0 0,1 1 0 0 0,-1 0 0 0 0,0 0 0 0 0,2 3 1 0 0,-3-4 54 0 0,0 0-1 0 0,-1 0 1 0 0,1 0 0 0 0,0 0 0 0 0,-1 0 0 0 0,1 0 0 0 0,-1 0 0 0 0,0 0 0 0 0,1 0 0 0 0,-1 1 0 0 0,0-1 0 0 0,0 0 0 0 0,1 0 0 0 0,-1 0 0 0 0,0 1 0 0 0,0-1 0 0 0,0 0-1 0 0,-1 0 1 0 0,1 0 0 0 0,0 1 0 0 0,0-1 0 0 0,-1 0 0 0 0,1 0 0 0 0,0 0 0 0 0,-1 0 0 0 0,1 0 0 0 0,-1 0 0 0 0,0 0 0 0 0,1 0 0 0 0,-1 0 0 0 0,0 0 0 0 0,0 0 0 0 0,-1 1-1 0 0,-2 3 193 0 0,-1-1-1 0 0,0 0 0 0 0,0-1 0 0 0,-1 1 0 0 0,1-1 0 0 0,-1 0 1 0 0,0 0-1 0 0,-9 3 0 0 0,6-3-102 0 0,1-1 1 0 0,-1 0-1 0 0,0 0 1 0 0,0-1-1 0 0,-14 1 1 0 0,23-2-111 0 0,0 0-64 0 0,0 0 0 0 0,-1 1 0 0 0,1-1-1 0 0,0 0 1 0 0,0 0 0 0 0,-1 0 0 0 0,1 0 0 0 0,0 0 0 0 0,-1 0 0 0 0,1 0 0 0 0,0 0-1 0 0,0 0 1 0 0,-1 0 0 0 0,1 0 0 0 0,0 0 0 0 0,-1-1 0 0 0,1 1 0 0 0,0 0-1 0 0,0 0 1 0 0,-1 0 0 0 0,1 0 0 0 0,0 0 0 0 0,0 0 0 0 0,-1-1 0 0 0,1 1-1 0 0,0 0 1 0 0,0 0 0 0 0,0 0 0 0 0,-1-1 0 0 0,1 1 0 0 0,0 0 0 0 0,0 0-1 0 0,0-1 1 0 0,0 1 0 0 0,-1 0 0 0 0,1 0 0 0 0,0-1 0 0 0,0 1 0 0 0,0 0-1 0 0,0-1 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2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56 9218 0 0,'0'0'91'0'0,"0"0"1"0"0,0 0-1 0 0,0 0 0 0 0,0 0 1 0 0,0 0-1 0 0,0 0 0 0 0,-1 0 1 0 0,1 0-1 0 0,0 0 0 0 0,0 0 1 0 0,0 0-1 0 0,0 0 1 0 0,0 0-1 0 0,0 0 0 0 0,0 0 1 0 0,0 0-1 0 0,-1 0 0 0 0,1 0 1 0 0,0-1-1 0 0,0 1 0 0 0,0 0 1 0 0,0 0-1 0 0,0 0 0 0 0,0 0 1 0 0,0 0-1 0 0,0 0 0 0 0,0 0 1 0 0,0 0-1 0 0,0 0 0 0 0,0 0 1 0 0,0 0-1 0 0,-1-1 1 0 0,1 1-1 0 0,0 0 0 0 0,0 0 1 0 0,0 0-1 0 0,0 0 0 0 0,0 0 1 0 0,0 0-1 0 0,0 0 0 0 0,0 0 1 0 0,0-1-1 0 0,0 1 0 0 0,0 0 1 0 0,0 0-1 0 0,0 0 0 0 0,3-6 3316 0 0,4-3-1898 0 0,-1 3-673 0 0,-1 1 0 0 0,13-10 1 0 0,-16 14-757 0 0,0 0 1 0 0,-1 0-1 0 0,1-1 0 0 0,0 1 0 0 0,-1 1 1 0 0,1-1-1 0 0,0 0 0 0 0,0 0 0 0 0,0 1 1 0 0,0-1-1 0 0,0 1 0 0 0,0-1 1 0 0,0 1-1 0 0,0 0 0 0 0,0 0 0 0 0,2 0 1 0 0,-3 0-64 0 0,0 1 0 0 0,0-1 0 0 0,0 1 0 0 0,-1-1 0 0 0,1 1 0 0 0,0-1 0 0 0,0 1 1 0 0,-1 0-1 0 0,1-1 0 0 0,0 1 0 0 0,0 0 0 0 0,-1-1 0 0 0,1 1 0 0 0,-1 0 0 0 0,1 0 0 0 0,-1 0 0 0 0,1 0 1 0 0,-1 0-1 0 0,0-1 0 0 0,1 1 0 0 0,-1 0 0 0 0,0 0 0 0 0,0 0 0 0 0,1 0 0 0 0,-1 0 0 0 0,0 0 0 0 0,0 0 0 0 0,0 0 1 0 0,0 0-1 0 0,0 0 0 0 0,-1 1 0 0 0,0 6 27 0 0,0-1 1 0 0,0 0-1 0 0,-3 8 1 0 0,2-7-7 0 0,-37 117 606 0 0,29-98-747 0 0,9-24 191 0 0,0 1 0 0 0,0-1 0 0 0,0 1 1 0 0,0 0-1 0 0,1-1 0 0 0,-1 5 0 0 0,1-7-70 0 0,0 0 1 0 0,0 0-1 0 0,0-1 0 0 0,0 1 1 0 0,0 0-1 0 0,1 0 1 0 0,-1 0-1 0 0,0-1 0 0 0,0 1 1 0 0,1 0-1 0 0,-1 0 1 0 0,0-1-1 0 0,1 1 0 0 0,-1 0 1 0 0,1-1-1 0 0,-1 1 0 0 0,1-1 1 0 0,-1 1-1 0 0,1 0 1 0 0,0-1-1 0 0,-1 1 0 0 0,1-1 1 0 0,-1 0-1 0 0,1 1 1 0 0,0-1-1 0 0,0 1 0 0 0,-1-1 1 0 0,1 0-1 0 0,0 0 0 0 0,0 1 1 0 0,-1-1-1 0 0,1 0 1 0 0,0 0-1 0 0,1 0 0 0 0,14 2 157 0 0,24-2-1 0 0,-29-1-81 0 0,0 1 1 0 0,0 1-1 0 0,0-1 0 0 0,0 2 0 0 0,18 4 1 0 0,-22-3-513 0 0,-6-2-11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2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12899 0 0,'3'-4'238'0'0,"1"0"0"0"0,-1 0 0 0 0,1 0 0 0 0,0 1-1 0 0,0-1 1 0 0,0 1 0 0 0,0 0 0 0 0,6-3 0 0 0,0-1 671 0 0,-10 7-857 0 0,12-9 937 0 0,20-9 0 0 0,-29 16-832 0 0,0 0 0 0 0,0 1 0 0 0,1 0 0 0 0,-1 0 0 0 0,0 0 0 0 0,1 0-1 0 0,-1 0 1 0 0,0 1 0 0 0,1-1 0 0 0,-1 1 0 0 0,1 0 0 0 0,5 0 0 0 0,-9 0-132 0 0,0 0 0 0 0,1 1 0 0 0,-1-1-1 0 0,0 0 1 0 0,0 0 0 0 0,0 0 0 0 0,1 0 0 0 0,-1 0 0 0 0,0 0 0 0 0,0 0 0 0 0,0 1-1 0 0,1-1 1 0 0,-1 0 0 0 0,0 0 0 0 0,0 0 0 0 0,0 0 0 0 0,0 1 0 0 0,1-1 0 0 0,-1 0-1 0 0,0 0 1 0 0,0 0 0 0 0,0 1 0 0 0,0-1 0 0 0,0 0 0 0 0,0 0 0 0 0,0 0 0 0 0,0 1-1 0 0,0-1 1 0 0,0 0 0 0 0,0 0 0 0 0,0 1 0 0 0,0-1 0 0 0,-2 11 360 0 0,-8 7-36 0 0,-14 14-110 0 0,17-25-146 0 0,2 0-1 0 0,-1 0 1 0 0,1 0 0 0 0,0 1-1 0 0,-4 8 1 0 0,9-15-92 0 0,0-1 0 0 0,0 0-1 0 0,0 1 1 0 0,0-1 0 0 0,0 0 0 0 0,0 1 0 0 0,0-1 0 0 0,0 0 0 0 0,0 1-1 0 0,0-1 1 0 0,0 0 0 0 0,0 1 0 0 0,0-1 0 0 0,0 0 0 0 0,0 1 0 0 0,0-1-1 0 0,1 0 1 0 0,-1 1 0 0 0,0-1 0 0 0,0 0 0 0 0,0 0 0 0 0,0 1 0 0 0,1-1 0 0 0,-1 0-1 0 0,0 0 1 0 0,0 1 0 0 0,1-1 0 0 0,-1 0 0 0 0,0 0 0 0 0,0 0 0 0 0,1 1-1 0 0,-1-1 1 0 0,0 0 0 0 0,1 0 0 0 0,-1 0 0 0 0,0 0 0 0 0,1 0 0 0 0,-1 0-1 0 0,0 0 1 0 0,0 0 0 0 0,1 0 0 0 0,-1 0 0 0 0,0 0 0 0 0,1 0 0 0 0,-1 0-1 0 0,0 0 1 0 0,1 0 0 0 0,-1 0 0 0 0,0 0 0 0 0,1 0 0 0 0,-1 0 0 0 0,26-3 45 0 0,-16 2-37 0 0,-4 1-14 0 0,1 1 0 0 0,-1 0 0 0 0,0 0 0 0 0,1 0 0 0 0,-1 1 0 0 0,0 0 0 0 0,0 0-1 0 0,0 1 1 0 0,0 0 0 0 0,0 0 0 0 0,-1 0 0 0 0,1 0 0 0 0,-1 1 0 0 0,0 0 0 0 0,0 0 0 0 0,0 1 0 0 0,5 6 0 0 0,-9-10 22 0 0,0 1 1 0 0,0-1-1 0 0,-1 0 0 0 0,1 0 1 0 0,0 1-1 0 0,-1-1 0 0 0,1 0 0 0 0,-1 1 1 0 0,0-1-1 0 0,1 1 0 0 0,-1-1 1 0 0,0 0-1 0 0,0 1 0 0 0,0-1 0 0 0,0 1 1 0 0,0-1-1 0 0,0 1 0 0 0,0-1 1 0 0,-1 0-1 0 0,0 3 0 0 0,0-1 27 0 0,0-1-1 0 0,0 1 0 0 0,-1 0 1 0 0,0-1-1 0 0,1 1 1 0 0,-1-1-1 0 0,0 0 0 0 0,0 1 1 0 0,-3 2-1 0 0,-3 1 69 0 0,1-1-1 0 0,-1 1 1 0 0,0-1 0 0 0,0 0-1 0 0,-12 4 1 0 0,15-7-163 0 0,0 0 0 0 0,0 0 0 0 0,0-1 0 0 0,0 0 0 0 0,-1 0 0 0 0,1 0 0 0 0,0 0 0 0 0,-1-1 0 0 0,1 0 0 0 0,-1 0 0 0 0,1 0 0 0 0,-1-1 0 0 0,1 0 0 0 0,0 0 0 0 0,-1 0 1 0 0,1-1-1 0 0,-10-4 0 0 0,9 3-536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2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9674 0 0,'0'-1'335'0'0,"1"0"0"0"0,-1 0-1 0 0,0 0 1 0 0,1-1 0 0 0,-1 1 0 0 0,1 0-1 0 0,-1 0 1 0 0,1 0 0 0 0,0 0 0 0 0,-1 0-1 0 0,1 0 1 0 0,0 0 0 0 0,0 0 0 0 0,-1 0-1 0 0,1 0 1 0 0,1 0 0 0 0,18-13 3067 0 0,-18 12-2816 0 0,-1 1-446 0 0,0 0-1 0 0,0 0 0 0 0,1 1 0 0 0,-1-1 0 0 0,0 0 0 0 0,0 1 0 0 0,0-1 0 0 0,1 1 0 0 0,-1-1 0 0 0,0 1 0 0 0,1 0 0 0 0,-1-1 0 0 0,0 1 1 0 0,1 0-1 0 0,-1 0 0 0 0,1 0 0 0 0,-1 0 0 0 0,0 0 0 0 0,1 0 0 0 0,-1 0 0 0 0,0 1 0 0 0,2-1 0 0 0,-2 1-103 0 0,1 0-1 0 0,-1 0 0 0 0,0 0 1 0 0,0 0-1 0 0,0 0 0 0 0,0 1 1 0 0,-1-1-1 0 0,1 0 0 0 0,0 0 1 0 0,0 0-1 0 0,-1 1 0 0 0,1-1 1 0 0,0 1-1 0 0,-1-1 0 0 0,0 0 1 0 0,1 1-1 0 0,-1-1 0 0 0,0 1 1 0 0,0-1-1 0 0,1 3 0 0 0,-1 8 58 0 0,0 1 0 0 0,-1-1 1 0 0,0 0-1 0 0,-6 21 0 0 0,0 11 264 0 0,5-28-190 0 0,1-9-53 0 0,-1 1 1 0 0,2-1 0 0 0,-1 1 0 0 0,1-1 0 0 0,2 11-1 0 0,-2-16-89 0 0,0-1-1 0 0,0 1 1 0 0,1-1-1 0 0,-1 0 1 0 0,1 1-1 0 0,-1-1 1 0 0,1 0-1 0 0,0 1 1 0 0,-1-1-1 0 0,1 0 1 0 0,0 0-1 0 0,0 0 1 0 0,0 0-1 0 0,0 0 1 0 0,0 0-1 0 0,0 0 1 0 0,0 0-1 0 0,0 0 1 0 0,1 0-1 0 0,-1 0 1 0 0,0-1-1 0 0,1 1 1 0 0,-1 0-1 0 0,0-1 1 0 0,1 1-1 0 0,-1-1 1 0 0,0 0-1 0 0,1 1 1 0 0,-1-1-1 0 0,1 0 1 0 0,-1 0-1 0 0,1 0 1 0 0,1 0 0 0 0,12-1 100 0 0,-1 0 1 0 0,-1-1-1 0 0,24-7 1 0 0,-4 0-6719 0 0,-29 8 4931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27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9 101 8754 0 0,'-1'0'132'0'0,"1"-1"0"0"0,-1 1 0 0 0,0-1 0 0 0,1 1 0 0 0,-1 0 0 0 0,1-1 0 0 0,-1 1 0 0 0,1-1 0 0 0,0 0 0 0 0,-1 1 0 0 0,1-1 0 0 0,-1 1 0 0 0,1-1 0 0 0,0 0 1 0 0,0 1-1 0 0,-1-1 0 0 0,1 0 0 0 0,0 1 0 0 0,0-1 0 0 0,0 0 0 0 0,0 1 0 0 0,0-1 0 0 0,0 0 0 0 0,0 1 0 0 0,0-2 0 0 0,0 0 139 0 0,1 1 1 0 0,-1-1-1 0 0,1 0 1 0 0,-1 1-1 0 0,1-1 0 0 0,0 1 1 0 0,0-1-1 0 0,0 1 0 0 0,0-1 1 0 0,1 0-1 0 0,2-3 540 0 0,0 0 0 0 0,1 1 0 0 0,-1 0 0 0 0,11-7 0 0 0,-2 3-224 0 0,1 1 1 0 0,14-7-1 0 0,-24 13-485 0 0,0-1-1 0 0,1 1 1 0 0,-1 0-1 0 0,0 0 1 0 0,0 0-1 0 0,1 0 1 0 0,-1 1-1 0 0,0-1 1 0 0,0 1-1 0 0,1 0 1 0 0,-1 1-1 0 0,6 0 1 0 0,-9-1-95 0 0,0 0 0 0 0,0 1 0 0 0,-1-1 0 0 0,1 0 0 0 0,0 1 0 0 0,0-1 0 0 0,-1 1 0 0 0,1-1 0 0 0,0 0 0 0 0,-1 1-1 0 0,1 0 1 0 0,-1-1 0 0 0,1 1 0 0 0,0-1 0 0 0,-1 1 0 0 0,1 0 0 0 0,-1-1 0 0 0,1 1 0 0 0,-1 0 0 0 0,0-1 0 0 0,1 1 0 0 0,-1 0 0 0 0,0 0 0 0 0,0 0 0 0 0,1 0 0 0 0,-1 2-2 0 0,0-1 0 0 0,0 1 0 0 0,0-1 0 0 0,0 0 0 0 0,0 1-1 0 0,-1-1 1 0 0,1 0 0 0 0,-1 0 0 0 0,0 3 0 0 0,-3 5-7 0 0,0-1 1 0 0,-1 0-1 0 0,-5 10 1 0 0,7-15 2 0 0,-7 13 20 0 0,10-17-11 0 0,-1 1 0 0 0,1 0 0 0 0,0 0 0 0 0,-1-1-1 0 0,1 1 1 0 0,0 0 0 0 0,0 0 0 0 0,-1 0 0 0 0,1 0-1 0 0,0 0 1 0 0,0-1 0 0 0,0 1 0 0 0,0 0 0 0 0,0 0 0 0 0,0 0-1 0 0,0 1 1 0 0,2-2 6 0 0,-1 0 1 0 0,1 1-1 0 0,0-1 0 0 0,-1 0 1 0 0,1 0-1 0 0,-1-1 0 0 0,1 1 0 0 0,0 0 1 0 0,-1 0-1 0 0,1-1 0 0 0,-1 1 1 0 0,1-1-1 0 0,2-1 0 0 0,2 0 23 0 0,-3 2-27 0 0,1-1 0 0 0,-1 1 0 0 0,1 0 0 0 0,-1 0-1 0 0,1 0 1 0 0,-1 0 0 0 0,1 1 0 0 0,-1-1 0 0 0,1 1 0 0 0,-1 0 0 0 0,0 0 0 0 0,0 0 0 0 0,1 1-1 0 0,-1-1 1 0 0,0 1 0 0 0,0 0 0 0 0,0 0 0 0 0,5 4 0 0 0,-7-5-4 0 0,1 1 0 0 0,-1-1 1 0 0,1 1-1 0 0,-1 0 0 0 0,0-1 0 0 0,0 1 0 0 0,0 0 0 0 0,0 0 1 0 0,0 0-1 0 0,0 0 0 0 0,-1 0 0 0 0,1 0 0 0 0,-1 0 1 0 0,1 0-1 0 0,-1 0 0 0 0,0 0 0 0 0,1 0 0 0 0,-1 0 1 0 0,0 1-1 0 0,-1-1 0 0 0,1 0 0 0 0,0 0 0 0 0,0 0 1 0 0,-1 0-1 0 0,0 0 0 0 0,1 0 0 0 0,-1 0 0 0 0,0 0 0 0 0,0 0 1 0 0,0 0-1 0 0,-2 3 0 0 0,0-1-22 0 0,1 0-1 0 0,-1 1 1 0 0,-1-1 0 0 0,1-1-1 0 0,0 1 1 0 0,-1 0 0 0 0,0-1-1 0 0,0 1 1 0 0,0-1 0 0 0,0 0-1 0 0,-1-1 1 0 0,1 1 0 0 0,-1-1-1 0 0,1 0 1 0 0,-1 0 0 0 0,0 0-1 0 0,0-1 1 0 0,0 1 0 0 0,0-1-1 0 0,0 0 1 0 0,0-1 0 0 0,0 1-1 0 0,0-1 1 0 0,0 0 0 0 0,0-1-1 0 0,-1 1 1 0 0,-5-2 0 0 0,-5-2-1828 0 0,12 2 580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37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64 3681 0 0,'-1'-10'3877'0'0,"1"7"-2374"0"0,0 0 0 0 0,0 0-1 0 0,0 0 1 0 0,0 0 0 0 0,1 1-1 0 0,-1-1 1 0 0,2-4 0 0 0,-1 5-1231 0 0,-1 1-1 0 0,1 0 1 0 0,0-1 0 0 0,0 1 0 0 0,0 0 0 0 0,0 0 0 0 0,0 0 0 0 0,0-1-1 0 0,0 1 1 0 0,2-1 0 0 0,-1 1-257 0 0,0-1-1 0 0,-1 1 1 0 0,1 0 0 0 0,0 0-1 0 0,0 0 1 0 0,0 0 0 0 0,0 1-1 0 0,0-1 1 0 0,0 0 0 0 0,0 1-1 0 0,0-1 1 0 0,0 1-1 0 0,0 0 1 0 0,0 0 0 0 0,0 0-1 0 0,0 0 1 0 0,1 0 0 0 0,-1 0-1 0 0,0 0 1 0 0,3 2 0 0 0,-3-2-7 0 0,-1 1 0 0 0,0 0 0 0 0,1 0 1 0 0,-1 0-1 0 0,0 0 0 0 0,0 0 0 0 0,1 0 1 0 0,-1 0-1 0 0,0 0 0 0 0,0 0 0 0 0,0 0 1 0 0,0 0-1 0 0,-1 1 0 0 0,1-1 0 0 0,0 0 1 0 0,0 1-1 0 0,-1-1 0 0 0,1 1 0 0 0,-1-1 1 0 0,1 1-1 0 0,-1-1 0 0 0,0 1 0 0 0,0-1 1 0 0,1 1-1 0 0,-1-1 0 0 0,0 1 0 0 0,0-1 1 0 0,-1 4-1 0 0,0 1 13 0 0,0 0 1 0 0,0 1-1 0 0,0-1 0 0 0,-1 0 0 0 0,0 0 1 0 0,-5 9-1 0 0,-21 34 266 0 0,1-1-99 0 0,25-44-140 0 0,0 0 5 0 0,0 0 0 0 0,0 1 0 0 0,1-1 0 0 0,-1 1 1 0 0,0 7-1 0 0,1-11-46 0 0,1-1 1 0 0,0 1 0 0 0,0 0-1 0 0,0 0 1 0 0,0-1-1 0 0,1 1 1 0 0,-1 0 0 0 0,0-1-1 0 0,0 1 1 0 0,0 0-1 0 0,1-1 1 0 0,-1 1-1 0 0,0 0 1 0 0,0-1 0 0 0,1 1-1 0 0,-1-1 1 0 0,1 1-1 0 0,0 0 1 0 0,0 0 2 0 0,-1-1 0 0 0,1 1-1 0 0,0-1 1 0 0,0 1 0 0 0,0-1 0 0 0,0 1 0 0 0,0-1-1 0 0,0 0 1 0 0,0 0 0 0 0,0 1 0 0 0,0-1 0 0 0,0 0-1 0 0,0 0 1 0 0,0 0 0 0 0,0 0 0 0 0,2 0 0 0 0,19-2 122 0 0,0 0-31 0 0,1 2-1 0 0,35 2 1 0 0,-13 0-599 0 0,-40-2 52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3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66 11058 0 0,'-2'-1'2573'0'0,"2"1"-2481"0"0,0 0 0 0 0,0 0 0 0 0,0 0 0 0 0,0-1 0 0 0,0 1 0 0 0,0 0-1 0 0,0 0 1 0 0,0 0 0 0 0,0 0 0 0 0,0 0 0 0 0,0 0 0 0 0,0 0 0 0 0,0 0 0 0 0,0 0 0 0 0,0 0-1 0 0,0-1 1 0 0,0 1 0 0 0,0 0 0 0 0,0 0 0 0 0,0 0 0 0 0,0 0 0 0 0,0 0 0 0 0,3-7 2039 0 0,6-3-355 0 0,-1 4-1434 0 0,1 0 0 0 0,-1 1-1 0 0,1 0 1 0 0,-1 1 0 0 0,15-6-1 0 0,-18 8-289 0 0,0 0 0 0 0,1 1 0 0 0,-1 0-1 0 0,1 0 1 0 0,-1 0 0 0 0,1 0 0 0 0,-1 1-1 0 0,1 0 1 0 0,0 0 0 0 0,-1 0 0 0 0,6 2-1 0 0,-10-2-42 0 0,0 0 0 0 0,0 0-1 0 0,0 0 1 0 0,0 1-1 0 0,0-1 1 0 0,0 0 0 0 0,-1 1-1 0 0,1-1 1 0 0,0 0-1 0 0,0 1 1 0 0,0-1 0 0 0,-1 1-1 0 0,1-1 1 0 0,0 1-1 0 0,-1 0 1 0 0,1-1 0 0 0,-1 1-1 0 0,1 0 1 0 0,0-1-1 0 0,-1 1 1 0 0,1 0-1 0 0,-1 0 1 0 0,1 1 0 0 0,-1-1-4 0 0,0 1 1 0 0,0-1 0 0 0,0 0 0 0 0,0 0-1 0 0,0 0 1 0 0,0 0 0 0 0,0 1-1 0 0,-1-1 1 0 0,1 0 0 0 0,-1 0 0 0 0,1 0-1 0 0,0 0 1 0 0,-1 0 0 0 0,0 0 0 0 0,0 2-1 0 0,-3 2 13 0 0,0 0 1 0 0,-1 0-1 0 0,1 0 0 0 0,-1 0 0 0 0,-6 4 0 0 0,-41 25 57 0 0,56-36-92 0 0,-1 0 0 0 0,0 0 0 0 0,1 0 0 0 0,0 1 0 0 0,-1-1 0 0 0,1 1 0 0 0,0 0 1 0 0,0 1-1 0 0,0-1 0 0 0,0 0 0 0 0,0 1 0 0 0,0 0 0 0 0,0 0 0 0 0,0 0 0 0 0,0 1 0 0 0,-1-1 0 0 0,1 1 0 0 0,0 0 0 0 0,0 0 1 0 0,0 0-1 0 0,-1 0 0 0 0,1 1 0 0 0,0 0 0 0 0,-1-1 0 0 0,1 1 0 0 0,-1 1 0 0 0,0-1 0 0 0,0 0 0 0 0,0 1 0 0 0,0 0 0 0 0,0-1 1 0 0,0 1-1 0 0,-1 0 0 0 0,4 7 0 0 0,-4-8 41 0 0,0 1-1 0 0,0 0 1 0 0,-1 0 0 0 0,1 1 0 0 0,-1-1 0 0 0,0 0-1 0 0,0 0 1 0 0,0 0 0 0 0,-1 1 0 0 0,1-1 0 0 0,-1 1 0 0 0,0-1-1 0 0,0 0 1 0 0,0 1 0 0 0,0-1 0 0 0,0 0 0 0 0,-1 1 0 0 0,0-1-1 0 0,-1 6 1 0 0,0-5 12 0 0,0 0 0 0 0,0 0 0 0 0,0-1 0 0 0,-1 1 0 0 0,0 0 0 0 0,1-1-1 0 0,-1 0 1 0 0,0 0 0 0 0,-1 0 0 0 0,1 0 0 0 0,0 0 0 0 0,-1 0 0 0 0,0-1 0 0 0,-6 4 0 0 0,0-2 127 0 0,1 0 1 0 0,-1 0-1 0 0,0-1 1 0 0,0-1-1 0 0,-15 3 1 0 0,20-4-156 0 0,1 0 0 0 0,-1-1 0 0 0,0 0 1 0 0,0 0-1 0 0,1 0 0 0 0,-1 0 0 0 0,0-1 1 0 0,0 0-1 0 0,1 0 0 0 0,-1 0 0 0 0,0-1 0 0 0,1 1 1 0 0,-9-5-1 0 0,8 2-1244 0 0,1-1-4423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3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11979 0 0,'4'-2'6000'0'0,"2"-3"-3400"0"0,9-8-1146 0 0,-13 12-1382 0 0,0 0 0 0 0,0 0 0 0 0,-1 0 0 0 0,1 0 0 0 0,0 0 0 0 0,0 1 0 0 0,0-1 0 0 0,0 0 0 0 0,0 1 0 0 0,0 0 0 0 0,0-1 0 0 0,0 1 0 0 0,0 0 0 0 0,0 0 0 0 0,0 0 0 0 0,4 1 0 0 0,-5 0-57 0 0,0-1 0 0 0,0 1 0 0 0,1 0 0 0 0,-1-1 0 0 0,0 1 0 0 0,0 0 1 0 0,0 0-1 0 0,0 0 0 0 0,0 0 0 0 0,0 0 0 0 0,0 0 0 0 0,-1 0 0 0 0,1 0 0 0 0,0 0 0 0 0,-1 0 0 0 0,1 1 0 0 0,0-1 0 0 0,-1 0 0 0 0,1 0 0 0 0,-1 1 0 0 0,0-1 0 0 0,1 0 1 0 0,-1 1-1 0 0,0-1 0 0 0,0 0 0 0 0,0 3 0 0 0,0 10 107 0 0,-1 0-1 0 0,0 1 1 0 0,-1-1 0 0 0,-1 0 0 0 0,-6 22 0 0 0,-4 19 182 0 0,12-49-309 0 0,0 0 56 0 0,-1 1-1 0 0,2-1 1 0 0,-1 1-1 0 0,1-1 0 0 0,0 1 1 0 0,1 8-1 0 0,0-14-32 0 0,-1 0 0 0 0,0 1 0 0 0,1-1 0 0 0,-1 0 0 0 0,1 1 0 0 0,0-1 0 0 0,-1 0 0 0 0,1 0 0 0 0,0 0 0 0 0,0 0 0 0 0,0 1-1 0 0,0-1 1 0 0,0 0 0 0 0,0 0 0 0 0,0-1 0 0 0,0 1 0 0 0,0 0 0 0 0,0 0 0 0 0,1-1 0 0 0,-1 1 0 0 0,0 0 0 0 0,1-1 0 0 0,-1 1 0 0 0,0-1 0 0 0,1 0-1 0 0,-1 1 1 0 0,0-1 0 0 0,1 0 0 0 0,-1 0 0 0 0,1 0 0 0 0,-1 0 0 0 0,0 0 0 0 0,1 0 0 0 0,2-1 0 0 0,9 1-102 0 0,20-3 188 0 0,-11 1-2914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3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11979 0 0,'0'0'277'0'0,"0"-1"1"0"0,1 1-1 0 0,-1-1 1 0 0,0 1 0 0 0,0-1-1 0 0,0 1 1 0 0,0-1-1 0 0,0 1 1 0 0,1-1 0 0 0,-1 1-1 0 0,0-1 1 0 0,0 1-1 0 0,1-1 1 0 0,-1 1 0 0 0,0 0-1 0 0,1-1 1 0 0,-1 1 0 0 0,0-1-1 0 0,1 1 1 0 0,-1 0-1 0 0,1-1 1 0 0,-1 1 0 0 0,1 0-1 0 0,-1 0 1 0 0,1-1-1 0 0,0 1 1 0 0,15-10 1615 0 0,-6 5-1542 0 0,0 0 1 0 0,1 0-1 0 0,14-3 0 0 0,-20 6-325 0 0,0 1 0 0 0,1 0 1 0 0,-1 0-1 0 0,1 1 0 0 0,-1-1 0 0 0,1 1 0 0 0,-1 0 0 0 0,11 2 1 0 0,-15-2-28 0 0,0 1 0 0 0,0-1 0 0 0,-1 0 1 0 0,1 0-1 0 0,0 0 0 0 0,0 1 0 0 0,-1-1 1 0 0,1 0-1 0 0,0 1 0 0 0,-1-1 0 0 0,1 1 1 0 0,0-1-1 0 0,-1 1 0 0 0,1-1 0 0 0,0 1 0 0 0,-1-1 1 0 0,1 1-1 0 0,-1 0 0 0 0,1-1 0 0 0,-1 1 1 0 0,0 0-1 0 0,1-1 0 0 0,-1 1 0 0 0,0 0 1 0 0,1 0-1 0 0,-1 0 0 0 0,0 1-5 0 0,0 0 0 0 0,1 0 0 0 0,-2 0 1 0 0,1-1-1 0 0,0 1 0 0 0,0 0 0 0 0,0 0 0 0 0,-1 0 0 0 0,1-1 0 0 0,-1 1 0 0 0,-1 2 0 0 0,-1 3-22 0 0,-1 0 1 0 0,0 1-1 0 0,-10 12 0 0 0,-26 26 295 0 0,43-47-246 0 0,0 0 0 0 0,0 0 1 0 0,0 1-1 0 0,0-1 0 0 0,0 1 1 0 0,0-1-1 0 0,0 1 0 0 0,0 0 1 0 0,0 0-1 0 0,0 0 0 0 0,5 2 1 0 0,-4-2-6 0 0,0 1 0 0 0,0 0 0 0 0,-1 0 0 0 0,1 0 0 0 0,0 0 0 0 0,0 1 0 0 0,-1 0 0 0 0,1-1 1 0 0,-1 1-1 0 0,0 1 0 0 0,1-1 0 0 0,-1 0 0 0 0,0 1 0 0 0,3 3 0 0 0,-4-4 3 0 0,-1-1 1 0 0,-1 0-1 0 0,1 0 0 0 0,0 1 0 0 0,0-1 1 0 0,0 0-1 0 0,-1 1 0 0 0,1-1 0 0 0,-1 1 1 0 0,1-1-1 0 0,-1 1 0 0 0,1-1 0 0 0,-1 1 1 0 0,0-1-1 0 0,0 1 0 0 0,0 0 0 0 0,0-1 1 0 0,0 1-1 0 0,0-1 0 0 0,0 1 0 0 0,-1-1 1 0 0,1 1-1 0 0,0-1 0 0 0,-1 1 0 0 0,1-1 1 0 0,-1 1-1 0 0,0-1 0 0 0,1 1 0 0 0,-1-1 1 0 0,0 0-1 0 0,0 0 0 0 0,0 1 0 0 0,0-1 1 0 0,0 0-1 0 0,0 0 0 0 0,0 0 0 0 0,0 0 1 0 0,-2 1-1 0 0,-2 2 76 0 0,0 0 0 0 0,0 0 0 0 0,-1-1 0 0 0,1 0 0 0 0,-1 0 0 0 0,1 0 1 0 0,-1 0-1 0 0,0-1 0 0 0,0 0 0 0 0,-9 1 0 0 0,0-1-1075 0 0,1 0 1 0 0,0-1-1 0 0,-22-2 0 0 0,28 1-6776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48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69 1840 0 0,'-15'1'4833'0'0,"14"-1"-4395"0"0,1 1 0 0 0,-1-1 0 0 0,0 0 0 0 0,0 0 0 0 0,0 0 0 0 0,0 1 0 0 0,0-1-1 0 0,0 0 1 0 0,0 0 0 0 0,0 0 0 0 0,1-1 0 0 0,-1 1 0 0 0,0 0 0 0 0,0 0 0 0 0,0 0 0 0 0,0-1 0 0 0,0 1 0 0 0,-1-1 0 0 0,1 0-118 0 0,1 0 1 0 0,0 1-1 0 0,0-1 1 0 0,0 0-1 0 0,0 0 1 0 0,0 0-1 0 0,0 0 1 0 0,0 1-1 0 0,0-1 1 0 0,0 0-1 0 0,0 0 1 0 0,0 0-1 0 0,0 1 0 0 0,0-1 1 0 0,1 0-1 0 0,-1 0 1 0 0,0 1-1 0 0,1-1 1 0 0,0-1-1 0 0,7-14 716 0 0,11-7-354 0 0,-18 22-653 0 0,1 0 1 0 0,-1-1 0 0 0,1 1-1 0 0,-1 0 1 0 0,0 0-1 0 0,1 0 1 0 0,0 0 0 0 0,-1 1-1 0 0,1-1 1 0 0,0 0 0 0 0,-1 1-1 0 0,1-1 1 0 0,0 1-1 0 0,2-1 1 0 0,-3 1-30 0 0,-1 1 0 0 0,1-1 0 0 0,0 0 0 0 0,0 1-1 0 0,-1-1 1 0 0,1 1 0 0 0,0-1 0 0 0,0 1 0 0 0,-1 0 0 0 0,1-1 0 0 0,0 1-1 0 0,-1-1 1 0 0,1 1 0 0 0,-1 0 0 0 0,1 0 0 0 0,-1-1 0 0 0,1 1 0 0 0,-1 0 0 0 0,0 0-1 0 0,1 0 1 0 0,-1-1 0 0 0,0 1 0 0 0,0 0 0 0 0,1 0 0 0 0,-1 0 0 0 0,0 0 0 0 0,0 0-1 0 0,0 0 1 0 0,0 0 0 0 0,0 1 0 0 0,0 2-1 0 0,0 1 0 0 0,0 0 1 0 0,0 0-1 0 0,-2 7 0 0 0,-4 8 148 0 0,-1 0 0 0 0,-11 21 0 0 0,10-24-13 0 0,1 1 1 0 0,0-1-1 0 0,-4 23 1 0 0,10-39-121 0 0,1 0 1 0 0,0 0-1 0 0,-1 0 1 0 0,1 0-1 0 0,0 1 1 0 0,0-1-1 0 0,0 0 1 0 0,0 0-1 0 0,0 1 1 0 0,0-1-1 0 0,0 0 1 0 0,0 0-1 0 0,0 0 1 0 0,1 1-1 0 0,-1-1 1 0 0,0 0-1 0 0,1 0 0 0 0,-1 0 1 0 0,1 0-1 0 0,0 0 1 0 0,-1 0-1 0 0,1 0 1 0 0,0 0-1 0 0,-1 0 1 0 0,1 0-1 0 0,0 0 1 0 0,0 0-1 0 0,0 0 1 0 0,1 0-1 0 0,2 1 54 0 0,0-1 0 0 0,0 0 0 0 0,0 0 0 0 0,0 0 0 0 0,0 0 0 0 0,-1-1 0 0 0,9 1-1 0 0,17 0-49 0 0,1-2-1 0 0,41-5 0 0 0,-68 5-1954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49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10138 0 0,'12'-20'5459'0'0,"-1"4"-3990"0"0,-5 8-1077 0 0,0 2 1 0 0,1-1-1 0 0,0 1 0 0 0,0 0 0 0 0,0 0 0 0 0,1 1 1 0 0,0 0-1 0 0,0 0 0 0 0,0 1 0 0 0,1 0 0 0 0,0 1 1 0 0,9-4-1 0 0,-17 7-374 0 0,0 0 0 0 0,0 0-1 0 0,0-1 1 0 0,0 1 0 0 0,-1 0 0 0 0,1 0 0 0 0,0 0 0 0 0,0 0 0 0 0,0 0 0 0 0,0 0-1 0 0,0 0 1 0 0,0 0 0 0 0,0 0 0 0 0,-1 1 0 0 0,1-1 0 0 0,0 0 0 0 0,0 0 0 0 0,0 1-1 0 0,-1-1 1 0 0,1 1 0 0 0,0-1 0 0 0,0 1 0 0 0,-1-1 0 0 0,1 1 0 0 0,0 0 0 0 0,0 0-8 0 0,0 0 0 0 0,-1 0 0 0 0,1 0 0 0 0,-1 0 1 0 0,0 1-1 0 0,1-1 0 0 0,-1 0 0 0 0,0 0 0 0 0,0 0 1 0 0,0 1-1 0 0,0-1 0 0 0,0 0 0 0 0,0 0 0 0 0,0 0 1 0 0,-1 3-1 0 0,0 2 8 0 0,-1 0 0 0 0,1 0 0 0 0,-1-1 0 0 0,-1 1 0 0 0,-5 10 0 0 0,-53 68-7 0 0,64-88-85 0 0,1 0 1 0 0,0 0 0 0 0,1 0 0 0 0,7-5 0 0 0,-9 7 82 0 0,0 0 0 0 0,0 0 0 0 0,0 0 0 0 0,0 0 0 0 0,0 1 0 0 0,0-1 0 0 0,1 1 0 0 0,-1 0 0 0 0,1 0 0 0 0,3 0 0 0 0,-4 1-2 0 0,0 0 1 0 0,-1 0 0 0 0,1 1-1 0 0,0-1 1 0 0,0 1 0 0 0,0 0-1 0 0,-1 0 1 0 0,1 0 0 0 0,0 0-1 0 0,-1 0 1 0 0,1 0 0 0 0,-1 1-1 0 0,1-1 1 0 0,-1 1 0 0 0,0 0-1 0 0,1 0 1 0 0,-1 0-1 0 0,3 4 1 0 0,-4-5 3 0 0,0 1 0 0 0,0-1 0 0 0,0 1 0 0 0,0-1 0 0 0,-1 1-1 0 0,1 0 1 0 0,-1-1 0 0 0,1 1 0 0 0,-1 0 0 0 0,1 0 0 0 0,-1-1 0 0 0,0 1 0 0 0,0 0-1 0 0,0 0 1 0 0,0-1 0 0 0,0 1 0 0 0,0 0 0 0 0,-1 0 0 0 0,1-1 0 0 0,0 1 0 0 0,-1 0-1 0 0,0-1 1 0 0,1 1 0 0 0,-1 0 0 0 0,0-1 0 0 0,0 1 0 0 0,0-1 0 0 0,0 1 0 0 0,0-1 0 0 0,0 0-1 0 0,-2 3 1 0 0,-3 2 69 0 0,-1 1 0 0 0,-1-1 0 0 0,1 0 0 0 0,-1 0 0 0 0,0-1 0 0 0,-10 6 0 0 0,13-9-54 0 0,0 0 1 0 0,0 0-1 0 0,1 0 1 0 0,-1 0-1 0 0,-1-1 1 0 0,1 1-1 0 0,0-1 1 0 0,0-1-1 0 0,0 1 1 0 0,-1-1-1 0 0,1 0 1 0 0,-9-1-1 0 0,-5-7-1467 0 0,17 7 773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50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93 2304 0 0,'-7'-11'7353'0'0,"1"-3"472"0"0,5 12-7604 0 0,1 1 0 0 0,0 0 1 0 0,0 0-1 0 0,1 0 1 0 0,-1-1-1 0 0,0 1 1 0 0,0 0-1 0 0,0 0 0 0 0,1 0 1 0 0,-1 0-1 0 0,1 0 1 0 0,-1-1-1 0 0,1 1 1 0 0,0-1-1 0 0,2-3 7 0 0,1 1 1 0 0,-1-1-1 0 0,1 0 0 0 0,0 1 0 0 0,0 0 1 0 0,7-6-1 0 0,-8 9-199 0 0,-1-1-1 0 0,0 1 1 0 0,0-1-1 0 0,0 1 1 0 0,1 0 0 0 0,-1 0-1 0 0,5-1 1 0 0,-6 2-10 0 0,1 0 0 0 0,-1-1-1 0 0,0 1 1 0 0,0 0 0 0 0,0 0 0 0 0,0 0-1 0 0,0 0 1 0 0,0 1 0 0 0,0-1-1 0 0,0 0 1 0 0,0 0 0 0 0,0 1 0 0 0,0-1-1 0 0,0 0 1 0 0,0 1 0 0 0,0-1 0 0 0,0 1-1 0 0,0-1 1 0 0,1 2 0 0 0,-1-1-7 0 0,0 0 0 0 0,0 1 0 0 0,-1-1 0 0 0,1 0 0 0 0,0 0 0 0 0,-1 1 0 0 0,1-1 0 0 0,0 0 0 0 0,-1 1 0 0 0,0-1 0 0 0,1 1-1 0 0,-1-1 1 0 0,0 1 0 0 0,0-1 0 0 0,0 1 0 0 0,0-1 0 0 0,0 1 0 0 0,0-1 0 0 0,0 3 0 0 0,-9 32 51 0 0,7-28-53 0 0,-4 11 122 0 0,-11 24 0 0 0,10-29-36 0 0,1 1 0 0 0,1 0 0 0 0,-4 16 0 0 0,9-30-84 0 0,0 0 0 0 0,-1 0 0 0 0,1-1-1 0 0,0 1 1 0 0,0 0 0 0 0,0 0 0 0 0,0 0-1 0 0,0-1 1 0 0,0 1 0 0 0,0 0 0 0 0,0 0 0 0 0,0 0-1 0 0,0-1 1 0 0,0 1 0 0 0,1 0 0 0 0,-1 0 0 0 0,0 0-1 0 0,1-1 1 0 0,-1 1 0 0 0,0 0 0 0 0,1-1 0 0 0,-1 1-1 0 0,1 0 1 0 0,-1-1 0 0 0,1 1 0 0 0,-1 0 0 0 0,1-1-1 0 0,-1 1 1 0 0,1-1 0 0 0,0 1 0 0 0,-1-1 0 0 0,1 1-1 0 0,0-1 1 0 0,0 0 0 0 0,-1 1 0 0 0,1-1 0 0 0,1 1-1 0 0,3-1 100 0 0,0 1 0 0 0,-1-1-1 0 0,1 0 1 0 0,0 0-1 0 0,8-2 1 0 0,5 1 140 0 0,4 1-336 0 0,25 0 651 0 0,-18-5-3061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8:54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 8754 0 0,'0'0'410'0'0,"0"1"1"0"0,-1-1 0 0 0,1 0-1 0 0,-1 0 1 0 0,1 1-1 0 0,0-1 1 0 0,-1 0 0 0 0,1 1-1 0 0,0-1 1 0 0,-1 1 0 0 0,1-1-1 0 0,0 0 1 0 0,-1 1-1 0 0,1-1 1 0 0,0 1 0 0 0,0-1-1 0 0,0 1 1 0 0,-1-1-1 0 0,1 1 1 0 0,0-1 0 0 0,0 1-1 0 0,0-1 1 0 0,0 1-1 0 0,0-1 1 0 0,0 1 0 0 0,13 3 2851 0 0,-11-4-3480 0 0,-1 0 254 0 0,1-1-1 0 0,0 1 1 0 0,-1-1 0 0 0,1 1-1 0 0,0-1 1 0 0,-1 0 0 0 0,1 0-1 0 0,-1 1 1 0 0,1-1-1 0 0,-1 0 1 0 0,3-2 0 0 0,9-5 51 0 0,-10 7-27 0 0,1 0 0 0 0,0-1-1 0 0,0 2 1 0 0,0-1 0 0 0,0 0 0 0 0,-1 1 0 0 0,1 0-1 0 0,7 0 1 0 0,-10 0-47 0 0,0 0 0 0 0,0 0 0 0 0,0 0 0 0 0,0 0 0 0 0,0 1 0 0 0,0-1 0 0 0,0 0-1 0 0,0 1 1 0 0,0-1 0 0 0,0 1 0 0 0,0-1 0 0 0,0 1 0 0 0,0-1 0 0 0,0 1 0 0 0,0 0 0 0 0,0-1 0 0 0,0 1 0 0 0,-1 0-1 0 0,1 0 1 0 0,0 0 0 0 0,-1 0 0 0 0,1 0 0 0 0,0-1 0 0 0,-1 1 0 0 0,1 0 0 0 0,-1 0 0 0 0,0 0 0 0 0,1 0-1 0 0,-1 1 1 0 0,0-1 0 0 0,0 0 0 0 0,1 0 0 0 0,-1 0 0 0 0,0 0 0 0 0,0 2 0 0 0,-1 2-14 0 0,1 0 0 0 0,-1 0 0 0 0,0-1 0 0 0,-1 1 0 0 0,1 0 0 0 0,-1 0 0 0 0,0-1 0 0 0,0 1 0 0 0,0-1 0 0 0,-1 1 0 0 0,1-1 0 0 0,-1 0-1 0 0,-7 7 1 0 0,-11 20-87 0 0,21-31 85 0 0,0 0-1 0 0,0 0 1 0 0,0 0-1 0 0,0 0 1 0 0,0 1-1 0 0,0-1 1 0 0,0 0 0 0 0,-1 0-1 0 0,1 0 1 0 0,0 0-1 0 0,0 1 1 0 0,0-1-1 0 0,0 0 1 0 0,0 0-1 0 0,0 0 1 0 0,0 1-1 0 0,0-1 1 0 0,0 0 0 0 0,0 0-1 0 0,0 0 1 0 0,0 1-1 0 0,0-1 1 0 0,0 0-1 0 0,0 0 1 0 0,0 0-1 0 0,0 0 1 0 0,1 1-1 0 0,-1-1 1 0 0,0 0 0 0 0,0 0-1 0 0,0 0 1 0 0,0 0-1 0 0,0 1 1 0 0,0-1-1 0 0,0 0 1 0 0,1 0-1 0 0,8 2-262 0 0,12-6-188 0 0,-19 4 442 0 0,4-1 41 0 0,1 1 1 0 0,-1-1-1 0 0,1 1 1 0 0,-1 0-1 0 0,1 1 1 0 0,-1 0-1 0 0,1 0 1 0 0,-1 0-1 0 0,1 1 0 0 0,-1 0 1 0 0,11 5-1 0 0,-13-6-4 0 0,-1 1-1 0 0,-1 0 0 0 0,1-1 1 0 0,0 1-1 0 0,0 1 0 0 0,-1-1 1 0 0,1 0-1 0 0,-1 0 0 0 0,0 1 1 0 0,4 5-1 0 0,-4-6-14 0 0,-1 0-1 0 0,0 0 1 0 0,-1 0 0 0 0,1 0-1 0 0,0 1 1 0 0,-1-1 0 0 0,1 0-1 0 0,-1 0 1 0 0,1 1 0 0 0,-1-1-1 0 0,0 0 1 0 0,0 1 0 0 0,0-1-1 0 0,-1 0 1 0 0,1 1-1 0 0,0-1 1 0 0,-2 3 0 0 0,1-1 65 0 0,-1-1-1 0 0,1 0 1 0 0,-1 0 0 0 0,0 0 0 0 0,0-1 0 0 0,0 1-1 0 0,0 0 1 0 0,-1-1 0 0 0,1 1 0 0 0,-1-1-1 0 0,1 0 1 0 0,-1 0 0 0 0,0 0 0 0 0,0 0 0 0 0,0 0-1 0 0,0-1 1 0 0,-3 2 0 0 0,-2 0 13 0 0,1 0 1 0 0,0-1 0 0 0,-1 1-1 0 0,1-2 1 0 0,-1 1-1 0 0,-11 0 1 0 0,14-2-151 0 0,1 0 1 0 0,0 0 0 0 0,0 0-1 0 0,0-1 1 0 0,0 0 0 0 0,-7-2-1 0 0,-10-8-3240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21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18 9218 0 0,'0'-1'417'0'0,"0"0"0"0"0,-1 0 0 0 0,1 0 0 0 0,0 0 1 0 0,-1 0-1 0 0,1 0 0 0 0,0 1 0 0 0,-1-1 0 0 0,1 0 0 0 0,-1 0 0 0 0,0 1 0 0 0,1-1 1 0 0,-1 0-1 0 0,1 1 0 0 0,-1-1 0 0 0,0 0 0 0 0,0 1 0 0 0,1-1 0 0 0,-1 1 0 0 0,0-1 1 0 0,0 1-1 0 0,-1-1 0 0 0,1 1-235 0 0,0 0 0 0 0,0 0 0 0 0,0 0 0 0 0,0 0-1 0 0,0 0 1 0 0,0 0 0 0 0,1 1 0 0 0,-1-1 0 0 0,0 0 0 0 0,0 1 0 0 0,0-1 0 0 0,0 1 0 0 0,1-1 0 0 0,-1 1 0 0 0,0-1 0 0 0,0 1 0 0 0,1-1 0 0 0,-2 2-1 0 0,-1 1-143 0 0,1-1 0 0 0,-1 1 0 0 0,1 0 0 0 0,0 1 0 0 0,0-1 0 0 0,0 0 0 0 0,0 1 0 0 0,0-1 0 0 0,-2 7 0 0 0,1 6 41 0 0,1-1 1 0 0,0 1-1 0 0,1 24 1 0 0,1-32-40 0 0,0 0 1 0 0,1 0 0 0 0,0 0 0 0 0,1 0 0 0 0,0 0 0 0 0,0-1-1 0 0,0 1 1 0 0,7 13 0 0 0,-8-20-25 0 0,0 1 0 0 0,0 0-1 0 0,0-1 1 0 0,0 1 0 0 0,0-1 0 0 0,0 1-1 0 0,0-1 1 0 0,0 0 0 0 0,1 1 0 0 0,-1-1 0 0 0,0 0-1 0 0,1 0 1 0 0,-1 0 0 0 0,1 0 0 0 0,0 0-1 0 0,-1 0 1 0 0,1 0 0 0 0,0-1 0 0 0,-1 1 0 0 0,1-1-1 0 0,0 1 1 0 0,0-1 0 0 0,-1 0 0 0 0,1 1 0 0 0,0-1-1 0 0,0 0 1 0 0,3-1 0 0 0,-2 1-21 0 0,-1-1 0 0 0,1 0-1 0 0,0 0 1 0 0,-1 0 0 0 0,1-1 0 0 0,-1 1 0 0 0,1-1 0 0 0,-1 1 0 0 0,0-1-1 0 0,0 0 1 0 0,0 0 0 0 0,0 0 0 0 0,0 0 0 0 0,0 0 0 0 0,0 0 0 0 0,-1 0 0 0 0,3-4-1 0 0,-2 1-30 0 0,1 0-1 0 0,-1 0 1 0 0,-1-1-1 0 0,1 1 1 0 0,-1 0-1 0 0,1-1 1 0 0,-1 1-1 0 0,-1-1 1 0 0,1 1-1 0 0,-1-1 1 0 0,0 1-1 0 0,-1-1 1 0 0,1 1-1 0 0,-1-1 1 0 0,0 1-1 0 0,0-1 1 0 0,-3-6-1 0 0,1 2-45 0 0,-1 1 0 0 0,0 0-1 0 0,-1 0 1 0 0,1 0-1 0 0,-2 0 1 0 0,1 1-1 0 0,-1 0 1 0 0,-13-13-1 0 0,15 17-1075 0 0,0 0-3970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24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34 8754 0 0,'1'-7'613'0'0,"-1"-3"5094"0"0,0 10-5590 0 0,-1 0-1 0 0,1 0 1 0 0,0 1 0 0 0,0-1 0 0 0,-1 0-1 0 0,1 0 1 0 0,0 0 0 0 0,-1 0 0 0 0,1 0 0 0 0,0 0-1 0 0,-1 0 1 0 0,1 0 0 0 0,0 1 0 0 0,0-1-1 0 0,-1 0 1 0 0,1 0 0 0 0,0 0 0 0 0,0 1 0 0 0,0-1-1 0 0,-1 0 1 0 0,1 0 0 0 0,0 1 0 0 0,0-1-1 0 0,0 0 1 0 0,0 0 0 0 0,-1 1 0 0 0,1-1 0 0 0,0 0-1 0 0,0 1 1 0 0,0-1 0 0 0,0 1 0 0 0,-6 8 267 0 0,0 0 1 0 0,1 0 0 0 0,0 1-1 0 0,1 0 1 0 0,0 0-1 0 0,1 0 1 0 0,-1 0 0 0 0,-1 19-1 0 0,3-21-336 0 0,1-1 0 0 0,1 1-1 0 0,-1 0 1 0 0,2 0 0 0 0,-1 0-1 0 0,1 0 1 0 0,0-1-1 0 0,0 1 1 0 0,1 0 0 0 0,0-1-1 0 0,0 1 1 0 0,7 11 0 0 0,-9-17-46 0 0,1-1 0 0 0,0 1 1 0 0,-1-1-1 0 0,1 0 0 0 0,0 1 1 0 0,0-1-1 0 0,0 0 0 0 0,0 1 1 0 0,1-1-1 0 0,-1 0 0 0 0,0 0 1 0 0,0 0-1 0 0,1 0 0 0 0,-1 0 1 0 0,1 0-1 0 0,-1 0 1 0 0,1-1-1 0 0,-1 1 0 0 0,1 0 1 0 0,-1-1-1 0 0,1 1 0 0 0,-1-1 1 0 0,1 0-1 0 0,0 1 0 0 0,-1-1 1 0 0,1 0-1 0 0,0 0 0 0 0,-1 0 1 0 0,1 0-1 0 0,0 0 0 0 0,-1-1 1 0 0,1 1-1 0 0,0-1 1 0 0,-1 1-1 0 0,1-1 0 0 0,-1 1 1 0 0,1-1-1 0 0,-1 0 0 0 0,3-1 1 0 0,0 0-41 0 0,-1-1 1 0 0,0 1 0 0 0,0-1-1 0 0,0 0 1 0 0,0 0 0 0 0,0 0 0 0 0,-1 0-1 0 0,1 0 1 0 0,-1 0 0 0 0,0-1-1 0 0,0 1 1 0 0,0-1 0 0 0,0 0-1 0 0,-1 1 1 0 0,2-8 0 0 0,-2 3 32 0 0,0 1 0 0 0,-1-1 0 0 0,1 1 0 0 0,-2-1 0 0 0,1 1 1 0 0,-1-1-1 0 0,-1 1 0 0 0,1-1 0 0 0,-4-8 0 0 0,-4-11-212 0 0,-15-28 1 0 0,17 39-486 0 0,6 14 403 0 0,-6-11 84 0 0,7 13 81 0 0,0 0-1 0 0,0-1 1 0 0,0 1-1 0 0,-1 0 1 0 0,1-1-1 0 0,0 1 0 0 0,0 0 1 0 0,-1-1-1 0 0,1 1 1 0 0,0 0-1 0 0,0-1 1 0 0,-1 1-1 0 0,1 0 0 0 0,0 0 1 0 0,-1 0-1 0 0,1-1 1 0 0,0 1-1 0 0,-1 0 1 0 0,1 0-1 0 0,-1 0 0 0 0,1 0 1 0 0,0 0-1 0 0,-1 0 1 0 0,1-1-1 0 0,-1 1 1 0 0,1 0-1 0 0,0 0 1 0 0,-1 0-1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36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24 8290 0 0,'0'-1'606'0'0,"0"-1"0"0"0,0 1 0 0 0,0 0 1 0 0,0-1-1 0 0,-1 1 0 0 0,1-1 0 0 0,0 1 0 0 0,-1 0 1 0 0,1-1-1 0 0,-1 1 0 0 0,1 0 0 0 0,-1 0 1 0 0,1-1-1 0 0,-3-1 0 0 0,3 3-476 0 0,0 0 1 0 0,0 0-1 0 0,0 0 0 0 0,-1-1 1 0 0,1 1-1 0 0,0 0 0 0 0,0 0 1 0 0,0 0-1 0 0,-1 0 0 0 0,1 0 1 0 0,0 0-1 0 0,0 0 0 0 0,-1 0 1 0 0,1 0-1 0 0,0 0 0 0 0,0 0 1 0 0,0 0-1 0 0,-1 0 0 0 0,1 0 1 0 0,0 0-1 0 0,0 0 0 0 0,-1 0 1 0 0,1 0-1 0 0,0 0 0 0 0,0 0 1 0 0,-1 0-1 0 0,1 0 0 0 0,0 0 1 0 0,0 1-1 0 0,-9 10 1401 0 0,4 0-1515 0 0,1 0 1 0 0,0 0 0 0 0,1 1 0 0 0,0-1 0 0 0,1 1 0 0 0,-1 17 0 0 0,2-12 109 0 0,0 1 0 0 0,2-1-1 0 0,4 32 1 0 0,-4-46-82 0 0,0 1 0 0 0,0-1 0 0 0,0 1 0 0 0,0-1-1 0 0,1 1 1 0 0,0-1 0 0 0,-1 0 0 0 0,1 0 0 0 0,1 0 0 0 0,-1 0 0 0 0,4 4 0 0 0,-5-6-38 0 0,0 0 0 0 0,0-1 0 0 0,-1 1 0 0 0,1 0 0 0 0,0-1 0 0 0,0 1 0 0 0,0-1 1 0 0,0 1-1 0 0,0-1 0 0 0,0 1 0 0 0,0-1 0 0 0,0 0 0 0 0,0 1 0 0 0,1-1 1 0 0,-1 0-1 0 0,0 0 0 0 0,0 0 0 0 0,0 0 0 0 0,0 0 0 0 0,0 0 0 0 0,0 0 1 0 0,0 0-1 0 0,0 0 0 0 0,1 0 0 0 0,-1-1 0 0 0,0 1 0 0 0,0-1 0 0 0,0 1 0 0 0,0 0 1 0 0,0-1-1 0 0,0 0 0 0 0,0 1 0 0 0,0-1 0 0 0,-1 0 0 0 0,1 1 0 0 0,0-1 1 0 0,0 0-1 0 0,0 0 0 0 0,-1 0 0 0 0,1 1 0 0 0,1-3 0 0 0,1-2-21 0 0,0-1 1 0 0,0 1-1 0 0,0-1 0 0 0,0 1 1 0 0,-1-1-1 0 0,0 0 0 0 0,0 0 1 0 0,0 0-1 0 0,-1 0 0 0 0,0-1 1 0 0,0 1-1 0 0,-1 0 0 0 0,0 0 1 0 0,0-10-1 0 0,-1 4-49 0 0,-1 1 0 0 0,0-1 1 0 0,0 0-1 0 0,-1 1 0 0 0,-1 0 0 0 0,-9-21 0 0 0,13 31 33 0 0,-1-1-1 0 0,0 1 0 0 0,0 0 0 0 0,0-1 1 0 0,0 1-1 0 0,0 0 0 0 0,0-1 0 0 0,0 1 1 0 0,0 0-1 0 0,-1 0 0 0 0,1 0 0 0 0,0 0 1 0 0,-2-1-1 0 0,2 1-319 0 0,-1 1 0 0 0,1-1 0 0 0,-1 1 0 0 0,1 0 0 0 0,-1-1 0 0 0,1 1 0 0 0,-1 0 0 0 0,-3 0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38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9674 0 0,'-4'2'4970'0'0,"-3"7"-1842"0"0,5-3-2692 0 0,0 1 1 0 0,0 0-1 0 0,1 0 1 0 0,0 0 0 0 0,0 0-1 0 0,0 0 1 0 0,1 0-1 0 0,0 0 1 0 0,2 12-1 0 0,2 5-262 0 0,9 34 0 0 0,-11-48-133 0 0,2 0 0 0 0,-1 0 0 0 0,1 0 0 0 0,7 12 0 0 0,-9-19-24 0 0,-1-1 0 0 0,1 1 0 0 0,0-1 0 0 0,0 1 0 0 0,0-1 0 0 0,0 0 1 0 0,0 1-1 0 0,1-1 0 0 0,-1 0 0 0 0,1 0 0 0 0,-1-1 0 0 0,1 1 0 0 0,0-1 0 0 0,-1 1 0 0 0,1-1 0 0 0,0 0 0 0 0,0 0 0 0 0,0 0 0 0 0,4 1 1 0 0,-5-2-22 0 0,0 0 0 0 0,0-1 1 0 0,0 1-1 0 0,0 0 0 0 0,0-1 1 0 0,0 1-1 0 0,0-1 0 0 0,0 0 1 0 0,0 1-1 0 0,0-1 0 0 0,0 0 1 0 0,0 0-1 0 0,0 0 0 0 0,0-1 1 0 0,-1 1-1 0 0,1 0 0 0 0,0-1 1 0 0,-1 1-1 0 0,1-1 0 0 0,-1 1 1 0 0,0-1-1 0 0,0 0 0 0 0,2-3 0 0 0,1-1 3 0 0,0 0 0 0 0,-1-1 0 0 0,0 1-1 0 0,0-1 1 0 0,3-11 0 0 0,-5 12-5 0 0,-1 0 0 0 0,1-1 0 0 0,-1 1 0 0 0,0 0 0 0 0,0-1 0 0 0,-1 1 0 0 0,0 0 0 0 0,0 0 0 0 0,0 0 0 0 0,-1-1 1 0 0,0 1-1 0 0,0 1 0 0 0,-1-1 0 0 0,0 0 0 0 0,1 0 0 0 0,-2 1 0 0 0,1 0 0 0 0,-1 0 0 0 0,0 0 0 0 0,0 0 0 0 0,0 0 1 0 0,-1 1-1 0 0,1 0 0 0 0,-1 0 0 0 0,0 0 0 0 0,-1 0 0 0 0,1 1 0 0 0,0 0 0 0 0,-11-4 0 0 0,12 4-69 0 0,6 2-30 0 0,-1 0-163 0 0,-10-1-287 0 0,3 2-1246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44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27 5985 0 0,'-1'0'517'0'0,"0"-1"-1"0"0,0 1 1 0 0,0-1-1 0 0,0 1 1 0 0,0 0-1 0 0,0-1 1 0 0,0 1-1 0 0,0 0 1 0 0,0 0-1 0 0,0 0 1 0 0,0-1-1 0 0,-1 1 1 0 0,1 1-1 0 0,0-1 1 0 0,0 0-1 0 0,0 0 1 0 0,0 0-1 0 0,0 0 1 0 0,-2 1-1 0 0,2 0-253 0 0,-1 0 0 0 0,0 1-1 0 0,1-1 1 0 0,-1 0-1 0 0,0 1 1 0 0,1-1 0 0 0,0 1-1 0 0,-1-1 1 0 0,1 1-1 0 0,-2 2 1 0 0,0 2-75 0 0,-1 1 1 0 0,1 0-1 0 0,0 0 1 0 0,0 0-1 0 0,1 0 0 0 0,0 0 1 0 0,0 0-1 0 0,0 1 1 0 0,1-1-1 0 0,0 16 0 0 0,1-11-54 0 0,0 1-1 0 0,1-1 1 0 0,1 1-1 0 0,0-1 0 0 0,7 23 1 0 0,-8-33-107 0 0,-1 1 0 0 0,1 0 0 0 0,0-1 0 0 0,1 0 0 0 0,-1 1 0 0 0,0-1 0 0 0,1 0 0 0 0,-1 1 0 0 0,1-1 0 0 0,0 0 0 0 0,0 0 0 0 0,0 0 0 0 0,0-1 0 0 0,0 1 0 0 0,0 0 0 0 0,3 1 0 0 0,-3-2-20 0 0,0-1-1 0 0,0 1 1 0 0,0 0 0 0 0,0-1-1 0 0,0 0 1 0 0,0 0 0 0 0,0 1 0 0 0,0-1-1 0 0,0 0 1 0 0,0-1 0 0 0,0 1-1 0 0,0 0 1 0 0,0 0 0 0 0,0-1 0 0 0,0 0-1 0 0,0 1 1 0 0,0-1 0 0 0,0 0-1 0 0,0 0 1 0 0,0 0 0 0 0,-1 0-1 0 0,3-1 1 0 0,3-3-5 0 0,-1 1 0 0 0,0-1-1 0 0,0 0 1 0 0,-1-1 0 0 0,1 1 0 0 0,-1-1-1 0 0,0 0 1 0 0,-1 0 0 0 0,0-1 0 0 0,0 1 0 0 0,0-1-1 0 0,0 0 1 0 0,2-8 0 0 0,-5 10-10 0 0,1 0 0 0 0,-1 0-1 0 0,0 0 1 0 0,0-1 0 0 0,-1 1 0 0 0,1 0 0 0 0,-1 0 0 0 0,-1-1 0 0 0,1 1 0 0 0,-1 0 0 0 0,1 0 0 0 0,-2 0 0 0 0,1-1-1 0 0,0 1 1 0 0,-1 0 0 0 0,0 1 0 0 0,0-1 0 0 0,-1 0 0 0 0,-5-8 0 0 0,3 5-197 0 0,-1 0 0 0 0,0 1-1 0 0,-1-1 1 0 0,-9-7 0 0 0,14 13-61 0 0,0 1 0 0 0,0-1 0 0 0,-1 0 0 0 0,0 0 0 0 0,1 1 0 0 0,-1 0 0 0 0,0-1 0 0 0,1 1 0 0 0,-1 0 0 0 0,0 0 0 0 0,0 0 0 0 0,0 1 0 0 0,0-1-1 0 0,0 1 1 0 0,0 0 0 0 0,0 0 0 0 0,-6 0 0 0 0,3 1-5862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4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 6449 0 0,'0'0'251'0'0,"0"-1"-1"0"0,-1 0 1 0 0,1 0-1 0 0,-1 1 1 0 0,1-1-1 0 0,-1 0 1 0 0,1 1-1 0 0,-1-1 1 0 0,0 0-1 0 0,1 1 1 0 0,-1-1-1 0 0,0 1 0 0 0,1-1 1 0 0,-1 1-1 0 0,0-1 1 0 0,0 1-1 0 0,0 0 1 0 0,1-1-1 0 0,-1 1 1 0 0,0 0-1 0 0,0-1 1 0 0,0 1-1 0 0,0 0 1 0 0,0 0-1 0 0,1 0 0 0 0,-1 0 1 0 0,0 0-1 0 0,0 0 1 0 0,0 0-1 0 0,0 0 1 0 0,0 0-1 0 0,1 1 1 0 0,-1-1-1 0 0,0 0 1 0 0,0 1-1 0 0,0-1 1 0 0,0 0-1 0 0,1 1 1 0 0,-2 0-1 0 0,0 1-8 0 0,0-1 1 0 0,0 1-1 0 0,0 0 1 0 0,0 0-1 0 0,1 0 0 0 0,-1 0 1 0 0,1 0-1 0 0,-1 0 0 0 0,1 1 1 0 0,0-1-1 0 0,0 0 0 0 0,-1 4 1 0 0,-1 7-70 0 0,0 1-1 0 0,0 0 1 0 0,1-1 0 0 0,1 1 0 0 0,1 0-1 0 0,0 0 1 0 0,0 0 0 0 0,2 0 0 0 0,-1-1-1 0 0,2 1 1 0 0,0 0 0 0 0,1-1 0 0 0,0 0-1 0 0,6 14 1 0 0,-9-25-154 0 0,1 1 0 0 0,-1-1 0 0 0,0 0 0 0 0,0 0 0 0 0,1 0 0 0 0,-1 0 0 0 0,1-1 0 0 0,-1 1 0 0 0,1 0 0 0 0,0-1 0 0 0,0 1 0 0 0,0-1 0 0 0,0 1 0 0 0,0-1 0 0 0,0 0 0 0 0,0 0 1 0 0,0 0-1 0 0,1 0 0 0 0,-1 0 0 0 0,0-1 0 0 0,1 1 0 0 0,-1-1 0 0 0,0 1 0 0 0,1-1 0 0 0,-1 0 0 0 0,1 0 0 0 0,-1 0 0 0 0,1 0 0 0 0,3-1 0 0 0,-3 0-17 0 0,0 0 1 0 0,1 0-1 0 0,-1 0 0 0 0,0-1 1 0 0,0 1-1 0 0,0-1 1 0 0,0 0-1 0 0,0 0 0 0 0,0 0 1 0 0,0 0-1 0 0,0-1 1 0 0,-1 1-1 0 0,0-1 0 0 0,1 0 1 0 0,-1 1-1 0 0,0-1 1 0 0,0 0-1 0 0,0 0 0 0 0,2-6 1 0 0,-2 4-6 0 0,0-2 1 0 0,-1 1-1 0 0,1 0 0 0 0,-1 0 1 0 0,-1 0-1 0 0,1-1 1 0 0,-1 1-1 0 0,0 0 0 0 0,0-1 1 0 0,-1 1-1 0 0,0 0 0 0 0,0 0 1 0 0,-1 0-1 0 0,1-1 1 0 0,-5-8-1 0 0,1 3-203 0 0,0 1 1 0 0,-1 0-1 0 0,0 0 0 0 0,-1 0 1 0 0,0 1-1 0 0,-16-18 0 0 0,8 13-1230 0 0,8 9 273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5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43 5529 0 0,'-2'-9'1700'0'0,"-2"-4"5206"0"0,0 13-3840 0 0,-1 9-1712 0 0,0 4-1074 0 0,0 0 1 0 0,1 0-1 0 0,1 1 1 0 0,0 0-1 0 0,1-1 1 0 0,1 1 0 0 0,0 0-1 0 0,1 0 1 0 0,0 0-1 0 0,1 0 1 0 0,0 0 0 0 0,6 22-1 0 0,-6-34-256 0 0,-1 0 0 0 0,1 0 0 0 0,-1 0 0 0 0,1-1-1 0 0,0 1 1 0 0,0 0 0 0 0,0 0 0 0 0,0-1 0 0 0,0 1 0 0 0,0-1 0 0 0,0 1 0 0 0,0-1 0 0 0,1 1-1 0 0,-1-1 1 0 0,1 0 0 0 0,-1 1 0 0 0,1-1 0 0 0,-1 0 0 0 0,1 0 0 0 0,0 0 0 0 0,3 1 0 0 0,-4-2-21 0 0,1 0 0 0 0,0 0 1 0 0,0 1-1 0 0,-1-2 1 0 0,1 1-1 0 0,0 0 1 0 0,0 0-1 0 0,-1 0 1 0 0,1-1-1 0 0,0 1 0 0 0,0-1 1 0 0,-1 0-1 0 0,1 1 1 0 0,-1-1-1 0 0,1 0 1 0 0,0 0-1 0 0,-1 0 1 0 0,0 0-1 0 0,1 0 0 0 0,-1 0 1 0 0,1 0-1 0 0,-1-1 1 0 0,2-1-1 0 0,0-2-24 0 0,1 1-1 0 0,-1-1 1 0 0,0 0 0 0 0,-1 0-1 0 0,1 0 1 0 0,-1 0-1 0 0,0 0 1 0 0,0-1 0 0 0,-1 1-1 0 0,1 0 1 0 0,-1-1 0 0 0,0 1-1 0 0,-1-1 1 0 0,1 0-1 0 0,-1 1 1 0 0,-1-1 0 0 0,1 1-1 0 0,-1-1 1 0 0,1 0-1 0 0,-4-9 1 0 0,1 5-83 0 0,0 0-1 0 0,-1 0 1 0 0,0 0 0 0 0,-1 1 0 0 0,0 0-1 0 0,0-1 1 0 0,-1 2 0 0 0,0-1-1 0 0,-1 1 1 0 0,-9-10 0 0 0,-2 5-2201 0 0,14 11 1120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52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16 8754 0 0,'-2'0'190'0'0,"0"-1"-1"0"0,0 0 1 0 0,0 1 0 0 0,1 0 0 0 0,-1-1 0 0 0,0 1-1 0 0,0 0 1 0 0,0 0 0 0 0,0 0 0 0 0,0 0-1 0 0,1 0 1 0 0,-1 1 0 0 0,0-1 0 0 0,0 0 0 0 0,0 1-1 0 0,1 0 1 0 0,-1-1 0 0 0,0 1 0 0 0,-2 1 0 0 0,1 0 94 0 0,1 0 1 0 0,0 0 0 0 0,0 0 0 0 0,0 0 0 0 0,0 0 0 0 0,1 1 0 0 0,-1-1 0 0 0,1 0 0 0 0,-1 1 0 0 0,1-1 0 0 0,-2 5 0 0 0,-1 5 321 0 0,1 0 1 0 0,0 0-1 0 0,1 0 0 0 0,-2 20 0 0 0,4-32-596 0 0,-3 71 1792 0 0,3-64-1645 0 0,1-1 1 0 0,-1 1-1 0 0,1 0 0 0 0,1-1 0 0 0,-1 1 1 0 0,1-1-1 0 0,0 1 0 0 0,4 8 0 0 0,-5-14-152 0 0,-1 0-1 0 0,0 0 1 0 0,1-1-1 0 0,-1 1 1 0 0,1 0-1 0 0,-1 0 1 0 0,1 0-1 0 0,-1 0 1 0 0,1 0-1 0 0,0-1 1 0 0,0 1-1 0 0,-1 0 0 0 0,1-1 1 0 0,0 1-1 0 0,0-1 1 0 0,0 1-1 0 0,-1 0 1 0 0,1-1-1 0 0,0 0 1 0 0,0 1-1 0 0,0-1 1 0 0,0 0-1 0 0,0 1 1 0 0,0-1-1 0 0,0 0 0 0 0,0 0 1 0 0,0 0-1 0 0,0 0 1 0 0,0 0-1 0 0,0 0 1 0 0,0 0-1 0 0,0 0 1 0 0,0 0-1 0 0,0 0 1 0 0,0-1-1 0 0,0 1 1 0 0,0 0-1 0 0,0-1 1 0 0,0 1-1 0 0,0-1 0 0 0,0 1 1 0 0,0-1-1 0 0,-1 1 1 0 0,1-1-1 0 0,0 0 1 0 0,0 1-1 0 0,-1-1 1 0 0,1 0-1 0 0,0 1 1 0 0,0-2-1 0 0,3-2 15 0 0,-1 0-1 0 0,0-1 0 0 0,0 1 1 0 0,0 0-1 0 0,0-1 1 0 0,-1 0-1 0 0,0 0 0 0 0,3-6 1 0 0,-3-1-84 0 0,0 1 0 0 0,0-1 1 0 0,-1 1-1 0 0,-1-1 0 0 0,0 1 0 0 0,-1-1 0 0 0,-1-12 1 0 0,-1 8-66 0 0,0 0 0 0 0,-1 1 0 0 0,-1-1 0 0 0,-10-22 0 0 0,6 21-1411 0 0,2 12-4613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9:5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56 3681 0 0,'3'-20'3497'0'0,"-2"17"-2890"0"0,-1 0 0 0 0,1-1 0 0 0,-1 1 1 0 0,1 0-1 0 0,-1 0 0 0 0,0 0 0 0 0,0 0 0 0 0,-2-6 1 0 0,2 9-553 0 0,0 0 1 0 0,0 0 0 0 0,0 0-1 0 0,0 0 1 0 0,0 0-1 0 0,0-1 1 0 0,0 1 0 0 0,0 0-1 0 0,0 0 1 0 0,0 0-1 0 0,0 0 1 0 0,0 0 0 0 0,0 0-1 0 0,0 0 1 0 0,0 0 0 0 0,0 0-1 0 0,0 0 1 0 0,0 0-1 0 0,0 0 1 0 0,0 0 0 0 0,-1 0-1 0 0,1 0 1 0 0,0 0-1 0 0,0 0 1 0 0,0 0 0 0 0,0 0-1 0 0,0 0 1 0 0,0 0-1 0 0,0-1 1 0 0,0 1 0 0 0,0 0-1 0 0,0 0 1 0 0,0 0 0 0 0,-1 0-1 0 0,1 1 1 0 0,0-1-1 0 0,0 0 1 0 0,0 0 0 0 0,0 0-1 0 0,0 0 1 0 0,0 0-1 0 0,0 0 1 0 0,0 0 0 0 0,0 0-1 0 0,0 0 1 0 0,0 0 0 0 0,0 0-1 0 0,0 0 1 0 0,-1 0-1 0 0,1 0 1 0 0,-4 5 1235 0 0,-3 6-251 0 0,3-1-767 0 0,1 0 0 0 0,0 0-1 0 0,1 1 1 0 0,0-1 0 0 0,0 1-1 0 0,1-1 1 0 0,1 1 0 0 0,0 16-1 0 0,2-5-257 0 0,1 1 0 0 0,1-1 0 0 0,7 23 0 0 0,-10-43-2 0 0,-1 1 0 0 0,1-1-1 0 0,0 1 1 0 0,0-1 0 0 0,1 1-1 0 0,-1-1 1 0 0,0 0-1 0 0,1 1 1 0 0,0-1 0 0 0,-1 0-1 0 0,1 0 1 0 0,3 2 0 0 0,-4-3 0 0 0,-1-1-1 0 0,1 1 1 0 0,0-1 0 0 0,0 0 0 0 0,0 1 0 0 0,0-1 0 0 0,0 0 0 0 0,0 1 0 0 0,0-1 0 0 0,0 0 0 0 0,0 0 0 0 0,0 0 0 0 0,0 0 0 0 0,0 0-1 0 0,0 0 1 0 0,0 0 0 0 0,0 0 0 0 0,0 0 0 0 0,0 0 0 0 0,0-1 0 0 0,0 1 0 0 0,0 0 0 0 0,0-1 0 0 0,0 1 0 0 0,0 0 0 0 0,0-1 0 0 0,-1 0-1 0 0,1 1 1 0 0,0-1 0 0 0,0 1 0 0 0,0-1 0 0 0,-1 0 0 0 0,1 0 0 0 0,0 1 0 0 0,0-2 0 0 0,2-2-11 0 0,0 0 0 0 0,0 0 0 0 0,0-1 1 0 0,-1 1-1 0 0,0-1 0 0 0,1 0 0 0 0,-2 0 0 0 0,1 1 0 0 0,0-1 1 0 0,-1 0-1 0 0,0 0 0 0 0,0-1 0 0 0,-1 1 0 0 0,1 0 1 0 0,-1 0-1 0 0,0 0 0 0 0,-1 0 0 0 0,-1-9 0 0 0,-1-2-189 0 0,0 0 0 0 0,-2 0 0 0 0,0 0 0 0 0,-11-23 0 0 0,12 30-731 0 0,-1 0 1 0 0,0 0-1 0 0,-9-10 0 0 0,11 15-132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01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 6913 0 0,'-1'0'270'0'0,"0"0"-1"0"0,1 1 0 0 0,-1-1 0 0 0,0 1 0 0 0,0-1 0 0 0,0 1 0 0 0,0-1 0 0 0,0 1 0 0 0,1 0 0 0 0,-1-1 1 0 0,0 1-1 0 0,0 0 0 0 0,1-1 0 0 0,-1 1 0 0 0,1 0 0 0 0,-1 0 0 0 0,1 0 0 0 0,-1 0 0 0 0,1 0 0 0 0,-1 0 0 0 0,0 1 1 0 0,-6 21 1819 0 0,4-2-1435 0 0,2 1-1 0 0,0-1 1 0 0,1 1 0 0 0,1 0-1 0 0,1-1 1 0 0,1 0 0 0 0,8 31-1 0 0,-10-49-555 0 0,0 0 1 0 0,0-1-1 0 0,0 1 0 0 0,0 0 0 0 0,0 0 0 0 0,1 0 1 0 0,-1-1-1 0 0,1 1 0 0 0,0 0 0 0 0,0-1 0 0 0,3 4 1 0 0,-4-5-81 0 0,0 0 0 0 0,0-1 1 0 0,0 1-1 0 0,0-1 0 0 0,0 1 1 0 0,1-1-1 0 0,-1 0 0 0 0,0 1 1 0 0,0-1-1 0 0,0 0 0 0 0,0 0 1 0 0,0 0-1 0 0,1 0 0 0 0,-1 0 1 0 0,0 0-1 0 0,0 0 0 0 0,0 0 1 0 0,0 0-1 0 0,0-1 0 0 0,1 1 1 0 0,-1 0-1 0 0,0-1 0 0 0,0 1 1 0 0,0-1-1 0 0,0 1 0 0 0,0-1 1 0 0,0 1-1 0 0,0-1 0 0 0,0 0 1 0 0,0 1-1 0 0,0-1 0 0 0,-1 0 1 0 0,2-1-1 0 0,2-2-19 0 0,-1 0 0 0 0,0 1 0 0 0,0-1 0 0 0,0 0-1 0 0,-1-1 1 0 0,1 1 0 0 0,-1 0 0 0 0,0-1 0 0 0,0 1 0 0 0,-1-1 0 0 0,1 1 0 0 0,-1-1 0 0 0,0 0 0 0 0,0 0-1 0 0,-1 0 1 0 0,1 0 0 0 0,-1 0 0 0 0,0 1 0 0 0,0-1 0 0 0,-1 0 0 0 0,-1-5 0 0 0,0-5-47 0 0,-2 1 1 0 0,0 0-1 0 0,0-1 1 0 0,-2 2-1 0 0,-11-24 1 0 0,9 20-234 0 0,5 11-170 0 0,0-1 0 0 0,0 1 0 0 0,0 0 0 0 0,-1 0 0 0 0,0 1 0 0 0,-8-10 0 0 0,10 14-696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08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57 4609 0 0,'-1'-1'228'0'0,"0"0"1"0"0,0 0-1 0 0,1 1 1 0 0,-1-1-1 0 0,0 0 0 0 0,0 0 1 0 0,0 1-1 0 0,0-1 1 0 0,0 1-1 0 0,0-1 0 0 0,0 1 1 0 0,0-1-1 0 0,0 1 1 0 0,0 0-1 0 0,0 0 0 0 0,0-1 1 0 0,0 1-1 0 0,0 0 1 0 0,-2 0-1 0 0,2 0-18 0 0,0 1-1 0 0,0-1 1 0 0,0 0-1 0 0,0 1 1 0 0,0-1-1 0 0,1 1 1 0 0,-1-1-1 0 0,0 1 1 0 0,0-1-1 0 0,0 1 1 0 0,1 0 0 0 0,-1-1-1 0 0,0 1 1 0 0,1 0-1 0 0,-1 0 1 0 0,1-1-1 0 0,-2 3 1 0 0,0 1 110 0 0,0 0 1 0 0,0 1 0 0 0,0 0-1 0 0,1 0 1 0 0,0-1 0 0 0,0 1-1 0 0,-1 7 1 0 0,1 8 3 0 0,1 0 0 0 0,0 0-1 0 0,1 0 1 0 0,2 0 0 0 0,0-1 0 0 0,1 1-1 0 0,1 0 1 0 0,13 34 0 0 0,-17-52-277 0 0,0 0 1 0 0,0 0 0 0 0,0 0-1 0 0,0-1 1 0 0,0 1-1 0 0,0 0 1 0 0,0-1-1 0 0,1 1 1 0 0,-1 0-1 0 0,1-1 1 0 0,-1 0 0 0 0,1 1-1 0 0,-1-1 1 0 0,1 0-1 0 0,0 0 1 0 0,0 0-1 0 0,0 0 1 0 0,0 0-1 0 0,-1 0 1 0 0,1 0-1 0 0,4 0 1 0 0,-4-1-42 0 0,0 0 0 0 0,1 0-1 0 0,-1 0 1 0 0,0 0 0 0 0,0-1 0 0 0,0 1 0 0 0,1-1 0 0 0,-1 1-1 0 0,0-1 1 0 0,0 0 0 0 0,0 0 0 0 0,0 0 0 0 0,0 0-1 0 0,0 0 1 0 0,-1 0 0 0 0,1 0 0 0 0,0-1 0 0 0,-1 1 0 0 0,1-1-1 0 0,2-2 1 0 0,-1 0-14 0 0,0 0-1 0 0,-1 0 0 0 0,0 0 1 0 0,1-1-1 0 0,-2 1 1 0 0,1-1-1 0 0,0 1 1 0 0,-1-1-1 0 0,0 1 0 0 0,0-1 1 0 0,0 0-1 0 0,-1 1 1 0 0,1-1-1 0 0,-1 0 0 0 0,0 0 1 0 0,-1 0-1 0 0,-1-7 1 0 0,-1-10-74 0 0,-2 1 0 0 0,-12-32 0 0 0,13 40-54 0 0,4 12 136 0 0,-26-66-1025 0 0,22 60 771 0 0,1 0 0 0 0,-1 0 0 0 0,0 1 0 0 0,0-1 0 0 0,-1 1 0 0 0,0 1 0 0 0,-8-9 0 0 0,13 14 206 0 0,-1 0-1 0 0,1-1 0 0 0,0 1 0 0 0,0 0 1 0 0,0 0-1 0 0,0 0 0 0 0,-1-1 0 0 0,1 1 1 0 0,0 0-1 0 0,0 0 0 0 0,0 0 0 0 0,-1 0 1 0 0,1 0-1 0 0,0 0 0 0 0,0 0 1 0 0,-1-1-1 0 0,1 1 0 0 0,0 0 0 0 0,0 0 1 0 0,-1 0-1 0 0,1 0 0 0 0,0 0 0 0 0,0 0 1 0 0,-1 0-1 0 0,1 0 0 0 0,0 0 0 0 0,0 0 1 0 0,-1 0-1 0 0,1 0 0 0 0,0 1 0 0 0,0-1 1 0 0,0 0-1 0 0,-1 0 0 0 0,1 0 0 0 0,0 0 1 0 0,0 0-1 0 0,-1 0 0 0 0,1 1 0 0 0,0-1 1 0 0,0 0-1 0 0,0 0 0 0 0,0 0 0 0 0,-1 0 1 0 0,1 1-1 0 0,0-1 0 0 0,0 0 0 0 0,-4 12-3274 0 0,4-10 2916 0 0,-2 5 19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0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39 6913 0 0,'-2'0'345'0'0,"0"0"-1"0"0,0 1 1 0 0,0-1-1 0 0,0 0 1 0 0,0 0-1 0 0,0 1 0 0 0,1-1 1 0 0,-1 1-1 0 0,0 0 1 0 0,0-1-1 0 0,1 1 0 0 0,-1 0 1 0 0,0 0-1 0 0,1 0 1 0 0,-1 0-1 0 0,1 1 1 0 0,-3 1-1 0 0,2-1-41 0 0,0 1 0 0 0,1-1 0 0 0,-1 1 1 0 0,1 0-1 0 0,-1-1 0 0 0,1 1 0 0 0,0 0 0 0 0,0 0 0 0 0,-1 6 0 0 0,0 4 85 0 0,0 0-1 0 0,2 0 1 0 0,-1 0-1 0 0,3 14 1 0 0,-2-23-251 0 0,8 74 1125 0 0,-6-69-1120 0 0,0 1 1 0 0,0-1-1 0 0,1 0 0 0 0,0 1 0 0 0,1-2 0 0 0,5 10 0 0 0,-8-16-134 0 0,-1-1-1 0 0,1 1 1 0 0,0-1-1 0 0,0 1 0 0 0,1-1 1 0 0,-1 1-1 0 0,0-1 1 0 0,0 0-1 0 0,1 0 1 0 0,-1 1-1 0 0,1-1 0 0 0,-1 0 1 0 0,1 0-1 0 0,-1-1 1 0 0,1 1-1 0 0,0 0 0 0 0,3 1 1 0 0,-4-2 4 0 0,1 0 1 0 0,0 0-1 0 0,-1 0 0 0 0,1 0 1 0 0,-1 0-1 0 0,1-1 1 0 0,0 1-1 0 0,-1 0 0 0 0,1-1 1 0 0,-1 1-1 0 0,1-1 1 0 0,0 0-1 0 0,-1 1 0 0 0,0-1 1 0 0,1 0-1 0 0,1-1 0 0 0,1-1 10 0 0,-1 0 0 0 0,1-1-1 0 0,-1 1 1 0 0,0-1-1 0 0,1 1 1 0 0,-2-1-1 0 0,1 0 1 0 0,0-1-1 0 0,-1 1 1 0 0,0 0-1 0 0,0-1 1 0 0,2-4 0 0 0,-2-1-29 0 0,0 1 0 0 0,-1 0 0 0 0,0-1 1 0 0,0 1-1 0 0,-1-1 0 0 0,0 1 1 0 0,-1-1-1 0 0,0 1 0 0 0,0-1 1 0 0,-6-16-1 0 0,-3-5-133 0 0,-25-52 0 0 0,22 55-1091 0 0,2 11-2890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15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49 5529 0 0,'-5'-7'2166'0'0,"-3"-3"2099"0"0,8 10-4189 0 0,-1 0 0 0 0,1 0 0 0 0,0 0 0 0 0,-1 0 0 0 0,1 0-1 0 0,-1 0 1 0 0,1 0 0 0 0,-1 0 0 0 0,1 0 0 0 0,-1 0 0 0 0,1 0-1 0 0,0 0 1 0 0,-1 1 0 0 0,1-1 0 0 0,-1 0 0 0 0,1 0 0 0 0,0 0-1 0 0,-1 1 1 0 0,1-1 0 0 0,0 0 0 0 0,-1 1 0 0 0,1-1 0 0 0,0 0-1 0 0,-1 1 1 0 0,1-1 0 0 0,0 0 0 0 0,0 1 0 0 0,-1-1 0 0 0,1 0-1 0 0,0 1 1 0 0,0 0 0 0 0,-4 5 167 0 0,1 0 1 0 0,0 0-1 0 0,0 0 1 0 0,1 0-1 0 0,0 1 0 0 0,0-1 1 0 0,0 1-1 0 0,1 0 0 0 0,0-1 1 0 0,0 1-1 0 0,1 7 0 0 0,0 10 602 0 0,6 41-1 0 0,-6-64-836 0 0,2 16 515 0 0,6 26-1 0 0,-7-39-433 0 0,0 0-1 0 0,1 0 1 0 0,-1 0-1 0 0,1 0 1 0 0,0-1-1 0 0,0 1 1 0 0,0 0-1 0 0,1-1 1 0 0,-1 1-1 0 0,1-1 1 0 0,5 6-1 0 0,-7-8-75 0 0,0-1 0 0 0,-1 1 0 0 0,1-1 0 0 0,0 1 0 0 0,-1-1-1 0 0,1 1 1 0 0,0-1 0 0 0,0 0 0 0 0,-1 1 0 0 0,1-1 0 0 0,0 0 0 0 0,0 0 0 0 0,0 1 0 0 0,-1-1-1 0 0,1 0 1 0 0,0 0 0 0 0,0 0 0 0 0,0 0 0 0 0,-1 0 0 0 0,1 0 0 0 0,0 0 0 0 0,0 0-1 0 0,0-1 1 0 0,0 1 0 0 0,-1 0 0 0 0,2-1 0 0 0,0 0-10 0 0,0 0-1 0 0,-1-1 1 0 0,0 1-1 0 0,1 0 1 0 0,-1-1-1 0 0,0 1 1 0 0,1-1 0 0 0,-1 1-1 0 0,0-1 1 0 0,0 1-1 0 0,1-3 1 0 0,1-4-28 0 0,0 0 1 0 0,-1 1-1 0 0,1-1 1 0 0,1-12-1 0 0,-3 6-24 0 0,0 1-1 0 0,-1-1 1 0 0,0 0-1 0 0,-2 1 1 0 0,-2-17-1 0 0,-20-67-424 0 0,21 90 255 0 0,1-1 43 0 0,0 1 0 0 0,-6-13 0 0 0,7 19 25 0 0,1 0 1 0 0,-1-1-1 0 0,0 1 1 0 0,0 0-1 0 0,1 0 1 0 0,-1 0-1 0 0,0 0 1 0 0,0 0-1 0 0,0 0 1 0 0,0 0-1 0 0,0 0 1 0 0,0 0-1 0 0,-1 0 1 0 0,1 0-1 0 0,0 1 1 0 0,0-1 0 0 0,-1 1-1 0 0,1-1 1 0 0,0 1-1 0 0,-1-1 1 0 0,-1 0-1 0 0,-1 2-728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16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39 5529 0 0,'0'-2'445'0'0,"0"1"0"0"0,0-1 0 0 0,0 1 0 0 0,0-1 0 0 0,-1 1 0 0 0,1-1-1 0 0,-1 1 1 0 0,1-1 0 0 0,-1 1 0 0 0,1-1 0 0 0,-1 1 0 0 0,0 0 0 0 0,1-1 0 0 0,-1 1 0 0 0,0 0-1 0 0,0 0 1 0 0,0-1 0 0 0,-1 0 0 0 0,1 2-243 0 0,1-1-1 0 0,-1 1 0 0 0,1 0 1 0 0,-1 0-1 0 0,1-1 1 0 0,-1 1-1 0 0,1 0 1 0 0,-1 0-1 0 0,1 0 0 0 0,-1 0 1 0 0,1 0-1 0 0,-1 0 1 0 0,1 0-1 0 0,-1 0 1 0 0,1 0-1 0 0,-1 0 1 0 0,1 0-1 0 0,-1 0 0 0 0,1 0 1 0 0,-1 0-1 0 0,0 0 1 0 0,0 1-130 0 0,0-1 0 0 0,0 1 0 0 0,0 0 0 0 0,0-1 1 0 0,0 1-1 0 0,0 0 0 0 0,0 0 0 0 0,0 0 0 0 0,1 0 1 0 0,-1 0-1 0 0,0 0 0 0 0,-1 2 0 0 0,-1 2 48 0 0,1 1-1 0 0,-1 0 1 0 0,1-1-1 0 0,0 1 1 0 0,0 0-1 0 0,1 1 1 0 0,0-1-1 0 0,0 0 1 0 0,0 12-1 0 0,1 1 197 0 0,5 36 0 0 0,-4-44-204 0 0,1-1 0 0 0,0 0 0 0 0,1 0 0 0 0,0 0 0 0 0,5 11 1 0 0,-7-19-102 0 0,0 0 1 0 0,0-1-1 0 0,0 1 1 0 0,0 0 0 0 0,1 0-1 0 0,-1-1 1 0 0,0 1 0 0 0,1-1-1 0 0,0 1 1 0 0,-1-1 0 0 0,1 0-1 0 0,-1 0 1 0 0,1 1 0 0 0,2 0-1 0 0,-2-2-15 0 0,-1 1 0 0 0,1-1 0 0 0,0 0 0 0 0,-1 0 0 0 0,1 1 0 0 0,0-1 0 0 0,-1 0 0 0 0,1-1 0 0 0,0 1 0 0 0,-1 0 0 0 0,1 0-1 0 0,0-1 1 0 0,-1 1 0 0 0,1-1 0 0 0,0 1 0 0 0,-1-1 0 0 0,1 0 0 0 0,-1 1 0 0 0,1-1 0 0 0,1-2 0 0 0,0 2-25 0 0,-1-1 1 0 0,1 0 0 0 0,-1 0-1 0 0,1 0 1 0 0,-1-1 0 0 0,0 1 0 0 0,0 0-1 0 0,0-1 1 0 0,0 0 0 0 0,0 1-1 0 0,-1-1 1 0 0,1 0 0 0 0,-1 0-1 0 0,2-3 1 0 0,-2 0 29 0 0,1 1 0 0 0,-1 0-1 0 0,-1-1 1 0 0,1 1 0 0 0,-1-1 0 0 0,1 1 0 0 0,-2-10-1 0 0,-2-3-45 0 0,-1-1 0 0 0,0 1 0 0 0,-12-30-1 0 0,16 48 46 0 0,-4-12-364 0 0,-8-20-385 0 0,1 16-3117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21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66 4609 0 0,'0'-4'1012'0'0,"-1"0"0"0"0,1 0 0 0 0,-1 0 0 0 0,0 0 0 0 0,0 1 0 0 0,0-1 1 0 0,-1 0-1 0 0,1 1 0 0 0,-5-7 0 0 0,6 10-918 0 0,0-1 0 0 0,0 1-1 0 0,0 0 1 0 0,-1 0 0 0 0,1 0 0 0 0,0 0 0 0 0,0 0 0 0 0,0 0 0 0 0,-1 0-1 0 0,1 0 1 0 0,0 0 0 0 0,0 0 0 0 0,-1-1 0 0 0,1 1 0 0 0,0 0 0 0 0,0 0-1 0 0,0 0 1 0 0,-1 0 0 0 0,1 1 0 0 0,0-1 0 0 0,0 0 0 0 0,0 0 0 0 0,-1 0 0 0 0,1 0-1 0 0,0 0 1 0 0,0 0 0 0 0,0 0 0 0 0,-1 0 0 0 0,1 0 0 0 0,0 0 0 0 0,0 1-1 0 0,0-1 1 0 0,-1 0 0 0 0,1 0 0 0 0,0 0 0 0 0,0 1 0 0 0,-6 9 1112 0 0,-1 13-612 0 0,5-7-405 0 0,0 0-1 0 0,1 1 1 0 0,0-1-1 0 0,2 1 1 0 0,0-1 0 0 0,0 0-1 0 0,2 1 1 0 0,0-1-1 0 0,1 0 1 0 0,1 0-1 0 0,7 17 1 0 0,-12-31-180 0 0,1-1 1 0 0,0 1-1 0 0,0 0 0 0 0,0-1 1 0 0,0 1-1 0 0,0 0 0 0 0,1-1 1 0 0,-1 1-1 0 0,0-1 0 0 0,1 0 0 0 0,-1 1 1 0 0,1-1-1 0 0,-1 0 0 0 0,1 0 1 0 0,0 0-1 0 0,-1 0 0 0 0,1 0 1 0 0,0 0-1 0 0,0-1 0 0 0,0 1 1 0 0,0-1-1 0 0,0 1 0 0 0,2 0 0 0 0,-2-1-2 0 0,-1-1 0 0 0,1 1 0 0 0,0 0 0 0 0,0 0 0 0 0,-1-1 0 0 0,1 1 0 0 0,0-1 0 0 0,-1 0 0 0 0,1 1-1 0 0,0-1 1 0 0,-1 0 0 0 0,1 0 0 0 0,-1 0 0 0 0,1 0 0 0 0,-1 0 0 0 0,0-1 0 0 0,1 1 0 0 0,-1 0 0 0 0,0 0-1 0 0,0-1 1 0 0,0 1 0 0 0,0-1 0 0 0,0 1 0 0 0,0-1 0 0 0,1-2 0 0 0,1-4-18 0 0,0-1 1 0 0,0 1 0 0 0,-1-1-1 0 0,0 1 1 0 0,-1-1-1 0 0,0 0 1 0 0,0 0-1 0 0,-1 0 1 0 0,0 1 0 0 0,0-1-1 0 0,-1 0 1 0 0,-1 0-1 0 0,-2-10 1 0 0,1 5-20 0 0,-2-1 1 0 0,0 1 0 0 0,0 0-1 0 0,-1 1 1 0 0,-1-1-1 0 0,-16-24 1 0 0,22 36 28 0 0,-1 1 0 0 0,1-1 0 0 0,0 1-1 0 0,-1 0 1 0 0,1-1 0 0 0,0 1 0 0 0,-1 0 0 0 0,-1-1 0 0 0,-6 0-1338 0 0,0 6-4658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0:2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69 5529 0 0,'-2'-3'568'0'0,"1"-1"0"0"0,0 0 1 0 0,0 1-1 0 0,0-1 0 0 0,1 0 0 0 0,-1-4 0 0 0,-4-16 5033 0 0,5 24-5515 0 0,0 0-1 0 0,0-1 1 0 0,0 1-1 0 0,0 0 1 0 0,0 0-1 0 0,0 0 1 0 0,0 0-1 0 0,0 0 1 0 0,0 0-1 0 0,0-1 0 0 0,0 1 1 0 0,0 0-1 0 0,0 0 1 0 0,0 0-1 0 0,0 0 1 0 0,0 0-1 0 0,-1 0 1 0 0,1 0-1 0 0,0-1 1 0 0,0 1-1 0 0,0 0 1 0 0,0 0-1 0 0,0 0 1 0 0,0 0-1 0 0,-1 0 1 0 0,1 0-1 0 0,0 0 1 0 0,0 0-1 0 0,0 0 0 0 0,0 0 1 0 0,0 0-1 0 0,0 0 1 0 0,-1 0-1 0 0,1 0 1 0 0,0 0-1 0 0,0 0 1 0 0,0 0-1 0 0,0 0 1 0 0,0 0-1 0 0,-1 0 1 0 0,-5 5 1220 0 0,-4 10-838 0 0,9-14-299 0 0,-5 11-46 0 0,0 0 0 0 0,1 0-1 0 0,0 1 1 0 0,1-1 0 0 0,1 1 0 0 0,0 1 0 0 0,1-1-1 0 0,0 0 1 0 0,1 0 0 0 0,0 1 0 0 0,1-1-1 0 0,0 1 1 0 0,2-1 0 0 0,3 19 0 0 0,-5-29-110 0 0,1 1 1 0 0,0-1-1 0 0,1 0 1 0 0,-1 0-1 0 0,0 0 1 0 0,1 0-1 0 0,0 0 1 0 0,0 0-1 0 0,0-1 1 0 0,0 1-1 0 0,0-1 1 0 0,0 1-1 0 0,1-1 1 0 0,-1 1-1 0 0,4 1 1 0 0,-5-3-8 0 0,1 0 0 0 0,-1-1 0 0 0,1 1 1 0 0,0 0-1 0 0,-1-1 0 0 0,1 1 0 0 0,0-1 0 0 0,-1 0 1 0 0,1 1-1 0 0,0-1 0 0 0,0 0 0 0 0,-1 0 0 0 0,1 0 1 0 0,0 0-1 0 0,0-1 0 0 0,-1 1 0 0 0,1 0 0 0 0,0-1 1 0 0,-1 1-1 0 0,1-1 0 0 0,0 1 0 0 0,-1-1 0 0 0,1 0 1 0 0,-1 0-1 0 0,1 0 0 0 0,-1 0 0 0 0,1 0 0 0 0,-1 0 0 0 0,0 0 1 0 0,3-3-1 0 0,-1 1-65 0 0,1-1 1 0 0,-1 0 0 0 0,0-1-1 0 0,-1 1 1 0 0,1 0-1 0 0,0-1 1 0 0,-1 1-1 0 0,0-1 1 0 0,0 0 0 0 0,-1 0-1 0 0,0 0 1 0 0,1 0-1 0 0,-1 0 1 0 0,-1 0-1 0 0,1 0 1 0 0,-1 0 0 0 0,0 0-1 0 0,0-1 1 0 0,0 1-1 0 0,-1 0 1 0 0,-2-8 0 0 0,-2-9-401 0 0,-2 0 1 0 0,-1 0 0 0 0,-16-32 0 0 0,13 28 270 0 0,0 5-1545 0 0,9 16 811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5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5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6:45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6:45.4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02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02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06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5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 15203 0 0,'-1'0'200'0'0,"1"0"0"0"0,0 0 0 0 0,0-1 1 0 0,0 1-1 0 0,0 0 0 0 0,0 0 0 0 0,-1-1 0 0 0,1 1 0 0 0,0 0 0 0 0,0 0 0 0 0,0-1 0 0 0,0 1 0 0 0,0 0 0 0 0,0 0 0 0 0,0-1 0 0 0,0 1 1 0 0,0 0-1 0 0,0 0 0 0 0,0-1 0 0 0,0 1 0 0 0,0 0 0 0 0,0-1 0 0 0,0 1 0 0 0,0 0 0 0 0,1 0 0 0 0,-1 0 0 0 0,0-1 0 0 0,0 1 1 0 0,0 0-1 0 0,0-1 0 0 0,1 1-146 0 0,-1 0 1 0 0,0 0 0 0 0,0 0 0 0 0,0 0-1 0 0,1 0 1 0 0,-1 0 0 0 0,0 0 0 0 0,0 0-1 0 0,0 0 1 0 0,1 0 0 0 0,-1 0-1 0 0,0 0 1 0 0,0 0 0 0 0,0 0 0 0 0,1 0-1 0 0,-1 0 1 0 0,0 0 0 0 0,0 0 0 0 0,0 0-1 0 0,1 0 1 0 0,-1 0 0 0 0,0 0 0 0 0,0 1-1 0 0,0-1 1 0 0,0 0 0 0 0,1 0-1 0 0,-1 0 1 0 0,0 0 0 0 0,0 0 0 0 0,0 0-1 0 0,0 1 1 0 0,0-1 0 0 0,0 0 0 0 0,1 0-1 0 0,-1 0 1 0 0,0 0 0 0 0,0 1 0 0 0,0-1-1 0 0,0 0 1 0 0,0 0 0 0 0,0 0 0 0 0,0 1-1 0 0,0-1 1 0 0,0 0 0 0 0,0 0-1 0 0,0 0 1 0 0,0 1 0 0 0,0-1 0 0 0,0 0-1 0 0,0 1 1 0 0,4 13 402 0 0,-1 0-1 0 0,-1 0 0 0 0,0 1 0 0 0,-1-1 1 0 0,-1 23-1 0 0,0-6 127 0 0,1-8-139 0 0,0-4-173 0 0,0-1 0 0 0,-1 0 0 0 0,-2 1 0 0 0,-3 23 0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18580 0 0,'1'2'331'0'0,"0"0"0"0"0,1 0 1 0 0,-1 0-1 0 0,0 0 0 0 0,0 0 1 0 0,0 0-1 0 0,-1 0 0 0 0,1 1 0 0 0,0-1 1 0 0,-1 3-1 0 0,1-3-21 0 0,0 1-163 0 0,3 10 891 0 0,-1-1 1 0 0,3 27-1 0 0,-6-37-1033 0 0,0 1 0 0 0,0-1 0 0 0,1 1 0 0 0,-2 0 0 0 0,1-1 0 0 0,0 1 1 0 0,0-1-1 0 0,-1 1 0 0 0,0 0 0 0 0,1-1 0 0 0,-1 1 0 0 0,0-1 0 0 0,0 0 0 0 0,-1 1 0 0 0,1-1 1 0 0,0 0-1 0 0,-1 0 0 0 0,1 0 0 0 0,-1 1 0 0 0,0-2 0 0 0,-3 4 0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22 14747 0 0,'-1'-1'234'0'0,"1"0"0"0"0,0 0 0 0 0,-1 0 0 0 0,1 0 0 0 0,-1 0 0 0 0,1 0 0 0 0,-1 0-1 0 0,1 0 1 0 0,-1 0 0 0 0,0 0 0 0 0,1 0 0 0 0,-1 0 0 0 0,0 0 0 0 0,0 1 0 0 0,0-1 0 0 0,0 0 0 0 0,1 0 0 0 0,-1 1-1 0 0,0-1 1 0 0,0 1 0 0 0,0-1 0 0 0,-1 1 0 0 0,1-1 0 0 0,0 1 0 0 0,0 0 0 0 0,0-1 0 0 0,0 1 0 0 0,0 0 0 0 0,-2 0-1 0 0,1 0-142 0 0,1 1 0 0 0,-1-1-1 0 0,1 1 1 0 0,-1 0-1 0 0,1 0 1 0 0,0-1-1 0 0,-1 1 1 0 0,1 0 0 0 0,0 0-1 0 0,0 0 1 0 0,-1 0-1 0 0,1 1 1 0 0,0-1-1 0 0,0 0 1 0 0,0 0 0 0 0,1 1-1 0 0,-1-1 1 0 0,0 1-1 0 0,0-1 1 0 0,0 3-1 0 0,-5 10 95 0 0,2 0 1 0 0,0 1-1 0 0,0-1 0 0 0,2 1 0 0 0,-3 26 0 0 0,4-20 23 0 0,1 1 0 0 0,1 0-1 0 0,6 28 1 0 0,-6-44-65 0 0,0 0 0 0 0,0-1 0 0 0,1 1 0 0 0,0-1 0 0 0,1 0 0 0 0,-1 1 0 0 0,1-1 0 0 0,0 0 0 0 0,0 0 0 0 0,7 8 0 0 0,-8-11-99 0 0,-1-1 0 0 0,1 1 1 0 0,-1-1-1 0 0,1 0 0 0 0,0 0 0 0 0,0 0 0 0 0,-1 1 0 0 0,1-1 0 0 0,0-1 1 0 0,0 1-1 0 0,0 0 0 0 0,0 0 0 0 0,0-1 0 0 0,0 1 0 0 0,0-1 1 0 0,0 0-1 0 0,1 0 0 0 0,-1 0 0 0 0,0 0 0 0 0,0 0 0 0 0,0 0 0 0 0,0 0 1 0 0,0 0-1 0 0,0-1 0 0 0,0 1 0 0 0,0-1 0 0 0,0 0 0 0 0,0 0 1 0 0,0 0-1 0 0,0 1 0 0 0,0-2 0 0 0,3-1 0 0 0,-2 1-64 0 0,0 0 0 0 0,0-1-1 0 0,0 1 1 0 0,0 0 0 0 0,0-1 0 0 0,-1 0-1 0 0,1 0 1 0 0,-1 0 0 0 0,0 0 0 0 0,0 0-1 0 0,0 0 1 0 0,0-1 0 0 0,0 1 0 0 0,-1-1-1 0 0,1 1 1 0 0,0-7 0 0 0,-1 5-50 0 0,0 0 0 0 0,-1-1 0 0 0,0 1 0 0 0,0-1 0 0 0,0 1 0 0 0,-1 0 0 0 0,0-1 0 0 0,0 1 0 0 0,0 0 0 0 0,-4-8 0 0 0,-2-4-136 0 0,-1 1-1 0 0,0 0 1 0 0,-2 1-1 0 0,0 0 1 0 0,-21-26 0 0 0,23 33-78 0 0,0-1-1 0 0,0 1 1 0 0,-18-13 0 0 0,1 7-2994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 16355 0 0,'0'0'79'0'0,"0"0"0"0"0,-1 0 0 0 0,1 0-1 0 0,0 0 1 0 0,-1-1 0 0 0,1 1-1 0 0,0 0 1 0 0,-1 0 0 0 0,1 0-1 0 0,0 0 1 0 0,-1 0 0 0 0,1 0-1 0 0,0-1 1 0 0,0 1 0 0 0,-1 0-1 0 0,1 0 1 0 0,0-1 0 0 0,0 1-1 0 0,-1 0 1 0 0,1 0 0 0 0,0-1-1 0 0,0 1 1 0 0,0 0 0 0 0,-1 0-1 0 0,1-1 1 0 0,0 1 0 0 0,0 0-1 0 0,0-1 1 0 0,0 1 0 0 0,0 0-1 0 0,0-1 1 0 0,5-9 1884 0 0,14-5-532 0 0,-11 11-1257 0 0,-1 0 0 0 0,14-4-1 0 0,-19 8-149 0 0,-1-1-1 0 0,1 1 0 0 0,-1-1 1 0 0,1 1-1 0 0,-1 0 0 0 0,1-1 1 0 0,0 1-1 0 0,-1 0 0 0 0,1 0 1 0 0,-1 0-1 0 0,1 0 0 0 0,0 0 1 0 0,-1 1-1 0 0,1-1 0 0 0,-1 0 1 0 0,1 1-1 0 0,-1-1 0 0 0,1 1 1 0 0,-1 0-1 0 0,1-1 0 0 0,-1 1 1 0 0,2 1-1 0 0,-2-1-7 0 0,-1 0 0 0 0,1 0 1 0 0,-1 0-1 0 0,1 0 0 0 0,-1 0 0 0 0,1 0 0 0 0,-1 0 0 0 0,0 0 1 0 0,1 1-1 0 0,-1-1 0 0 0,0 0 0 0 0,0 0 0 0 0,0 0 1 0 0,0 0-1 0 0,0 1 0 0 0,0-1 0 0 0,0 0 0 0 0,0 0 1 0 0,-1 2-1 0 0,-7 24 150 0 0,5-20-96 0 0,-27 64 481 0 0,21-55-288 0 0,1 1-1 0 0,1 0 1 0 0,1 0 0 0 0,-6 27-1 0 0,12-42-206 0 0,-1 0 0 0 0,1-1 0 0 0,0 1 0 0 0,0 0 0 0 0,-1 0 0 0 0,1-1 0 0 0,1 1 0 0 0,-1 0 0 0 0,0 0 0 0 0,0-1 0 0 0,1 1 0 0 0,-1 0 0 0 0,1 0 0 0 0,-1-1 0 0 0,1 1-1 0 0,0-1 1 0 0,0 1 0 0 0,0 0 0 0 0,-1-1 0 0 0,2 1 0 0 0,1 2 0 0 0,-2-3-23 0 0,1-1-1 0 0,-1 1 1 0 0,1 0 0 0 0,0 0-1 0 0,-1-1 1 0 0,1 1 0 0 0,0-1-1 0 0,-1 1 1 0 0,1-1 0 0 0,0 0-1 0 0,0 0 1 0 0,-1 1 0 0 0,1-1-1 0 0,0 0 1 0 0,0-1 0 0 0,-1 1-1 0 0,1 0 1 0 0,0 0 0 0 0,0-1-1 0 0,-1 1 1 0 0,1-1 0 0 0,1 0-1 0 0,24-12-635 0 0,-12 2-3409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18436 0 0,'2'2'343'0'0,"-1"0"0"0"0,0 0 0 0 0,0 0 0 0 0,0 0 0 0 0,-1 1 0 0 0,1-1 0 0 0,-1 0 0 0 0,1 1 0 0 0,-1-1 0 0 0,0 1 0 0 0,0-1 0 0 0,0 3 0 0 0,1 0 78 0 0,-1 4 126 0 0,0 1 0 0 0,0 0 1 0 0,-1-1-1 0 0,-3 19 0 0 0,-2 0-3710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28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 17052 0 0,'0'0'77'0'0,"0"0"1"0"0,0 0-1 0 0,0 0 1 0 0,0-1-1 0 0,0 1 1 0 0,-1 0-1 0 0,1 0 1 0 0,0 0-1 0 0,0 0 1 0 0,0 0-1 0 0,0 0 1 0 0,0 0-1 0 0,0-1 1 0 0,0 1 0 0 0,-1 0-1 0 0,1 0 1 0 0,0 0-1 0 0,0 0 1 0 0,0 0-1 0 0,0 0 1 0 0,0 0-1 0 0,0 0 1 0 0,-1 0-1 0 0,1 0 1 0 0,0 0-1 0 0,0 0 1 0 0,0 0-1 0 0,0 0 1 0 0,0 0-1 0 0,-1 0 1 0 0,1 0-1 0 0,0 0 1 0 0,0 0-1 0 0,0 0 1 0 0,0 0 0 0 0,0 0-1 0 0,-1 0 1 0 0,1 0-1 0 0,0 0 1 0 0,0 0-1 0 0,0 0 1 0 0,0 0-1 0 0,0 1 1 0 0,-1-1-1 0 0,-7 8 1123 0 0,-5 10-359 0 0,7-6-584 0 0,0 1 0 0 0,2 0 0 0 0,-1 0 0 0 0,1 0 0 0 0,1 1 1 0 0,0 0-1 0 0,1-1 0 0 0,1 1 0 0 0,0 0 0 0 0,1 0 0 0 0,0 0 0 0 0,1-1 0 0 0,1 1 1 0 0,6 25-1 0 0,-7-36-167 0 0,0 1 0 0 0,0-1 1 0 0,1 0-1 0 0,-1 0 1 0 0,1 1-1 0 0,0-1 0 0 0,0 0 1 0 0,0 0-1 0 0,0-1 1 0 0,1 1-1 0 0,-1 0 0 0 0,1-1 1 0 0,-1 1-1 0 0,1-1 0 0 0,0 0 1 0 0,0 0-1 0 0,0 0 1 0 0,0 0-1 0 0,5 1 0 0 0,-6-2-68 0 0,1 0-1 0 0,0-1 0 0 0,0 1 0 0 0,0-1 0 0 0,0 0 1 0 0,0 1-1 0 0,0-1 0 0 0,0-1 0 0 0,0 1 0 0 0,0 0 1 0 0,0-1-1 0 0,0 1 0 0 0,0-1 0 0 0,0 0 0 0 0,-1 0 1 0 0,1 0-1 0 0,0 0 0 0 0,-1-1 0 0 0,1 1 0 0 0,0-1 1 0 0,-1 1-1 0 0,0-1 0 0 0,4-3 0 0 0,-3 1-61 0 0,1 1 0 0 0,-1-1 0 0 0,0 0-1 0 0,-1 0 1 0 0,1 0 0 0 0,-1 0 0 0 0,1-1-1 0 0,-1 1 1 0 0,0 0 0 0 0,-1-1 0 0 0,1 0 0 0 0,-1 1-1 0 0,0-1 1 0 0,0 0 0 0 0,-1 0 0 0 0,1 0 0 0 0,-1 1-1 0 0,0-1 1 0 0,0 0 0 0 0,-1 0 0 0 0,1 0 0 0 0,-3-7-1 0 0,0-1-159 0 0,-1-1 0 0 0,-1 1 0 0 0,0 0 0 0 0,-1 0 0 0 0,0 0-1 0 0,-13-19 1 0 0,17 28 78 0 0,-1 1 1 0 0,1-1-1 0 0,-1 1 0 0 0,0-1 0 0 0,0 1 0 0 0,0 0 0 0 0,-1 0 0 0 0,1 0 0 0 0,-1 0 0 0 0,1 1 0 0 0,-1-1 0 0 0,0 1 1 0 0,0 0-1 0 0,0 0 0 0 0,0 1 0 0 0,0-1 0 0 0,-1 1 0 0 0,1 0 0 0 0,0 0 0 0 0,-1 0 0 0 0,-6 0 0 0 0,1 1-291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3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63 13827 0 0,'0'-8'6110'0'0,"5"-2"-4216"0"0,8-6-1324 0 0,-9 12-453 0 0,0 1-1 0 0,0 0 1 0 0,1-1 0 0 0,-1 2 0 0 0,7-4 0 0 0,-9 5-95 0 0,-1 0 1 0 0,1 0-1 0 0,0 0 1 0 0,0 0 0 0 0,0 1-1 0 0,0-1 1 0 0,1 1-1 0 0,-1-1 1 0 0,0 1-1 0 0,0 0 1 0 0,0 0-1 0 0,0 0 1 0 0,0 0-1 0 0,0 0 1 0 0,0 1-1 0 0,3 0 1 0 0,-5-1-18 0 0,0 0 1 0 0,1 0-1 0 0,-1 0 0 0 0,1 1 0 0 0,-1-1 1 0 0,0 0-1 0 0,1 0 0 0 0,-1 1 0 0 0,0-1 1 0 0,1 0-1 0 0,-1 1 0 0 0,0-1 0 0 0,1 0 1 0 0,-1 1-1 0 0,0-1 0 0 0,0 0 1 0 0,1 1-1 0 0,-1-1 0 0 0,0 1 0 0 0,0-1 1 0 0,0 0-1 0 0,0 1 0 0 0,0-1 0 0 0,1 1 1 0 0,-1-1-1 0 0,0 1 0 0 0,-3 14 79 0 0,-13 12 58 0 0,9-17-74 0 0,0 0 0 0 0,-1-1 0 0 0,0 1 0 0 0,-1-2 0 0 0,-12 12 0 0 0,15-17-68 0 0,9-7 0 0 0,10-6 0 0 0,-10 9-16 0 0,0 0 0 0 0,0 0-1 0 0,0 0 1 0 0,0 1-1 0 0,0 0 1 0 0,0-1 0 0 0,0 1-1 0 0,0 0 1 0 0,0 0 0 0 0,0 1-1 0 0,-1-1 1 0 0,1 1 0 0 0,0-1-1 0 0,0 1 1 0 0,0 0 0 0 0,0 0-1 0 0,0 0 1 0 0,-1 1 0 0 0,1-1-1 0 0,0 1 1 0 0,-1-1 0 0 0,0 1-1 0 0,1 0 1 0 0,-1 0 0 0 0,0 0-1 0 0,0 0 1 0 0,0 0 0 0 0,0 1-1 0 0,2 2 1 0 0,-1-2-3 0 0,-1 0 0 0 0,0 1 0 0 0,0-1 0 0 0,-1 0 0 0 0,1 1 1 0 0,-1-1-1 0 0,1 1 0 0 0,-1-1 0 0 0,0 1 0 0 0,-1-1 0 0 0,1 1 0 0 0,0 0 0 0 0,-1 0 0 0 0,0-1 0 0 0,0 1 0 0 0,0 0 0 0 0,-1-1 1 0 0,1 1-1 0 0,-1 0 0 0 0,1-1 0 0 0,-1 1 0 0 0,-1 0 0 0 0,-1 4 0 0 0,1-5 119 0 0,-1 1 0 0 0,1-1 0 0 0,-1 1-1 0 0,0-1 1 0 0,0 0 0 0 0,0 0 0 0 0,0-1 0 0 0,0 1 0 0 0,-1-1 0 0 0,1 1-1 0 0,-1-1 1 0 0,0 0 0 0 0,0 0 0 0 0,0-1 0 0 0,0 1 0 0 0,0-1 0 0 0,-6 2 0 0 0,8-3-113 0 0,0 0 1 0 0,0 1 0 0 0,0-1-1 0 0,0 0 1 0 0,0 0-1 0 0,0 0 1 0 0,0 0 0 0 0,0-1-1 0 0,0 1 1 0 0,0 0 0 0 0,0-1-1 0 0,0 0 1 0 0,0 1 0 0 0,0-1-1 0 0,1 0 1 0 0,-1 0 0 0 0,0 0-1 0 0,0 0 1 0 0,1 0 0 0 0,-1-1-1 0 0,0 1 1 0 0,1 0 0 0 0,0-1-1 0 0,-1 1 1 0 0,1-1-1 0 0,0 1 1 0 0,0-1 0 0 0,-1 0-1 0 0,1 1 1 0 0,1-1 0 0 0,-1 0-1 0 0,0 0 1 0 0,0 0 0 0 0,1 0-1 0 0,-1 0 1 0 0,1 0 0 0 0,-1-4-1 0 0,0-3-842 0 0,2 5 286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30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21461 0 0,'-2'70'4261'0'0,"-4"-34"-4857"0"0,-5-4-6239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3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19268 0 0,'0'0'89'0'0,"0"-1"1"0"0,0 1-1 0 0,-1-1 0 0 0,1 1 0 0 0,0 0 0 0 0,0-1 1 0 0,0 1-1 0 0,0-1 0 0 0,-1 1 0 0 0,1 0 1 0 0,0-1-1 0 0,0 1 0 0 0,-1 0 0 0 0,1-1 1 0 0,0 1-1 0 0,0 0 0 0 0,-1 0 0 0 0,1-1 0 0 0,0 1 1 0 0,-1 0-1 0 0,1 0 0 0 0,0 0 0 0 0,-1-1 1 0 0,1 1-1 0 0,-1 0 0 0 0,1 0 0 0 0,0 0 0 0 0,-1 0 1 0 0,1 0-1 0 0,-1 0 0 0 0,0 0 8 0 0,0 0 0 0 0,1 0 0 0 0,-1 1 1 0 0,0-1-1 0 0,1 0 0 0 0,-1 1 0 0 0,0-1 0 0 0,1 1 0 0 0,-1-1 0 0 0,1 1 0 0 0,-1-1 0 0 0,1 1 0 0 0,-1 0 1 0 0,0 0-1 0 0,-2 3 77 0 0,1 1 1 0 0,-1-1 0 0 0,1 0-1 0 0,-2 6 1 0 0,1 2-27 0 0,0 1-1 0 0,1-1 1 0 0,0 0 0 0 0,1 1-1 0 0,0 0 1 0 0,2 13 0 0 0,0-6 98 0 0,2 0 0 0 0,0-1 0 0 0,6 23 0 0 0,-8-38-148 0 0,1 0 1 0 0,-1 0 0 0 0,1-1 0 0 0,0 1 0 0 0,0 0-1 0 0,0-1 1 0 0,0 1 0 0 0,0-1 0 0 0,1 1 0 0 0,0-1-1 0 0,0 0 1 0 0,4 4 0 0 0,-5-6-63 0 0,0 0 0 0 0,0 1-1 0 0,-1-1 1 0 0,1-1 0 0 0,0 1 0 0 0,0 0 0 0 0,0 0-1 0 0,0-1 1 0 0,0 1 0 0 0,0-1 0 0 0,0 1 0 0 0,0-1-1 0 0,1 0 1 0 0,-1 0 0 0 0,0 0 0 0 0,0 0 0 0 0,0 0 0 0 0,0-1-1 0 0,0 1 1 0 0,0-1 0 0 0,0 1 0 0 0,0-1 0 0 0,0 0-1 0 0,0 1 1 0 0,0-1 0 0 0,2-2 0 0 0,-1 2-70 0 0,0-1 0 0 0,0 0-1 0 0,0 0 1 0 0,0-1 0 0 0,0 1 0 0 0,-1 0 0 0 0,1-1 0 0 0,-1 0 0 0 0,0 1 0 0 0,0-1-1 0 0,0 0 1 0 0,0 0 0 0 0,0 0 0 0 0,-1-1 0 0 0,3-5 0 0 0,-3 3-8 0 0,0 1 0 0 0,0 0 1 0 0,0 0-1 0 0,-1 0 0 0 0,0-1 1 0 0,0 1-1 0 0,0 0 0 0 0,-1-1 0 0 0,-2-8 1 0 0,-1 0-57 0 0,0 0 0 0 0,-2 1 1 0 0,1 0-1 0 0,-2 0 0 0 0,0 0 0 0 0,-16-23 1 0 0,20 33 2 0 0,1 0 0 0 0,-1 0 0 0 0,1 0 0 0 0,-1 0 0 0 0,0 1 0 0 0,0-1 0 0 0,0 1 0 0 0,0 0 0 0 0,-1 0 0 0 0,1 0 0 0 0,0 0-1 0 0,-1 0 1 0 0,-5-1 0 0 0,-18-2-3001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1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 12443 0 0,'-4'-9'3247'0'0,"7"5"1131"0"0,3 8-761 0 0,-1 3-3977 0 0,-1 2 629 0 0,-1 0 1 0 0,0 1-1 0 0,-1-1 1 0 0,0 1-1 0 0,0 0 1 0 0,0 17-1 0 0,-1-5 404 0 0,-5 42 1 0 0,-11 11-1277 0 0,16-72-2064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19956 0 0,'1'2'222'0'0,"0"0"0"0"0,0 1 0 0 0,-1-1-1 0 0,1 0 1 0 0,-1 0 0 0 0,0 0 0 0 0,1 1 0 0 0,-1-1 0 0 0,-1 4-1 0 0,2-1 163 0 0,0 26 262 0 0,-4 50 0 0 0,3-79-2629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 18372 0 0,'0'0'94'0'0,"-1"-1"0"0"0,0 1 0 0 0,1 0 0 0 0,-1 0 0 0 0,0 0 0 0 0,1 1 0 0 0,-1-1-1 0 0,0 0 1 0 0,1 0 0 0 0,-1 0 0 0 0,0 0 0 0 0,1 0 0 0 0,-1 1 0 0 0,1-1 0 0 0,-1 0 0 0 0,1 1 0 0 0,-1-1 0 0 0,0 0 0 0 0,1 1 0 0 0,-1-1 0 0 0,1 1 0 0 0,-1-1 0 0 0,1 1 0 0 0,0-1 0 0 0,-1 1 0 0 0,1-1-1 0 0,-1 1 1 0 0,1 0 0 0 0,-11 18 856 0 0,7-9-750 0 0,1 0 0 0 0,1 0 0 0 0,-1 0 0 0 0,2 1 0 0 0,-1-1 0 0 0,1 0 0 0 0,1 1 0 0 0,1 15 0 0 0,-1-17-108 0 0,1-1-1 0 0,1 1 1 0 0,-1-1-1 0 0,1 1 1 0 0,1-1-1 0 0,0 0 1 0 0,0 0 0 0 0,0 0-1 0 0,1-1 1 0 0,9 14-1 0 0,-12-19-77 0 0,1 1-1 0 0,0-1 1 0 0,0 0 0 0 0,0 0-1 0 0,0 0 1 0 0,0-1-1 0 0,1 1 1 0 0,-1 0 0 0 0,0-1-1 0 0,1 0 1 0 0,-1 1-1 0 0,1-1 1 0 0,-1 0-1 0 0,1 0 1 0 0,0-1 0 0 0,-1 1-1 0 0,1 0 1 0 0,0-1-1 0 0,3 1 1 0 0,-2-2 22 0 0,-1 1 1 0 0,1 0-1 0 0,0-1 0 0 0,0 0 1 0 0,0 0-1 0 0,0 0 0 0 0,-1 0 1 0 0,1-1-1 0 0,0 1 0 0 0,-1-1 1 0 0,0 0-1 0 0,6-3 0 0 0,-5 1-3 0 0,1 1-1 0 0,-1 0 1 0 0,0-1-1 0 0,0 0 1 0 0,-1 0-1 0 0,1 0 0 0 0,-1 0 1 0 0,0-1-1 0 0,0 1 1 0 0,0-1-1 0 0,0 0 0 0 0,-1 0 1 0 0,0 0-1 0 0,0 0 1 0 0,0 0-1 0 0,-1 0 0 0 0,0-1 1 0 0,0 1-1 0 0,1-10 1 0 0,-3 6-110 0 0,0 0 0 0 0,-1 0-1 0 0,0 1 1 0 0,-1-1 0 0 0,0 1 0 0 0,0-1 0 0 0,0 1 0 0 0,-1 0 0 0 0,-1 0 0 0 0,1 1 0 0 0,-7-9 0 0 0,7 11 11 0 0,1 1 0 0 0,-1 0 0 0 0,0-1 0 0 0,0 1 0 0 0,-1 1 1 0 0,1-1-1 0 0,-1 1 0 0 0,0-1 0 0 0,1 1 0 0 0,-2 1 0 0 0,1-1 0 0 0,0 1 0 0 0,0 0 0 0 0,-1 0 0 0 0,1 0 0 0 0,-1 1 0 0 0,-11-2 1 0 0,10 3-473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6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56 13363 0 0,'0'0'35'0'0,"0"0"1"0"0,-1 0-1 0 0,1 0 0 0 0,0 0 0 0 0,0 0 1 0 0,0 0-1 0 0,-1 0 0 0 0,1 0 1 0 0,0 0-1 0 0,0 0 0 0 0,-1 0 1 0 0,1 0-1 0 0,0 0 0 0 0,0 0 1 0 0,0 0-1 0 0,-1 0 0 0 0,1 0 1 0 0,0 0-1 0 0,0 0 0 0 0,0-1 1 0 0,-1 1-1 0 0,1 0 0 0 0,0 0 1 0 0,0 0-1 0 0,0 0 0 0 0,-1 0 1 0 0,1-1-1 0 0,0 1 0 0 0,0 0 1 0 0,0 0-1 0 0,0 0 0 0 0,0 0 1 0 0,0-1-1 0 0,-1 1 0 0 0,1 0 1 0 0,0 0-1 0 0,0 0 0 0 0,0-1 1 0 0,0 1-1 0 0,0 0 0 0 0,0 0 1 0 0,0-1-1 0 0,0 1 0 0 0,0 0 0 0 0,0 0 1 0 0,0 0-1 0 0,0-1 0 0 0,8-12 3005 0 0,19-13 1610 0 0,-26 25-4609 0 0,0 0-26 0 0,0 0 1 0 0,0 0-1 0 0,0 0 1 0 0,0 1-1 0 0,0-1 1 0 0,0 0-1 0 0,0 1 1 0 0,0-1-1 0 0,0 1 0 0 0,0-1 1 0 0,0 1-1 0 0,0-1 1 0 0,0 1-1 0 0,1 0 1 0 0,-1 0-1 0 0,2-1 1 0 0,-2 1-8 0 0,-1 1 1 0 0,1-1 0 0 0,-1 1-1 0 0,1-1 1 0 0,-1 1 0 0 0,1-1 0 0 0,-1 1-1 0 0,1-1 1 0 0,-1 1 0 0 0,0-1-1 0 0,1 1 1 0 0,-1-1 0 0 0,0 1 0 0 0,0-1-1 0 0,1 1 1 0 0,-1 0 0 0 0,0-1-1 0 0,0 1 1 0 0,0 0 0 0 0,0-1 0 0 0,0 1-1 0 0,0-1 1 0 0,0 1 0 0 0,0 0-1 0 0,0-1 1 0 0,0 1 0 0 0,0 0-1 0 0,0-1 1 0 0,0 1 0 0 0,0 0 0 0 0,-1 0-1 0 0,-26 138 355 0 0,0 1 728 0 0,26-138-1067 0 0,1 0 1 0 0,0 1-1 0 0,0-1 1 0 0,0 0-1 0 0,0 0 1 0 0,0 0-1 0 0,0 0 1 0 0,1 0-1 0 0,0 3 0 0 0,-1-5-16 0 0,0 0-1 0 0,0 0 0 0 0,0 0 1 0 0,0 1-1 0 0,0-1 0 0 0,1 0 1 0 0,-1 0-1 0 0,0 0 0 0 0,0 1 0 0 0,0-1 1 0 0,0 0-1 0 0,1 0 0 0 0,-1 0 1 0 0,0 0-1 0 0,0 0 0 0 0,1 1 0 0 0,-1-1 1 0 0,0 0-1 0 0,0 0 0 0 0,0 0 1 0 0,1 0-1 0 0,-1 0 0 0 0,0 0 1 0 0,0 0-1 0 0,1 0 0 0 0,-1 0 0 0 0,0 0 1 0 0,1 0-1 0 0,11-6 145 0 0,-8 2-291 0 0,31-20 638 0 0,-32 22-721 0 0,0 1 0 0 0,-1 0 0 0 0,1 0 0 0 0,0 0 1 0 0,0 0-1 0 0,0 0 0 0 0,0 0 0 0 0,0 1 1 0 0,0-1-1 0 0,0 1 0 0 0,5 0 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6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 17508 0 0,'-1'-1'134'0'0,"0"1"1"0"0,1-1-1 0 0,-1 1 1 0 0,0 0-1 0 0,1-1 1 0 0,-1 1-1 0 0,0 0 1 0 0,0 0-1 0 0,0-1 1 0 0,1 1-1 0 0,-1 0 1 0 0,0 0-1 0 0,0 0 1 0 0,0 0-1 0 0,1 0 1 0 0,-1 0-1 0 0,0 0 1 0 0,0 0-1 0 0,0 1 1 0 0,1-1-1 0 0,-1 0 1 0 0,0 0-1 0 0,0 1 1 0 0,1-1-1 0 0,-1 0 1 0 0,0 1-1 0 0,1-1 1 0 0,-1 1-1 0 0,0-1 1 0 0,1 1-1 0 0,-1-1 1 0 0,-1 2-1 0 0,-1 1 29 0 0,1-1 0 0 0,-1 1 0 0 0,0 0 0 0 0,1 0 0 0 0,-4 4 0 0 0,2 2-28 0 0,0 0 1 0 0,0 0 0 0 0,1 0-1 0 0,0 0 1 0 0,1 0 0 0 0,-1 1 0 0 0,2-1-1 0 0,0 1 1 0 0,-1 15 0 0 0,2-11 75 0 0,1 0 0 0 0,0 0 0 0 0,1-1 0 0 0,0 1 1 0 0,1 0-1 0 0,6 13 0 0 0,-8-23-144 0 0,0-1 0 0 0,1 1 0 0 0,-1-1 0 0 0,1 0 0 0 0,0 0 0 0 0,0 0 0 0 0,0 0 0 0 0,0 0 0 0 0,1 0 0 0 0,-1-1 0 0 0,1 1 0 0 0,0-1 0 0 0,-1 0 0 0 0,1 1 0 0 0,6 2 0 0 0,-7-4-34 0 0,0-1 1 0 0,0 1-1 0 0,0 0 0 0 0,0-1 0 0 0,0 0 0 0 0,0 1 0 0 0,1-1 0 0 0,-1 0 0 0 0,0 0 0 0 0,0 0 0 0 0,0 0 0 0 0,0 0 1 0 0,0-1-1 0 0,0 1 0 0 0,1-1 0 0 0,-1 1 0 0 0,0-1 0 0 0,0 0 0 0 0,0 0 0 0 0,-1 0 0 0 0,1 0 0 0 0,0 0 0 0 0,0 0 1 0 0,0-1-1 0 0,-1 1 0 0 0,1 0 0 0 0,2-4 0 0 0,0 1-61 0 0,-1-1 0 0 0,1 1 0 0 0,-1-1 0 0 0,0 0 0 0 0,-1 0 0 0 0,1 0 0 0 0,-1 0 0 0 0,0 0 0 0 0,0-1 0 0 0,-1 1 0 0 0,1-1 0 0 0,-1 0 0 0 0,0 1 0 0 0,-1-1 1 0 0,1 1-1 0 0,-1-1 0 0 0,0 0 0 0 0,-1 0 0 0 0,1 1 0 0 0,-1-1 0 0 0,-2-6 0 0 0,0 0-47 0 0,0 1 0 0 0,-1-1 0 0 0,-1 1 0 0 0,1 0 0 0 0,-2 1 0 0 0,1-1 0 0 0,-2 1 0 0 0,1 0 1 0 0,-11-11-1 0 0,14 18-47 0 0,0 0 0 0 0,0 0 1 0 0,0 0-1 0 0,-1 1 0 0 0,1-1 0 0 0,-1 1 1 0 0,0 0-1 0 0,1 0 0 0 0,-6-2 1 0 0,7 3-299 0 0,0 1 0 0 0,-1-1 0 0 0,1 1 0 0 0,0-1 1 0 0,-1 1-1 0 0,1 0 0 0 0,0 0 0 0 0,-1 0 0 0 0,1 0 1 0 0,0 0-1 0 0,-3 1 0 0 0,2-1-867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6:59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77 13363 0 0,'0'-1'314'0'0,"-1"1"0"0"0,0-1 0 0 0,0 0 1 0 0,0 1-1 0 0,1-1 0 0 0,-1 0 0 0 0,0 1 0 0 0,1-1 0 0 0,-1 0 1 0 0,1 0-1 0 0,-1 0 0 0 0,1 0 0 0 0,-1 0 0 0 0,1 1 0 0 0,0-1 1 0 0,-1 0-1 0 0,1 0 0 0 0,0 0 0 0 0,-1-2 0 0 0,1 2-87 0 0,0-1 1 0 0,1 0-1 0 0,-1 1 0 0 0,0-1 0 0 0,0 0 0 0 0,1 1 0 0 0,-1-1 0 0 0,1 0 0 0 0,-1 1 0 0 0,2-3 0 0 0,0 0-122 0 0,0 1-1 0 0,1 0 1 0 0,-1 0-1 0 0,0 0 1 0 0,1 0-1 0 0,0 0 1 0 0,-1 1-1 0 0,1-1 0 0 0,4-2 1 0 0,-6 4-102 0 0,0 1 0 0 0,0-1 0 0 0,0 0 0 0 0,0 1 0 0 0,0-1 0 0 0,0 1 0 0 0,0-1 0 0 0,0 1 0 0 0,0 0-1 0 0,0-1 1 0 0,0 1 0 0 0,0 0 0 0 0,0 0 0 0 0,0 0 0 0 0,0 0 0 0 0,0-1 0 0 0,0 2 0 0 0,0-1 0 0 0,1 0 0 0 0,-1 0 0 0 0,0 0 0 0 0,0 0 0 0 0,0 1 0 0 0,1 0 0 0 0,-1 0-1 0 0,0 0 1 0 0,0 0 0 0 0,-1 0-1 0 0,1 0 1 0 0,-1 0-1 0 0,1 0 1 0 0,-1 0-1 0 0,1 0 1 0 0,-1 0 0 0 0,0 0-1 0 0,1 1 1 0 0,-1-1-1 0 0,0 0 1 0 0,0 0 0 0 0,0 0-1 0 0,0 1 1 0 0,0-1-1 0 0,0 0 1 0 0,0 0 0 0 0,0 0-1 0 0,-1 1 1 0 0,0 0-1 0 0,-1 9 55 0 0,-1-1-1 0 0,-1 1 0 0 0,0-1 0 0 0,-1 0 0 0 0,1-1 1 0 0,-9 12-1 0 0,-5 12 156 0 0,19-35-230 0 0,-1 1-1 0 0,1 0 1 0 0,0-1 0 0 0,0 1 0 0 0,0 0-1 0 0,0-1 1 0 0,0 1 0 0 0,0 0 0 0 0,0 0-1 0 0,0 0 1 0 0,0 0 0 0 0,1 0-1 0 0,-1 0 1 0 0,0 0 0 0 0,0 1 0 0 0,1-1-1 0 0,-1 0 1 0 0,1 1 0 0 0,-1-1 0 0 0,1 1-1 0 0,-1-1 1 0 0,1 1 0 0 0,-1 0 0 0 0,1 0-1 0 0,-1 0 1 0 0,1 0 0 0 0,-1 0 0 0 0,1 0-1 0 0,0 0 1 0 0,-1 0 0 0 0,1 0 0 0 0,1 1-1 0 0,-1 0 15 0 0,0 0-1 0 0,0 0 1 0 0,0 0-1 0 0,0 0 0 0 0,-1 0 1 0 0,1 0-1 0 0,0 1 1 0 0,-1-1-1 0 0,1 0 0 0 0,0 1 1 0 0,-1 0-1 0 0,0-1 1 0 0,1 1-1 0 0,-1 0 0 0 0,0 0 1 0 0,0-1-1 0 0,0 1 1 0 0,0 0-1 0 0,0 0 0 0 0,-1 0 1 0 0,1 0-1 0 0,-1 0 0 0 0,1 0 1 0 0,-1 4-1 0 0,1-1 77 0 0,-1 0 0 0 0,-1 0 0 0 0,1 0 0 0 0,-1 0 0 0 0,0 0 1 0 0,0 0-1 0 0,0 0 0 0 0,-1 0 0 0 0,0 0 0 0 0,0 0 0 0 0,0-1 0 0 0,-5 8 0 0 0,5-9-26 0 0,1 0 0 0 0,-1 0 0 0 0,0-1 1 0 0,0 1-1 0 0,-1-1 0 0 0,1 1 0 0 0,0-1 1 0 0,-1 0-1 0 0,1 0 0 0 0,-1 0 0 0 0,0 0 0 0 0,0-1 1 0 0,0 1-1 0 0,0-1 0 0 0,0 1 0 0 0,0-1 1 0 0,0 0-1 0 0,0 0 0 0 0,0-1 0 0 0,-7 2 0 0 0,9-2-143 0 0,0-1 0 0 0,-1 1 0 0 0,1 0 0 0 0,0 0 0 0 0,0-1 0 0 0,0 1 0 0 0,0-1 0 0 0,0 1 0 0 0,0-1 0 0 0,0 1 0 0 0,0-1 0 0 0,0 1 0 0 0,0-1 0 0 0,0 0 0 0 0,0 0-1 0 0,0 0 1 0 0,0 1 0 0 0,0-1 0 0 0,1 0 0 0 0,-1 0 0 0 0,0 0 0 0 0,1 0 0 0 0,-1 0 0 0 0,0 0 0 0 0,1 0 0 0 0,-1-2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7:00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 14747 0 0,'0'0'22'0'0,"0"0"-1"0"0,0 0 1 0 0,0 0-1 0 0,-1 0 1 0 0,1 0-1 0 0,0 0 1 0 0,0-1-1 0 0,0 1 1 0 0,0 0-1 0 0,0 0 1 0 0,0 0-1 0 0,0 0 1 0 0,0 0-1 0 0,0 0 1 0 0,0 0-1 0 0,0 0 1 0 0,0 0-1 0 0,0 0 0 0 0,-1-1 1 0 0,1 1-1 0 0,0 0 1 0 0,0 0-1 0 0,0 0 1 0 0,0 0-1 0 0,0 0 1 0 0,0 0-1 0 0,0 0 1 0 0,-1 0-1 0 0,1 0 1 0 0,0 0-1 0 0,0 0 1 0 0,0 0-1 0 0,0 0 1 0 0,0 0-1 0 0,0 0 1 0 0,0 0-1 0 0,-1 0 1 0 0,1 0-1 0 0,0 0 1 0 0,0 0-1 0 0,0 0 1 0 0,0 0-1 0 0,0 0 1 0 0,0 0-1 0 0,0 1 1 0 0,-8 4 880 0 0,-5 8 907 0 0,7-4-1403 0 0,0 0 0 0 0,1 1 1 0 0,0-1-1 0 0,0 1 0 0 0,1 0 1 0 0,1 1-1 0 0,0-1 0 0 0,0 1 1 0 0,-1 11-1 0 0,2-6-152 0 0,0 0 0 0 0,1 0 0 0 0,1 0 0 0 0,1 0 0 0 0,3 25 0 0 0,-3-38-178 0 0,-1 0 0 0 0,1 0 0 0 0,0 0-1 0 0,0 0 1 0 0,1 0 0 0 0,-1 0 0 0 0,0 0-1 0 0,1 0 1 0 0,0 0 0 0 0,0 0 0 0 0,0-1-1 0 0,0 1 1 0 0,0-1 0 0 0,0 0 0 0 0,0 1-1 0 0,1-1 1 0 0,-1 0 0 0 0,1 0 0 0 0,0-1-1 0 0,3 3 1 0 0,-4-3-52 0 0,0-1 0 0 0,1 1 0 0 0,0 0 0 0 0,-1-1 1 0 0,1 1-1 0 0,-1-1 0 0 0,1 0 0 0 0,0 1 0 0 0,-1-1 0 0 0,1-1 0 0 0,-1 1 1 0 0,1 0-1 0 0,0-1 0 0 0,-1 1 0 0 0,1-1 0 0 0,-1 0 0 0 0,1 0 0 0 0,-1 0 0 0 0,0 0 1 0 0,1 0-1 0 0,-1 0 0 0 0,0-1 0 0 0,0 1 0 0 0,0-1 0 0 0,3-2 0 0 0,-2 1-26 0 0,1 0-1 0 0,-1-1 1 0 0,0 1-1 0 0,0-1 0 0 0,0 0 1 0 0,0 0-1 0 0,-1 0 1 0 0,0-1-1 0 0,1 1 0 0 0,-2 0 1 0 0,1-1-1 0 0,1-7 1 0 0,-1 5-30 0 0,-1 0 0 0 0,0-1 0 0 0,-1 1 1 0 0,0 0-1 0 0,0-1 0 0 0,0 1 0 0 0,-3-12 1 0 0,0 5-79 0 0,-1-1 0 0 0,-1 1 0 0 0,0 0 0 0 0,-1 0 0 0 0,0 1 0 0 0,-1 0 0 0 0,-15-20 0 0 0,21 30 55 0 0,-1 0-1 0 0,0 0 1 0 0,0 0-1 0 0,-1 1 0 0 0,1 0 1 0 0,0-1-1 0 0,-1 1 1 0 0,0 0-1 0 0,1 0 0 0 0,-1 0 1 0 0,0 0-1 0 0,0 1 1 0 0,0-1-1 0 0,0 1 1 0 0,0 0-1 0 0,0-1 0 0 0,0 1 1 0 0,-4 0-1 0 0,1 1-80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7:56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 8754 0 0,'-3'-13'4413'0'0,"3"12"-4104"0"0,-1 1 0 0 0,1 0 0 0 0,0-1 0 0 0,0 1 0 0 0,0-1 0 0 0,0 1 0 0 0,0 0 0 0 0,0-1 0 0 0,0 1 0 0 0,-1-1 0 0 0,1 1 0 0 0,0 0 0 0 0,0-1 0 0 0,0 1 0 0 0,1-1 0 0 0,-1 1 0 0 0,0 0 0 0 0,0-1 0 0 0,0 1 0 0 0,0-1 0 0 0,0 1 0 0 0,0 0 0 0 0,1-1 0 0 0,-1 1 0 0 0,0-1 0 0 0,2 2-159 0 0,-1 1 0 0 0,0 0 1 0 0,0-1-1 0 0,0 1 1 0 0,-1-1-1 0 0,1 1 0 0 0,0 0 1 0 0,-1 0-1 0 0,1-1 1 0 0,-1 1-1 0 0,1 0 1 0 0,-1 0-1 0 0,0 0 0 0 0,0 3 1 0 0,1-1 61 0 0,12 127 1809 0 0,-3-15-41 0 0,-10-116-2001 0 0,0 0 0 0 0,0 0 1 0 0,0-1-1 0 0,0 1 0 0 0,0 0 0 0 0,1 0 0 0 0,-1 0 1 0 0,0 0-1 0 0,0 0 0 0 0,0 0 0 0 0,0 0 1 0 0,0 0-1 0 0,0 0 0 0 0,0 0 0 0 0,0 0 1 0 0,0 0-1 0 0,0 0 0 0 0,0 0 0 0 0,0 0 0 0 0,0 0 1 0 0,1 0-1 0 0,-1 0 0 0 0,0 0 0 0 0,0 0 1 0 0,0 1-1 0 0,0-1 0 0 0,0 0 0 0 0,0 0 0 0 0,0 0 1 0 0,0 0-1 0 0,0 0 0 0 0,0 0 0 0 0,0 0 1 0 0,0 0-1 0 0,0 0 0 0 0,0 0 0 0 0,0 0 0 0 0,0 0 1 0 0,0 0-1 0 0,0 0 0 0 0,0 0 0 0 0,0 0 1 0 0,0 0-1 0 0,1 1 0 0 0,-1-1 0 0 0,0 0 0 0 0,0 0 1 0 0,0 0-1 0 0,0 0 0 0 0,0 0 0 0 0,0 0 1 0 0,0 0-1 0 0,0 0 0 0 0,0 0 0 0 0,0 0 1 0 0,-1 0-1 0 0,1 0 0 0 0,0 0 0 0 0,0 1 0 0 0,0-1 1 0 0,0 0-1 0 0,0 0 0 0 0,0 0 0 0 0,0 0 1 0 0,0 0-1 0 0,0 0 0 0 0,0 0 0 0 0,3-7-1254 0 0,1-12-1372 0 0,-2 11 1156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7:56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 19356 0 0,'-1'0'97'0'0,"1"0"0"0"0,-1-1-1 0 0,1 1 1 0 0,-1 0 0 0 0,1 0-1 0 0,-1 0 1 0 0,1 0 0 0 0,-1 0 0 0 0,1 0-1 0 0,-1 0 1 0 0,1 0 0 0 0,-1 0-1 0 0,1 0 1 0 0,-1 0 0 0 0,0 0-1 0 0,1 0 1 0 0,-1 1 0 0 0,1-1 0 0 0,-1 0-1 0 0,1 0 1 0 0,-1 1 0 0 0,1-1-1 0 0,-1 0 1 0 0,1 1 0 0 0,-13 13 694 0 0,-2 17-198 0 0,11-19-386 0 0,0-1-1 0 0,1 1 1 0 0,1 0-1 0 0,0 0 0 0 0,0-1 1 0 0,1 1-1 0 0,1 16 1 0 0,1-18-22 0 0,0 0 0 0 0,0 0 0 0 0,1 0 1 0 0,0 0-1 0 0,0 0 0 0 0,1 0 0 0 0,1-1 0 0 0,0 1 1 0 0,4 8-1 0 0,-6-16-118 0 0,-1 1 0 0 0,1-1-1 0 0,0 0 1 0 0,-1 0 0 0 0,1 0 0 0 0,0 0 0 0 0,0 0 0 0 0,0 0 0 0 0,0-1 0 0 0,1 1 0 0 0,-1-1 0 0 0,0 1 0 0 0,1-1 0 0 0,-1 0 0 0 0,1 0 0 0 0,-1 0-1 0 0,1 0 1 0 0,-1-1 0 0 0,1 1 0 0 0,0-1 0 0 0,-1 1 0 0 0,1-1 0 0 0,0 0 0 0 0,0 0 0 0 0,-1 0 0 0 0,1 0 0 0 0,0-1 0 0 0,-1 1 0 0 0,1-1-1 0 0,4-1 1 0 0,-4 1-78 0 0,0 0 1 0 0,0 0-1 0 0,-1-1 0 0 0,1 1 0 0 0,0-1 0 0 0,-1 1 0 0 0,0-1 0 0 0,1 0 0 0 0,-1 0 0 0 0,0 0 0 0 0,0 0 0 0 0,0-1 0 0 0,0 1 0 0 0,0-1 0 0 0,0 1 0 0 0,-1-1 0 0 0,1 1 0 0 0,-1-1 1 0 0,0 0-1 0 0,0 0 0 0 0,0 0 0 0 0,0 0 0 0 0,0 1 0 0 0,-1-1 0 0 0,1 0 0 0 0,-1 0 0 0 0,0-5 0 0 0,0 0-77 0 0,-2-1 0 0 0,1 1 0 0 0,-1-1 0 0 0,0 1 0 0 0,-1 0-1 0 0,-5-13 1 0 0,-27-46-323 0 0,21 40 196 0 0,6 13-519 0 0,-12-22 775 0 0,18 34-1060 0 0,1 0 0 0 0,-1 0 0 0 0,0 0 0 0 0,0 0 0 0 0,0 1-1 0 0,0-1 1 0 0,-3-2 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7:59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14747 0 0,'0'0'193'0'0,"-1"-1"1"0"0,1 1-1 0 0,0-1 0 0 0,0 1 0 0 0,0-1 1 0 0,0 0-1 0 0,-1 1 0 0 0,1-1 0 0 0,0 1 1 0 0,0-1-1 0 0,0 0 0 0 0,0 1 0 0 0,0-1 1 0 0,0 1-1 0 0,0-1 0 0 0,1 0 0 0 0,-1 1 1 0 0,0-1-1 0 0,0 1 0 0 0,0-1 0 0 0,1 1 1 0 0,-1-1-1 0 0,0 1 0 0 0,0-1 0 0 0,1 1 1 0 0,-1-1-1 0 0,1 1 0 0 0,-1-1 0 0 0,0 1 1 0 0,1-1-1 0 0,-1 1 0 0 0,1 0 0 0 0,-1-1 1 0 0,1 1-1 0 0,0-1 0 0 0,19-13 908 0 0,-11 9-928 0 0,1 1 1 0 0,15-5 0 0 0,-22 8-157 0 0,-1 0 1 0 0,1 0-1 0 0,-1 1 1 0 0,0-1 0 0 0,1 1-1 0 0,-1 0 1 0 0,1 0-1 0 0,0 0 1 0 0,-1 0 0 0 0,1 0-1 0 0,-1 0 1 0 0,1 1 0 0 0,-1-1-1 0 0,0 1 1 0 0,1 0-1 0 0,3 1 1 0 0,-5-1-18 0 0,-1 0-1 0 0,1 0 1 0 0,0-1-1 0 0,-1 1 1 0 0,1 0-1 0 0,0 0 1 0 0,-1 0 0 0 0,1 0-1 0 0,-1 0 1 0 0,0 0-1 0 0,1 0 1 0 0,-1 0-1 0 0,0 0 1 0 0,0 0 0 0 0,1 0-1 0 0,-1 0 1 0 0,0 0-1 0 0,0 0 1 0 0,0 0-1 0 0,0 0 1 0 0,0 0 0 0 0,-1 0-1 0 0,1 0 1 0 0,0 0-1 0 0,0 0 1 0 0,-1 0-1 0 0,1 0 1 0 0,-1 1-1 0 0,-14 31-36 0 0,13-29 35 0 0,-26 44 528 0 0,15-28 83 0 0,-18 41 0 0 0,30-60-585 0 0,1 0-1 0 0,-1 0 1 0 0,1 1-1 0 0,-1-1 1 0 0,1 0-1 0 0,-1 0 1 0 0,1 1-1 0 0,0-1 1 0 0,0 0-1 0 0,-1 1 1 0 0,1-1-1 0 0,0 0 0 0 0,0 1 1 0 0,0-1-1 0 0,1 0 1 0 0,-1 1-1 0 0,0-1 1 0 0,0 0-1 0 0,1 0 1 0 0,-1 1-1 0 0,1-1 1 0 0,-1 0-1 0 0,1 0 1 0 0,0 1-1 0 0,-1-1 1 0 0,1 0-1 0 0,1 2 0 0 0,1-2 83 0 0,0 1 0 0 0,0 0-1 0 0,0-1 1 0 0,0 1-1 0 0,0-1 1 0 0,0 0-1 0 0,0 0 1 0 0,0 0-1 0 0,6 1 1 0 0,3 0 172 0 0,-1 0 0 0 0,1 0 0 0 0,19-1 0 0 0,-23-2-173 0 0,-5 0-3054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03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55 7370 0 0,'-9'-4'5096'0'0,"-2"-2"3120"0"0,11 6-8133 0 0,0-1-1 0 0,0 1 0 0 0,0-1 0 0 0,0 1 0 0 0,0-1 1 0 0,0 1-1 0 0,0-1 0 0 0,0 1 0 0 0,1-1 0 0 0,-1 1 1 0 0,0-1-1 0 0,0 1 0 0 0,1-1 0 0 0,-1 1 0 0 0,0-1 1 0 0,0 1-1 0 0,1 0 0 0 0,-1-1 0 0 0,0 1 0 0 0,1-1 1 0 0,-1 1-1 0 0,1 0 0 0 0,-1-1 0 0 0,0 1 0 0 0,1 0 1 0 0,-1 0-1 0 0,1-1 0 0 0,0 1 0 0 0,4-4 0 0 0,0 0-1 0 0,1 0 1 0 0,-1 1 0 0 0,1 0-1 0 0,-1 0 1 0 0,1 0 0 0 0,0 1-1 0 0,0 0 1 0 0,10-2-1 0 0,-15 4-82 0 0,-1 0-1 0 0,0 0 1 0 0,0 0-1 0 0,1 0 0 0 0,-1 0 1 0 0,0 0-1 0 0,1 0 1 0 0,-1 0-1 0 0,0 0 1 0 0,1 0-1 0 0,-1 0 0 0 0,0 0 1 0 0,0 0-1 0 0,1 0 1 0 0,-1 0-1 0 0,0 1 0 0 0,0-1 1 0 0,1 0-1 0 0,-1 0 1 0 0,0 0-1 0 0,0 1 1 0 0,1-1-1 0 0,-1 0 0 0 0,0 0 1 0 0,0 0-1 0 0,0 1 1 0 0,1-1-1 0 0,-1 0 0 0 0,0 0 1 0 0,0 1-1 0 0,0-1 1 0 0,0 1-1 0 0,-1 11-113 0 0,-9 11-110 0 0,-36 42-325 0 0,46-62 312 0 0,6-3 28 0 0,12-4-84 0 0,-12 2 229 0 0,-3 2 86 0 0,-1 0-1 0 0,1 0 1 0 0,-1 0 0 0 0,1 0 0 0 0,-1 0 0 0 0,1 0 0 0 0,-1 1-1 0 0,1-1 1 0 0,-1 1 0 0 0,0 0 0 0 0,1 0 0 0 0,-1 0-1 0 0,0 0 1 0 0,1 0 0 0 0,-1 0 0 0 0,0 0 0 0 0,0 1 0 0 0,0-1-1 0 0,0 1 1 0 0,0 0 0 0 0,0 0 0 0 0,-1-1 0 0 0,1 1 0 0 0,-1 0-1 0 0,1 0 1 0 0,-1 1 0 0 0,0-1 0 0 0,1 0 0 0 0,-1 0 0 0 0,0 1-1 0 0,-1-1 1 0 0,1 0 0 0 0,0 1 0 0 0,-1-1 0 0 0,1 1-1 0 0,-1-1 1 0 0,0 1 0 0 0,0-1 0 0 0,0 1 0 0 0,0-1 0 0 0,0 1-1 0 0,0-1 1 0 0,-1 1 0 0 0,1-1 0 0 0,-1 1 0 0 0,0-1 0 0 0,0 0-1 0 0,0 1 1 0 0,0-1 0 0 0,0 0 0 0 0,-2 4 0 0 0,-1-1 151 0 0,-1 0 0 0 0,1 0 0 0 0,-1 0 0 0 0,-11 7 1 0 0,14-10-102 0 0,0-1 0 0 0,0 1 0 0 0,0-1 0 0 0,0 0 0 0 0,0 0 1 0 0,0 0-1 0 0,0 0 0 0 0,-1 0 0 0 0,1 0 0 0 0,0-1 0 0 0,-1 1 0 0 0,1-1 1 0 0,-1 1-1 0 0,1-1 0 0 0,-1 0 0 0 0,1 0 0 0 0,-3-1 0 0 0,5 1-76 0 0,-1 0 0 0 0,0 0 0 0 0,1 0 0 0 0,-1-1 0 0 0,1 1 0 0 0,-1 0 0 0 0,1 0 0 0 0,-1-1 0 0 0,1 1 0 0 0,0-1 0 0 0,-1 1 0 0 0,1 0 0 0 0,-1-1 0 0 0,1 1 0 0 0,0-1 0 0 0,-1 1 0 0 0,1-1 0 0 0,0 1 0 0 0,-1-1 0 0 0,1 1 0 0 0,0-1 0 0 0,0 1 0 0 0,0-1 0 0 0,-1 0 0 0 0,1-10-2926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03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 12899 0 0,'-1'-1'309'0'0,"1"0"0"0"0,-1 0 0 0 0,0 1 1 0 0,1-1-1 0 0,-1 0 0 0 0,0 1 0 0 0,0-1 1 0 0,1 0-1 0 0,-1 1 0 0 0,0-1 0 0 0,0 1 1 0 0,0-1-1 0 0,0 1 0 0 0,0 0 0 0 0,0-1 1 0 0,0 1-1 0 0,0 0 0 0 0,0 0 0 0 0,0 0 1 0 0,0-1-1 0 0,-1 1 0 0 0,0 1-76 0 0,0-1 0 0 0,1 0 0 0 0,-1 1 0 0 0,0-1 0 0 0,1 1 0 0 0,-1 0 0 0 0,0-1 1 0 0,1 1-1 0 0,-1 0 0 0 0,1 0 0 0 0,-3 1 0 0 0,1 1-89 0 0,0 0 1 0 0,0 0-1 0 0,-1 0 1 0 0,2 1-1 0 0,-1-1 1 0 0,0 1-1 0 0,1 0 1 0 0,-1-1-1 0 0,-1 6 1 0 0,1-1 7 0 0,1 1-1 0 0,-1 0 1 0 0,2 1 0 0 0,-1-1 0 0 0,1 0 0 0 0,1 0 0 0 0,-1 1-1 0 0,2-1 1 0 0,-1 0 0 0 0,1 1 0 0 0,3 12 0 0 0,-2-18-89 0 0,-1 1 0 0 0,0-1-1 0 0,1 1 1 0 0,0-1 0 0 0,0 0 0 0 0,0 0 0 0 0,1 0 0 0 0,-1 0 0 0 0,1 0 0 0 0,6 6 0 0 0,-6-8-19 0 0,-1 0 1 0 0,1 0-1 0 0,0 0 0 0 0,0 0 0 0 0,0-1 1 0 0,0 1-1 0 0,0-1 0 0 0,1 0 1 0 0,-1 1-1 0 0,0-2 0 0 0,1 1 1 0 0,-1 0-1 0 0,0-1 0 0 0,1 1 1 0 0,-1-1-1 0 0,5 0 0 0 0,-5 0-48 0 0,1-1 1 0 0,0 0-1 0 0,-1 0 0 0 0,1 0 0 0 0,-1 0 1 0 0,1 0-1 0 0,-1 0 0 0 0,1-1 0 0 0,-1 0 1 0 0,0 0-1 0 0,0 0 0 0 0,0 0 0 0 0,0 0 1 0 0,0-1-1 0 0,0 1 0 0 0,-1-1 0 0 0,1 0 1 0 0,-1 0-1 0 0,0 0 0 0 0,0 0 0 0 0,0 0 1 0 0,0 0-1 0 0,0 0 0 0 0,-1-1 0 0 0,1 1 1 0 0,-1-1-1 0 0,0 1 0 0 0,0-1 0 0 0,-1 1 1 0 0,1-1-1 0 0,-1 0 0 0 0,1 1 0 0 0,-1-1 1 0 0,0 0-1 0 0,0 0 0 0 0,-2-6 0 0 0,0 1 14 0 0,-1 0-1 0 0,0 0 0 0 0,0 1 1 0 0,-1-1-1 0 0,0 1 0 0 0,0 0 0 0 0,-1 0 1 0 0,-9-12-1 0 0,10 15-313 0 0,-1 0-1 0 0,0 0 0 0 0,0 0 1 0 0,0 1-1 0 0,0 0 1 0 0,-1 0-1 0 0,0 0 1 0 0,1 1-1 0 0,-1 0 1 0 0,0 0-1 0 0,-1 0 0 0 0,-9-2 1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09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 6449 0 0,'-1'0'428'0'0,"1"-1"0"0"0,-1 1 0 0 0,1-1 0 0 0,-1 1 0 0 0,1-1-1 0 0,-1 1 1 0 0,1-1 0 0 0,-1 1 0 0 0,1-1 0 0 0,-1 1-1 0 0,1-1 1 0 0,-1 1 0 0 0,0 0 0 0 0,1-1 0 0 0,-1 1 0 0 0,0 0-1 0 0,1 0 1 0 0,-1 0 0 0 0,0 0 0 0 0,1-1 0 0 0,-2 1 0 0 0,1 0-229 0 0,1 1 0 0 0,-1-1 0 0 0,1 0 0 0 0,-1 1 0 0 0,1-1 0 0 0,-1 0 0 0 0,1 1 0 0 0,0-1 0 0 0,-1 0 1 0 0,1 1-1 0 0,-1-1 0 0 0,1 1 0 0 0,0-1 0 0 0,0 1 0 0 0,-1-1 0 0 0,1 1 0 0 0,0-1 0 0 0,0 1 0 0 0,-1-1 1 0 0,1 2-1 0 0,-1 2 180 0 0,0 0 1 0 0,1 1 0 0 0,-1-1-1 0 0,1 0 1 0 0,0 7 0 0 0,3 26 41 0 0,5 108 2386 0 0,-6-130-3008 0 0,-2-15 127 0 0,0 1 0 0 0,0-1-1 0 0,0 1 1 0 0,0-1 0 0 0,0 0 0 0 0,0 1 0 0 0,0-1-1 0 0,0 0 1 0 0,0 1 0 0 0,0-1 0 0 0,0 0 0 0 0,0 1-1 0 0,1-1 1 0 0,-1 0 0 0 0,0 1 0 0 0,0-1-1 0 0,0 0 1 0 0,0 1 0 0 0,1-1 0 0 0,-1 0 0 0 0,0 0-1 0 0,0 1 1 0 0,1-1 0 0 0,-1 0 0 0 0,0 0 0 0 0,1 1-1 0 0,-1-1 1 0 0,0 0 0 0 0,1 0 0 0 0,-1 0-1 0 0,0 0 1 0 0,1 1 0 0 0,-1-1 0 0 0,0 0 0 0 0,1 0-1 0 0,-1 0 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1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 17508 0 0,'0'-1'35'0'0,"0"1"0"0"0,-1-1 0 0 0,1 1 1 0 0,0-1-1 0 0,-1 1 0 0 0,1-1 0 0 0,0 1 0 0 0,-1-1 1 0 0,1 1-1 0 0,-1-1 0 0 0,1 1 0 0 0,-1-1 0 0 0,1 1 1 0 0,-1 0-1 0 0,1-1 0 0 0,-1 1 0 0 0,1 0 0 0 0,-1 0 1 0 0,1-1-1 0 0,-1 1 0 0 0,0 0 0 0 0,1 0 0 0 0,-1 0 1 0 0,1-1-1 0 0,-1 1 0 0 0,0 0 0 0 0,1 0 0 0 0,-1 0 1 0 0,0 0-1 0 0,0 1 0 0 0,0-1 59 0 0,-1 1-1 0 0,1-1 1 0 0,-1 1 0 0 0,1 0-1 0 0,-1 0 1 0 0,1 0 0 0 0,0 0-1 0 0,-1 0 1 0 0,1 0 0 0 0,0 0-1 0 0,-2 2 1 0 0,-1 2 302 0 0,0 1 0 0 0,0 0-1 0 0,0 0 1 0 0,-5 11 0 0 0,4-4-127 0 0,0 1 1 0 0,1 0-1 0 0,-3 22 0 0 0,6-30-156 0 0,0 1 0 0 0,1-1 0 0 0,-1 0 0 0 0,2 1 0 0 0,-1-1 0 0 0,1 1 0 0 0,0-1-1 0 0,0 0 1 0 0,0 0 0 0 0,4 9 0 0 0,-4-13-56 0 0,0 0 1 0 0,0 0-1 0 0,0 0 0 0 0,0 0 0 0 0,0 0 1 0 0,1-1-1 0 0,-1 1 0 0 0,1 0 1 0 0,-1-1-1 0 0,1 1 0 0 0,0-1 0 0 0,-1 0 1 0 0,1 1-1 0 0,0-1 0 0 0,0 0 0 0 0,0 0 1 0 0,0 0-1 0 0,4 1 0 0 0,-3-1-18 0 0,1-1 1 0 0,0 1-1 0 0,-1-1 0 0 0,1 0 0 0 0,-1 0 0 0 0,1 0 0 0 0,0-1 1 0 0,-1 1-1 0 0,1-1 0 0 0,6-1 0 0 0,-5 0-54 0 0,0 0 0 0 0,0 0-1 0 0,1 0 1 0 0,-2-1 0 0 0,1 0 0 0 0,0 1 0 0 0,0-2-1 0 0,-1 1 1 0 0,0-1 0 0 0,1 1 0 0 0,-2-1 0 0 0,1 0-1 0 0,0 0 1 0 0,6-10 0 0 0,-9 10-4 0 0,0 0 0 0 0,0 0 0 0 0,0 0 0 0 0,0 0 0 0 0,-1 0 0 0 0,0 0 0 0 0,0 0 0 0 0,0 0 0 0 0,0 0 0 0 0,0 0 1 0 0,-1 0-1 0 0,0 0 0 0 0,0 0 0 0 0,0 0 0 0 0,0 0 0 0 0,0 0 0 0 0,-1 0 0 0 0,0 1 0 0 0,-3-6 0 0 0,1 1-178 0 0,-1 1 0 0 0,0-1 0 0 0,0 1 0 0 0,-1 1 0 0 0,0-1 1 0 0,0 1-1 0 0,0 0 0 0 0,-9-6 0 0 0,-2 3-2065 0 0,9 5-5290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14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7834 0 0,'14'-11'6053'0'0,"12"-1"-1759"0"0,-11 5-2675 0 0,-8 3-1086 0 0,24-10 840 0 0,-30 13-1337 0 0,1 1 0 0 0,-1-1 0 0 0,0 1 1 0 0,1-1-1 0 0,-1 1 0 0 0,0 0 0 0 0,1 0 0 0 0,-1 0 0 0 0,1 0 0 0 0,-1 0 1 0 0,0 0-1 0 0,1 0 0 0 0,-1 0 0 0 0,1 0 0 0 0,-1 1 0 0 0,0-1 0 0 0,1 1 1 0 0,-1-1-1 0 0,3 2 0 0 0,-4-1-31 0 0,1-1 0 0 0,-1 1-1 0 0,1 0 1 0 0,-1 0 0 0 0,1 0 0 0 0,-1 0 0 0 0,0 0 0 0 0,1 0 0 0 0,-1 0 0 0 0,0 0-1 0 0,0 0 1 0 0,1 0 0 0 0,-1 0 0 0 0,0 0 0 0 0,0 0 0 0 0,0 0 0 0 0,0 0 0 0 0,0-1-1 0 0,-1 1 1 0 0,1 0 0 0 0,0 0 0 0 0,0 0 0 0 0,-1 0 0 0 0,1 0 0 0 0,0 0 0 0 0,-2 1-1 0 0,-11 25 112 0 0,12-26-115 0 0,-27 42 123 0 0,13-21 71 0 0,-20 39-1 0 0,35-61-171 0 0,0 1 1 0 0,-1 0-1 0 0,1-1 0 0 0,0 1 0 0 0,0-1 0 0 0,-1 1 0 0 0,1-1 1 0 0,0 1-1 0 0,0 0 0 0 0,0-1 0 0 0,0 1 0 0 0,0 0 1 0 0,0-1-1 0 0,0 1 0 0 0,0-1 0 0 0,0 1 0 0 0,0 0 0 0 0,0-1 1 0 0,0 1-1 0 0,0 0 0 0 0,1-1 0 0 0,-1 1 0 0 0,0-1 0 0 0,0 1 1 0 0,1-1-1 0 0,-1 1 0 0 0,1 0 0 0 0,0 0-3 0 0,0-1-1 0 0,0 1 1 0 0,0 0 0 0 0,0-1-1 0 0,0 1 1 0 0,0-1 0 0 0,0 1-1 0 0,0-1 1 0 0,0 0 0 0 0,1 1-1 0 0,-1-1 1 0 0,0 0 0 0 0,2 0-1 0 0,6 0-9 0 0,-1 0-1 0 0,1 0 0 0 0,10-3 1 0 0,-13 2-1 0 0,18-2-2760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1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 13827 0 0,'0'0'9'0'0,"0"0"0"0"0,0-1-1 0 0,-1 1 1 0 0,1 0 0 0 0,0 0 0 0 0,0 0 0 0 0,0-1-1 0 0,-1 1 1 0 0,1 0 0 0 0,0 0 0 0 0,0 0 0 0 0,0 0-1 0 0,-1-1 1 0 0,1 1 0 0 0,0 0 0 0 0,0 0 0 0 0,-1 0-1 0 0,1 0 1 0 0,0 0 0 0 0,-1 0 0 0 0,1 0 0 0 0,0 0-1 0 0,0 0 1 0 0,-1 0 0 0 0,1 0 0 0 0,0 0 0 0 0,0 0-1 0 0,-1 0 1 0 0,1 0 0 0 0,0 0 0 0 0,-1 0 0 0 0,1 1-1 0 0,-11 6 1444 0 0,-6 13 1111 0 0,13-12-2171 0 0,1-1 0 0 0,-1 1 0 0 0,2 0 0 0 0,-1-1 0 0 0,1 1 0 0 0,1 1-1 0 0,-2 10 1 0 0,2-14-263 0 0,1 0-1 0 0,0 0 0 0 0,0 0 0 0 0,0 0 0 0 0,1 0 0 0 0,-1 0 0 0 0,1 0 0 0 0,0 0 0 0 0,1 0 1 0 0,-1 0-1 0 0,1-1 0 0 0,0 1 0 0 0,4 6 0 0 0,-4-9-74 0 0,0 0 1 0 0,0 1-1 0 0,0-1 1 0 0,1 0-1 0 0,-1 0 0 0 0,1-1 1 0 0,0 1-1 0 0,-1-1 1 0 0,1 1-1 0 0,0-1 0 0 0,0 0 1 0 0,0 0-1 0 0,0 0 1 0 0,0 0-1 0 0,0 0 0 0 0,0-1 1 0 0,0 1-1 0 0,0-1 1 0 0,0 0-1 0 0,0 0 0 0 0,1 0 1 0 0,-1 0-1 0 0,4-2 1 0 0,0 1-40 0 0,1 0 1 0 0,-1-1 0 0 0,0 0 0 0 0,1-1 0 0 0,-1 1 0 0 0,0-2 0 0 0,0 1-1 0 0,8-6 1 0 0,-12 7-27 0 0,-1 1-1 0 0,0-1 0 0 0,0 0 1 0 0,0 0-1 0 0,0 1 0 0 0,0-1 1 0 0,0-1-1 0 0,0 1 1 0 0,-1 0-1 0 0,1 0 0 0 0,-1-1 1 0 0,1 1-1 0 0,-1-1 1 0 0,0 1-1 0 0,0-1 0 0 0,0 1 1 0 0,0-1-1 0 0,0-4 0 0 0,-1 4 9 0 0,0-1 0 0 0,0 0-1 0 0,-1 0 1 0 0,1 0 0 0 0,-1 0-1 0 0,0 1 1 0 0,0-1 0 0 0,0 0-1 0 0,-1 0 1 0 0,1 1 0 0 0,-1-1 0 0 0,-3-5-1 0 0,-2-2-209 0 0,-1 0-1 0 0,-11-14 1 0 0,15 21-116 0 0,0 0 0 0 0,0 0 0 0 0,0 0 0 0 0,-1 1 0 0 0,1-1 0 0 0,-1 1 0 0 0,0 0 0 0 0,-5-2 0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1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7370 0 0,'0'-1'229'0'0,"0"1"-1"0"0,0-1 1 0 0,0 0 0 0 0,0 1 0 0 0,0-1 0 0 0,0 1 0 0 0,1-1 0 0 0,-1 1 0 0 0,0-1 0 0 0,0 1 0 0 0,0-1 0 0 0,1 1 0 0 0,-1-1 0 0 0,0 1 0 0 0,1-1 0 0 0,-1 1 0 0 0,0-1 0 0 0,1 1 0 0 0,-1 0-1 0 0,1-1 1 0 0,-1 1 0 0 0,1-1 0 0 0,11-10 1974 0 0,15-7 621 0 0,-25 17-2660 0 0,0 0-1 0 0,1-1 0 0 0,-1 1 0 0 0,0 1 0 0 0,0-1 0 0 0,0 0 0 0 0,1 0 1 0 0,-1 1-1 0 0,0-1 0 0 0,1 1 0 0 0,3 0 0 0 0,-6 0-132 0 0,1 0 0 0 0,-1 0 0 0 0,0 0 0 0 0,1 0 0 0 0,-1 0 0 0 0,1 0 0 0 0,-1 0 0 0 0,0 1 0 0 0,0-1 0 0 0,1 0 0 0 0,-1 0 0 0 0,0 0 0 0 0,1 1 0 0 0,-1-1 0 0 0,0 0 0 0 0,0 0 0 0 0,1 1 0 0 0,-1-1 0 0 0,0 0 0 0 0,0 0 0 0 0,1 1 0 0 0,-1-1 0 0 0,0 0 0 0 0,0 1 0 0 0,0-1 0 0 0,0 0 0 0 0,0 1 0 0 0,1-1 0 0 0,-1 0 0 0 0,0 1 0 0 0,0 0 0 0 0,-3 14 379 0 0,-11 11-203 0 0,-27 25-632 0 0,43-52 403 0 0,-1 0 0 0 0,1 0-1 0 0,-1 0 1 0 0,1 0-1 0 0,0 0 1 0 0,-1 0-1 0 0,1 0 1 0 0,0 1 0 0 0,0-1-1 0 0,0 1 1 0 0,-1-1-1 0 0,1 1 1 0 0,0-1-1 0 0,0 1 1 0 0,0 0 0 0 0,0 0-1 0 0,0 0 1 0 0,0 0-1 0 0,0 1 1 0 0,-1-1-1 0 0,1 0 1 0 0,0 1-1 0 0,0 0 1 0 0,0-1 0 0 0,2 2-1 0 0,-2-1 36 0 0,0 0 0 0 0,0 1 0 0 0,0-1 0 0 0,-1 1 0 0 0,1-1 0 0 0,0 1 0 0 0,-1 0 0 0 0,1-1-1 0 0,-1 1 1 0 0,1 0 0 0 0,-1 0 0 0 0,0 0 0 0 0,0 0 0 0 0,0 0 0 0 0,0 1 0 0 0,0-1 0 0 0,-1 0 0 0 0,1 0 0 0 0,0 1-1 0 0,-1 3 1 0 0,1-3 89 0 0,-2 0-1 0 0,1 0 0 0 0,0 0 0 0 0,0 0 1 0 0,-1 0-1 0 0,0 0 0 0 0,0 0 1 0 0,1 0-1 0 0,-2-1 0 0 0,1 1 0 0 0,0 0 1 0 0,0 0-1 0 0,-1-1 0 0 0,0 1 1 0 0,1-1-1 0 0,-1 1 0 0 0,-4 2 0 0 0,3-1-32 0 0,0-1-1 0 0,0-1 0 0 0,-1 1 1 0 0,1 0-1 0 0,-1-1 0 0 0,0 0 1 0 0,1 0-1 0 0,-1 0 1 0 0,0 0-1 0 0,0-1 0 0 0,-8 3 1 0 0,11-4-107 0 0,1 0 1 0 0,0 0-1 0 0,-1 0 1 0 0,1 0-1 0 0,-1 0 1 0 0,1 0 0 0 0,-1 0-1 0 0,1 0 1 0 0,-1 0-1 0 0,1 0 1 0 0,-1 0 0 0 0,1 0-1 0 0,-1 0 1 0 0,1 0-1 0 0,-1 0 1 0 0,1-1-1 0 0,0 1 1 0 0,-1 0 0 0 0,1 0-1 0 0,-1 0 1 0 0,1-1-1 0 0,0 1 1 0 0,-1 0-1 0 0,1-1 1 0 0,-1 1 0 0 0,1 0-1 0 0,0-1 1 0 0,0 1-1 0 0,-1 0 1 0 0,1-1-1 0 0,0 1 1 0 0,-1-1 0 0 0,1 1-1 0 0,0 0 1 0 0,0-1-1 0 0,0 1 1 0 0,0-1-1 0 0,0 1 1 0 0,-1-1 0 0 0,1 1-1 0 0,0-1 1 0 0,0 1-1 0 0,0-1 1 0 0,0 1-1 0 0,0-1 1 0 0,0 1 0 0 0,1-1-1 0 0,-1-3-1041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18:18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20 12899 0 0,'0'-1'110'0'0,"0"0"0"0"0,0 0 0 0 0,0 1 1 0 0,0-1-1 0 0,0 0 0 0 0,0 0 0 0 0,0 1 1 0 0,0-1-1 0 0,0 0 0 0 0,0 1 0 0 0,-1-1 0 0 0,1 0 1 0 0,0 0-1 0 0,0 1 0 0 0,-1-1 0 0 0,1 0 0 0 0,-1 1 1 0 0,1-1-1 0 0,-1 1 0 0 0,1-1 0 0 0,-1 0 1 0 0,1 1-1 0 0,-1-1 0 0 0,1 1 0 0 0,-1-1 0 0 0,1 1 1 0 0,-1 0-1 0 0,-1-1 0 0 0,1 1 33 0 0,0 0 0 0 0,0 0 1 0 0,0 0-1 0 0,0 0 0 0 0,1 0 0 0 0,-1 0 0 0 0,0 0 0 0 0,0 1 1 0 0,0-1-1 0 0,0 0 0 0 0,0 1 0 0 0,0-1 0 0 0,0 0 1 0 0,0 1-1 0 0,1 0 0 0 0,-1-1 0 0 0,0 1 0 0 0,0-1 0 0 0,1 1 1 0 0,-1 0-1 0 0,0-1 0 0 0,0 2 0 0 0,-4 5 59 0 0,0 0 0 0 0,1 0 0 0 0,0 0 0 0 0,0 1 0 0 0,1-1 0 0 0,0 1-1 0 0,0 0 1 0 0,1 0 0 0 0,0 0 0 0 0,0 0 0 0 0,1 0 0 0 0,0 0 0 0 0,0 1 0 0 0,1-1 0 0 0,0 0-1 0 0,1 1 1 0 0,1 7 0 0 0,-2-14-157 0 0,0 0 0 0 0,1 0-1 0 0,0 0 1 0 0,-1 0 0 0 0,1 0-1 0 0,0 0 1 0 0,0 0 0 0 0,0-1-1 0 0,0 1 1 0 0,0 0 0 0 0,0-1-1 0 0,0 1 1 0 0,1 0 0 0 0,-1-1-1 0 0,1 0 1 0 0,-1 1-1 0 0,1-1 1 0 0,-1 0 0 0 0,1 0-1 0 0,2 2 1 0 0,-1-2-5 0 0,-1-1-1 0 0,1 1 1 0 0,0 0-1 0 0,0-1 0 0 0,0 1 1 0 0,0-1-1 0 0,0 0 1 0 0,0 0-1 0 0,0 0 1 0 0,-1 0-1 0 0,1 0 1 0 0,6-2-1 0 0,-4 1-53 0 0,0-1 0 0 0,0 1-1 0 0,-1-1 1 0 0,1 0 0 0 0,0 0 0 0 0,-1-1-1 0 0,1 0 1 0 0,-1 1 0 0 0,0-1 0 0 0,1-1-1 0 0,-2 1 1 0 0,1-1 0 0 0,0 1 0 0 0,-1-1-1 0 0,6-7 1 0 0,-8 7-10 0 0,0 1 0 0 0,0 0 0 0 0,0-1 0 0 0,0 1 0 0 0,-1-1 0 0 0,0 1 0 0 0,1-1 0 0 0,-1 1 0 0 0,0-1 0 0 0,-1 0 0 0 0,1 1 0 0 0,-1-1 0 0 0,1 1 0 0 0,-1 0 0 0 0,0-1 0 0 0,0 1 0 0 0,-1-1 0 0 0,1 1 0 0 0,-1 0 0 0 0,1 0 0 0 0,-4-4 0 0 0,2 2-279 0 0,0 0 0 0 0,-1 0 0 0 0,0 0 0 0 0,0 0 0 0 0,0 1 0 0 0,-1-1 0 0 0,0 1 0 0 0,1 0 0 0 0,-2 0-1 0 0,1 1 1 0 0,-7-4 0 0 0,4 3-6958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 15203 0 0,'-1'0'200'0'0,"1"0"0"0"0,0 0 0 0 0,0-1 1 0 0,0 1-1 0 0,0 0 0 0 0,0 0 0 0 0,-1-1 0 0 0,1 1 0 0 0,0 0 0 0 0,0 0 0 0 0,0-1 0 0 0,0 1 0 0 0,0 0 0 0 0,0 0 0 0 0,0-1 0 0 0,0 1 1 0 0,0 0-1 0 0,0 0 0 0 0,0-1 0 0 0,0 1 0 0 0,0 0 0 0 0,0-1 0 0 0,0 1 0 0 0,0 0 0 0 0,1 0 0 0 0,-1 0 0 0 0,0-1 0 0 0,0 1 1 0 0,0 0-1 0 0,0-1 0 0 0,1 1-146 0 0,-1 0 1 0 0,0 0 0 0 0,0 0 0 0 0,0 0-1 0 0,1 0 1 0 0,-1 0 0 0 0,0 0 0 0 0,0 0-1 0 0,0 0 1 0 0,1 0 0 0 0,-1 0-1 0 0,0 0 1 0 0,0 0 0 0 0,0 0 0 0 0,1 0-1 0 0,-1 0 1 0 0,0 0 0 0 0,0 0 0 0 0,0 0-1 0 0,1 0 1 0 0,-1 0 0 0 0,0 0 0 0 0,0 1-1 0 0,0-1 1 0 0,0 0 0 0 0,1 0-1 0 0,-1 0 1 0 0,0 0 0 0 0,0 0 0 0 0,0 0-1 0 0,0 1 1 0 0,0-1 0 0 0,0 0 0 0 0,1 0-1 0 0,-1 0 1 0 0,0 0 0 0 0,0 1 0 0 0,0-1-1 0 0,0 0 1 0 0,0 0 0 0 0,0 0 0 0 0,0 1-1 0 0,0-1 1 0 0,0 0 0 0 0,0 0-1 0 0,0 0 1 0 0,0 1 0 0 0,0-1 0 0 0,0 0-1 0 0,0 1 1 0 0,4 13 402 0 0,-1 0-1 0 0,-1 0 0 0 0,0 1 0 0 0,-1-1 1 0 0,-1 23-1 0 0,0-6 127 0 0,1-8-139 0 0,0-4-173 0 0,0-1 0 0 0,-1 0 0 0 0,-2 1 0 0 0,-3 23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18580 0 0,'1'2'331'0'0,"0"0"0"0"0,1 0 1 0 0,-1 0-1 0 0,0 0 0 0 0,0 0 1 0 0,0 0-1 0 0,-1 0 0 0 0,1 1 0 0 0,0-1 1 0 0,-1 3-1 0 0,1-3-21 0 0,0 1-163 0 0,3 10 891 0 0,-1-1 1 0 0,3 27-1 0 0,-6-37-1033 0 0,0 1 0 0 0,0-1 0 0 0,1 1 0 0 0,-2 0 0 0 0,1-1 0 0 0,0 1 1 0 0,0-1-1 0 0,-1 1 0 0 0,0 0 0 0 0,1-1 0 0 0,-1 1 0 0 0,0-1 0 0 0,0 0 0 0 0,-1 1 0 0 0,1-1 1 0 0,0 0-1 0 0,-1 0 0 0 0,1 0 0 0 0,-1 1 0 0 0,0-2 0 0 0,-3 4 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22 14747 0 0,'-1'-1'234'0'0,"1"0"0"0"0,0 0 0 0 0,-1 0 0 0 0,1 0 0 0 0,-1 0 0 0 0,1 0 0 0 0,-1 0-1 0 0,1 0 1 0 0,-1 0 0 0 0,0 0 0 0 0,1 0 0 0 0,-1 0 0 0 0,0 0 0 0 0,0 1 0 0 0,0-1 0 0 0,0 0 0 0 0,1 0 0 0 0,-1 1-1 0 0,0-1 1 0 0,0 1 0 0 0,0-1 0 0 0,-1 1 0 0 0,1-1 0 0 0,0 1 0 0 0,0 0 0 0 0,0-1 0 0 0,0 1 0 0 0,0 0 0 0 0,-2 0-1 0 0,1 0-142 0 0,1 1 0 0 0,-1-1-1 0 0,1 1 1 0 0,-1 0-1 0 0,1 0 1 0 0,0-1-1 0 0,-1 1 1 0 0,1 0 0 0 0,0 0-1 0 0,0 0 1 0 0,-1 0-1 0 0,1 1 1 0 0,0-1-1 0 0,0 0 1 0 0,0 0 0 0 0,1 1-1 0 0,-1-1 1 0 0,0 1-1 0 0,0-1 1 0 0,0 3-1 0 0,-5 10 95 0 0,2 0 1 0 0,0 1-1 0 0,0-1 0 0 0,2 1 0 0 0,-3 26 0 0 0,4-20 23 0 0,1 1 0 0 0,1 0-1 0 0,6 28 1 0 0,-6-44-65 0 0,0 0 0 0 0,0-1 0 0 0,1 1 0 0 0,0-1 0 0 0,1 0 0 0 0,-1 1 0 0 0,1-1 0 0 0,0 0 0 0 0,0 0 0 0 0,7 8 0 0 0,-8-11-99 0 0,-1-1 0 0 0,1 1 1 0 0,-1-1-1 0 0,1 0 0 0 0,0 0 0 0 0,0 0 0 0 0,-1 1 0 0 0,1-1 0 0 0,0-1 1 0 0,0 1-1 0 0,0 0 0 0 0,0 0 0 0 0,0-1 0 0 0,0 1 0 0 0,0-1 1 0 0,0 0-1 0 0,1 0 0 0 0,-1 0 0 0 0,0 0 0 0 0,0 0 0 0 0,0 0 0 0 0,0 0 1 0 0,0 0-1 0 0,0-1 0 0 0,0 1 0 0 0,0-1 0 0 0,0 0 0 0 0,0 0 1 0 0,0 0-1 0 0,0 1 0 0 0,0-2 0 0 0,3-1 0 0 0,-2 1-64 0 0,0 0 0 0 0,0-1-1 0 0,0 1 1 0 0,0 0 0 0 0,0-1 0 0 0,-1 0-1 0 0,1 0 1 0 0,-1 0 0 0 0,0 0 0 0 0,0 0-1 0 0,0 0 1 0 0,0-1 0 0 0,0 1 0 0 0,-1-1-1 0 0,1 1 1 0 0,0-7 0 0 0,-1 5-50 0 0,0 0 0 0 0,-1-1 0 0 0,0 1 0 0 0,0-1 0 0 0,0 1 0 0 0,-1 0 0 0 0,0-1 0 0 0,0 1 0 0 0,0 0 0 0 0,-4-8 0 0 0,-2-4-136 0 0,-1 1-1 0 0,0 0 1 0 0,-2 1-1 0 0,0 0 1 0 0,-21-26 0 0 0,23 33-78 0 0,0-1-1 0 0,0 1 1 0 0,-18-13 0 0 0,1 7-2994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 16355 0 0,'0'0'79'0'0,"0"0"0"0"0,-1 0 0 0 0,1 0-1 0 0,0 0 1 0 0,-1-1 0 0 0,1 1-1 0 0,0 0 1 0 0,-1 0 0 0 0,1 0-1 0 0,0 0 1 0 0,-1 0 0 0 0,1 0-1 0 0,0-1 1 0 0,0 1 0 0 0,-1 0-1 0 0,1 0 1 0 0,0-1 0 0 0,0 1-1 0 0,-1 0 1 0 0,1 0 0 0 0,0-1-1 0 0,0 1 1 0 0,0 0 0 0 0,-1 0-1 0 0,1-1 1 0 0,0 1 0 0 0,0 0-1 0 0,0-1 1 0 0,0 1 0 0 0,0 0-1 0 0,0-1 1 0 0,5-9 1884 0 0,14-5-532 0 0,-11 11-1257 0 0,-1 0 0 0 0,14-4-1 0 0,-19 8-149 0 0,-1-1-1 0 0,1 1 0 0 0,-1-1 1 0 0,1 1-1 0 0,-1 0 0 0 0,1-1 1 0 0,0 1-1 0 0,-1 0 0 0 0,1 0 1 0 0,-1 0-1 0 0,1 0 0 0 0,0 0 1 0 0,-1 1-1 0 0,1-1 0 0 0,-1 0 1 0 0,1 1-1 0 0,-1-1 0 0 0,1 1 1 0 0,-1 0-1 0 0,1-1 0 0 0,-1 1 1 0 0,2 1-1 0 0,-2-1-7 0 0,-1 0 0 0 0,1 0 1 0 0,-1 0-1 0 0,1 0 0 0 0,-1 0 0 0 0,1 0 0 0 0,-1 0 0 0 0,0 0 1 0 0,1 1-1 0 0,-1-1 0 0 0,0 0 0 0 0,0 0 0 0 0,0 0 1 0 0,0 0-1 0 0,0 1 0 0 0,0-1 0 0 0,0 0 0 0 0,0 0 1 0 0,-1 2-1 0 0,-7 24 150 0 0,5-20-96 0 0,-27 64 481 0 0,21-55-288 0 0,1 1-1 0 0,1 0 1 0 0,1 0 0 0 0,-6 27-1 0 0,12-42-206 0 0,-1 0 0 0 0,1-1 0 0 0,0 1 0 0 0,0 0 0 0 0,-1 0 0 0 0,1-1 0 0 0,1 1 0 0 0,-1 0 0 0 0,0 0 0 0 0,0-1 0 0 0,1 1 0 0 0,-1 0 0 0 0,1 0 0 0 0,-1-1 0 0 0,1 1-1 0 0,0-1 1 0 0,0 1 0 0 0,0 0 0 0 0,-1-1 0 0 0,2 1 0 0 0,1 2 0 0 0,-2-3-23 0 0,1-1-1 0 0,-1 1 1 0 0,1 0 0 0 0,0 0-1 0 0,-1-1 1 0 0,1 1 0 0 0,0-1-1 0 0,-1 1 1 0 0,1-1 0 0 0,0 0-1 0 0,0 0 1 0 0,-1 1 0 0 0,1-1-1 0 0,0 0 1 0 0,0-1 0 0 0,-1 1-1 0 0,1 0 1 0 0,0 0 0 0 0,0-1-1 0 0,-1 1 1 0 0,1-1 0 0 0,1 0-1 0 0,24-12-635 0 0,-12 2-3409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18436 0 0,'2'2'343'0'0,"-1"0"0"0"0,0 0 0 0 0,0 0 0 0 0,0 0 0 0 0,-1 1 0 0 0,1-1 0 0 0,-1 0 0 0 0,1 1 0 0 0,-1-1 0 0 0,0 1 0 0 0,0-1 0 0 0,0 3 0 0 0,1 0 78 0 0,-1 4 126 0 0,0 1 0 0 0,0 0 1 0 0,-1-1-1 0 0,-3 19 0 0 0,-2 0-3710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 17052 0 0,'0'0'77'0'0,"0"0"1"0"0,0 0-1 0 0,0 0 1 0 0,0-1-1 0 0,0 1 1 0 0,-1 0-1 0 0,1 0 1 0 0,0 0-1 0 0,0 0 1 0 0,0 0-1 0 0,0 0 1 0 0,0 0-1 0 0,0-1 1 0 0,0 1 0 0 0,-1 0-1 0 0,1 0 1 0 0,0 0-1 0 0,0 0 1 0 0,0 0-1 0 0,0 0 1 0 0,0 0-1 0 0,0 0 1 0 0,-1 0-1 0 0,1 0 1 0 0,0 0-1 0 0,0 0 1 0 0,0 0-1 0 0,0 0 1 0 0,0 0-1 0 0,-1 0 1 0 0,1 0-1 0 0,0 0 1 0 0,0 0-1 0 0,0 0 1 0 0,0 0 0 0 0,0 0-1 0 0,-1 0 1 0 0,1 0-1 0 0,0 0 1 0 0,0 0-1 0 0,0 0 1 0 0,0 0-1 0 0,0 1 1 0 0,-1-1-1 0 0,-7 8 1123 0 0,-5 10-359 0 0,7-6-584 0 0,0 1 0 0 0,2 0 0 0 0,-1 0 0 0 0,1 0 0 0 0,1 1 1 0 0,0 0-1 0 0,1-1 0 0 0,1 1 0 0 0,0 0 0 0 0,1 0 0 0 0,0 0 0 0 0,1-1 0 0 0,1 1 1 0 0,6 25-1 0 0,-7-36-167 0 0,0 1 0 0 0,0-1 1 0 0,1 0-1 0 0,-1 0 1 0 0,1 1-1 0 0,0-1 0 0 0,0 0 1 0 0,0 0-1 0 0,0-1 1 0 0,1 1-1 0 0,-1 0 0 0 0,1-1 1 0 0,-1 1-1 0 0,1-1 0 0 0,0 0 1 0 0,0 0-1 0 0,0 0 1 0 0,0 0-1 0 0,5 1 0 0 0,-6-2-68 0 0,1 0-1 0 0,0-1 0 0 0,0 1 0 0 0,0-1 0 0 0,0 0 1 0 0,0 1-1 0 0,0-1 0 0 0,0-1 0 0 0,0 1 0 0 0,0 0 1 0 0,0-1-1 0 0,0 1 0 0 0,0-1 0 0 0,0 0 0 0 0,-1 0 1 0 0,1 0-1 0 0,0 0 0 0 0,-1-1 0 0 0,1 1 0 0 0,0-1 1 0 0,-1 1-1 0 0,0-1 0 0 0,4-3 0 0 0,-3 1-61 0 0,1 1 0 0 0,-1-1 0 0 0,0 0-1 0 0,-1 0 1 0 0,1 0 0 0 0,-1 0 0 0 0,1-1-1 0 0,-1 1 1 0 0,0 0 0 0 0,-1-1 0 0 0,1 0 0 0 0,-1 1-1 0 0,0-1 1 0 0,0 0 0 0 0,-1 0 0 0 0,1 0 0 0 0,-1 1-1 0 0,0-1 1 0 0,0 0 0 0 0,-1 0 0 0 0,1 0 0 0 0,-3-7-1 0 0,0-1-159 0 0,-1-1 0 0 0,-1 1 0 0 0,0 0 0 0 0,-1 0 0 0 0,0 0-1 0 0,-13-19 1 0 0,17 28 78 0 0,-1 1 1 0 0,1-1-1 0 0,-1 1 0 0 0,0-1 0 0 0,0 1 0 0 0,0 0 0 0 0,-1 0 0 0 0,1 0 0 0 0,-1 0 0 0 0,1 1 0 0 0,-1-1 0 0 0,0 1 1 0 0,0 0-1 0 0,0 0 0 0 0,0 1 0 0 0,0-1 0 0 0,-1 1 0 0 0,1 0 0 0 0,0 0 0 0 0,-1 0 0 0 0,-6 0 0 0 0,1 1-291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63 13827 0 0,'0'-8'6110'0'0,"5"-2"-4216"0"0,8-6-1324 0 0,-9 12-453 0 0,0 1-1 0 0,0 0 1 0 0,1-1 0 0 0,-1 2 0 0 0,7-4 0 0 0,-9 5-95 0 0,-1 0 1 0 0,1 0-1 0 0,0 0 1 0 0,0 0 0 0 0,0 1-1 0 0,0-1 1 0 0,1 1-1 0 0,-1-1 1 0 0,0 1-1 0 0,0 0 1 0 0,0 0-1 0 0,0 0 1 0 0,0 0-1 0 0,0 0 1 0 0,0 1-1 0 0,3 0 1 0 0,-5-1-18 0 0,0 0 1 0 0,1 0-1 0 0,-1 0 0 0 0,1 1 0 0 0,-1-1 1 0 0,0 0-1 0 0,1 0 0 0 0,-1 1 0 0 0,0-1 1 0 0,1 0-1 0 0,-1 1 0 0 0,0-1 0 0 0,1 0 1 0 0,-1 1-1 0 0,0-1 0 0 0,0 0 1 0 0,1 1-1 0 0,-1-1 0 0 0,0 1 0 0 0,0-1 1 0 0,0 0-1 0 0,0 1 0 0 0,0-1 0 0 0,1 1 1 0 0,-1-1-1 0 0,0 1 0 0 0,-3 14 79 0 0,-13 12 58 0 0,9-17-74 0 0,0 0 0 0 0,-1-1 0 0 0,0 1 0 0 0,-1-2 0 0 0,-12 12 0 0 0,15-17-68 0 0,9-7 0 0 0,10-6 0 0 0,-10 9-16 0 0,0 0 0 0 0,0 0-1 0 0,0 0 1 0 0,0 1-1 0 0,0 0 1 0 0,0-1 0 0 0,0 1-1 0 0,0 0 1 0 0,0 0 0 0 0,0 1-1 0 0,-1-1 1 0 0,1 1 0 0 0,0-1-1 0 0,0 1 1 0 0,0 0 0 0 0,0 0-1 0 0,0 0 1 0 0,-1 1 0 0 0,1-1-1 0 0,0 1 1 0 0,-1-1 0 0 0,0 1-1 0 0,1 0 1 0 0,-1 0 0 0 0,0 0-1 0 0,0 0 1 0 0,0 0 0 0 0,0 1-1 0 0,2 2 1 0 0,-1-2-3 0 0,-1 0 0 0 0,0 1 0 0 0,0-1 0 0 0,-1 0 0 0 0,1 1 1 0 0,-1-1-1 0 0,1 1 0 0 0,-1-1 0 0 0,0 1 0 0 0,-1-1 0 0 0,1 1 0 0 0,0 0 0 0 0,-1 0 0 0 0,0-1 0 0 0,0 1 0 0 0,0 0 0 0 0,-1-1 1 0 0,1 1-1 0 0,-1 0 0 0 0,1-1 0 0 0,-1 1 0 0 0,-1 0 0 0 0,-1 4 0 0 0,1-5 119 0 0,-1 1 0 0 0,1-1 0 0 0,-1 1-1 0 0,0-1 1 0 0,0 0 0 0 0,0 0 0 0 0,0-1 0 0 0,0 1 0 0 0,-1-1 0 0 0,1 1-1 0 0,-1-1 1 0 0,0 0 0 0 0,0 0 0 0 0,0-1 0 0 0,0 1 0 0 0,0-1 0 0 0,-6 2 0 0 0,8-3-113 0 0,0 0 1 0 0,0 1 0 0 0,0-1-1 0 0,0 0 1 0 0,0 0-1 0 0,0 0 1 0 0,0 0 0 0 0,0-1-1 0 0,0 1 1 0 0,0 0 0 0 0,0-1-1 0 0,0 0 1 0 0,0 1 0 0 0,0-1-1 0 0,1 0 1 0 0,-1 0 0 0 0,0 0-1 0 0,0 0 1 0 0,1 0 0 0 0,-1-1-1 0 0,0 1 1 0 0,1 0 0 0 0,0-1-1 0 0,-1 1 1 0 0,1-1-1 0 0,0 1 1 0 0,0-1 0 0 0,-1 0-1 0 0,1 1 1 0 0,1-1 0 0 0,-1 0-1 0 0,0 0 1 0 0,0 0 0 0 0,1 0-1 0 0,-1 0 1 0 0,1 0 0 0 0,-1-4-1 0 0,0-3-842 0 0,2 5 286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21461 0 0,'-2'70'4261'0'0,"-4"-34"-4857"0"0,-5-4-6239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19268 0 0,'0'0'89'0'0,"0"-1"1"0"0,0 1-1 0 0,-1-1 0 0 0,1 1 0 0 0,0 0 0 0 0,0-1 1 0 0,0 1-1 0 0,0-1 0 0 0,-1 1 0 0 0,1 0 1 0 0,0-1-1 0 0,0 1 0 0 0,-1 0 0 0 0,1-1 1 0 0,0 1-1 0 0,0 0 0 0 0,-1 0 0 0 0,1-1 0 0 0,0 1 1 0 0,-1 0-1 0 0,1 0 0 0 0,0 0 0 0 0,-1-1 1 0 0,1 1-1 0 0,-1 0 0 0 0,1 0 0 0 0,0 0 0 0 0,-1 0 1 0 0,1 0-1 0 0,-1 0 0 0 0,0 0 8 0 0,0 0 0 0 0,1 0 0 0 0,-1 1 1 0 0,0-1-1 0 0,1 0 0 0 0,-1 1 0 0 0,0-1 0 0 0,1 1 0 0 0,-1-1 0 0 0,1 1 0 0 0,-1-1 0 0 0,1 1 0 0 0,-1 0 1 0 0,0 0-1 0 0,-2 3 77 0 0,1 1 1 0 0,-1-1 0 0 0,1 0-1 0 0,-2 6 1 0 0,1 2-27 0 0,0 1-1 0 0,1-1 1 0 0,0 0 0 0 0,1 1-1 0 0,0 0 1 0 0,2 13 0 0 0,0-6 98 0 0,2 0 0 0 0,0-1 0 0 0,6 23 0 0 0,-8-38-148 0 0,1 0 1 0 0,-1 0 0 0 0,1-1 0 0 0,0 1 0 0 0,0 0-1 0 0,0-1 1 0 0,0 1 0 0 0,0-1 0 0 0,1 1 0 0 0,0-1-1 0 0,0 0 1 0 0,4 4 0 0 0,-5-6-63 0 0,0 0 0 0 0,0 1-1 0 0,-1-1 1 0 0,1-1 0 0 0,0 1 0 0 0,0 0 0 0 0,0 0-1 0 0,0-1 1 0 0,0 1 0 0 0,0-1 0 0 0,0 1 0 0 0,0-1-1 0 0,1 0 1 0 0,-1 0 0 0 0,0 0 0 0 0,0 0 0 0 0,0 0 0 0 0,0-1-1 0 0,0 1 1 0 0,0-1 0 0 0,0 1 0 0 0,0-1 0 0 0,0 0-1 0 0,0 1 1 0 0,0-1 0 0 0,2-2 0 0 0,-1 2-70 0 0,0-1 0 0 0,0 0-1 0 0,0 0 1 0 0,0-1 0 0 0,0 1 0 0 0,-1 0 0 0 0,1-1 0 0 0,-1 0 0 0 0,0 1 0 0 0,0-1-1 0 0,0 0 1 0 0,0 0 0 0 0,0 0 0 0 0,-1-1 0 0 0,3-5 0 0 0,-3 3-8 0 0,0 1 0 0 0,0 0 1 0 0,0 0-1 0 0,-1 0 0 0 0,0-1 1 0 0,0 1-1 0 0,0 0 0 0 0,-1-1 0 0 0,-2-8 1 0 0,-1 0-57 0 0,0 0 0 0 0,-2 1 1 0 0,1 0-1 0 0,-2 0 0 0 0,0 0 0 0 0,-16-23 1 0 0,20 33 2 0 0,1 0 0 0 0,-1 0 0 0 0,1 0 0 0 0,-1 0 0 0 0,0 1 0 0 0,0-1 0 0 0,0 1 0 0 0,0 0 0 0 0,-1 0 0 0 0,1 0 0 0 0,0 0-1 0 0,-1 0 1 0 0,-5-1 0 0 0,-18-2-3001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 12443 0 0,'-4'-9'3247'0'0,"7"5"1131"0"0,3 8-761 0 0,-1 3-3977 0 0,-1 2 629 0 0,-1 0 1 0 0,0 1-1 0 0,-1-1 1 0 0,0 1-1 0 0,0 0 1 0 0,0 17-1 0 0,-1-5 404 0 0,-5 42 1 0 0,-11 11-1277 0 0,16-72-2064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19956 0 0,'1'2'222'0'0,"0"0"0"0"0,0 1 0 0 0,-1-1-1 0 0,1 0 1 0 0,-1 0 0 0 0,0 0 0 0 0,1 1 0 0 0,-1-1 0 0 0,-1 4-1 0 0,2-1 163 0 0,0 26 262 0 0,-4 50 0 0 0,3-79-2629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 18372 0 0,'0'0'94'0'0,"-1"-1"0"0"0,0 1 0 0 0,1 0 0 0 0,-1 0 0 0 0,0 0 0 0 0,1 1 0 0 0,-1-1-1 0 0,0 0 1 0 0,1 0 0 0 0,-1 0 0 0 0,0 0 0 0 0,1 0 0 0 0,-1 1 0 0 0,1-1 0 0 0,-1 0 0 0 0,1 1 0 0 0,-1-1 0 0 0,0 0 0 0 0,1 1 0 0 0,-1-1 0 0 0,1 1 0 0 0,-1-1 0 0 0,1 1 0 0 0,0-1 0 0 0,-1 1 0 0 0,1-1-1 0 0,-1 1 1 0 0,1 0 0 0 0,-11 18 856 0 0,7-9-750 0 0,1 0 0 0 0,1 0 0 0 0,-1 0 0 0 0,2 1 0 0 0,-1-1 0 0 0,1 0 0 0 0,1 1 0 0 0,1 15 0 0 0,-1-17-108 0 0,1-1-1 0 0,1 1 1 0 0,-1-1-1 0 0,1 1 1 0 0,1-1-1 0 0,0 0 1 0 0,0 0 0 0 0,0 0-1 0 0,1-1 1 0 0,9 14-1 0 0,-12-19-77 0 0,1 1-1 0 0,0-1 1 0 0,0 0 0 0 0,0 0-1 0 0,0 0 1 0 0,0-1-1 0 0,1 1 1 0 0,-1 0 0 0 0,0-1-1 0 0,1 0 1 0 0,-1 1-1 0 0,1-1 1 0 0,-1 0-1 0 0,1 0 1 0 0,0-1 0 0 0,-1 1-1 0 0,1 0 1 0 0,0-1-1 0 0,3 1 1 0 0,-2-2 22 0 0,-1 1 1 0 0,1 0-1 0 0,0-1 0 0 0,0 0 1 0 0,0 0-1 0 0,0 0 0 0 0,-1 0 1 0 0,1-1-1 0 0,0 1 0 0 0,-1-1 1 0 0,0 0-1 0 0,6-3 0 0 0,-5 1-3 0 0,1 1-1 0 0,-1 0 1 0 0,0-1-1 0 0,0 0 1 0 0,-1 0-1 0 0,1 0 0 0 0,-1 0 1 0 0,0-1-1 0 0,0 1 1 0 0,0-1-1 0 0,0 0 0 0 0,-1 0 1 0 0,0 0-1 0 0,0 0 1 0 0,0 0-1 0 0,-1 0 0 0 0,0-1 1 0 0,0 1-1 0 0,1-10 1 0 0,-3 6-110 0 0,0 0 0 0 0,-1 0-1 0 0,0 1 1 0 0,-1-1 0 0 0,0 1 0 0 0,0-1 0 0 0,0 1 0 0 0,-1 0 0 0 0,-1 0 0 0 0,1 1 0 0 0,-7-9 0 0 0,7 11 11 0 0,1 1 0 0 0,-1 0 0 0 0,0-1 0 0 0,0 1 0 0 0,-1 1 1 0 0,1-1-1 0 0,-1 1 0 0 0,0-1 0 0 0,1 1 0 0 0,-2 1 0 0 0,1-1 0 0 0,0 1 0 0 0,0 0 0 0 0,-1 0 0 0 0,1 0 0 0 0,-1 1 0 0 0,-11-2 1 0 0,10 3-473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56 13363 0 0,'0'0'35'0'0,"0"0"1"0"0,-1 0-1 0 0,1 0 0 0 0,0 0 0 0 0,0 0 1 0 0,0 0-1 0 0,-1 0 0 0 0,1 0 1 0 0,0 0-1 0 0,0 0 0 0 0,-1 0 1 0 0,1 0-1 0 0,0 0 0 0 0,0 0 1 0 0,0 0-1 0 0,-1 0 0 0 0,1 0 1 0 0,0 0-1 0 0,0 0 0 0 0,0-1 1 0 0,-1 1-1 0 0,1 0 0 0 0,0 0 1 0 0,0 0-1 0 0,0 0 0 0 0,-1 0 1 0 0,1-1-1 0 0,0 1 0 0 0,0 0 1 0 0,0 0-1 0 0,0 0 0 0 0,0 0 1 0 0,0-1-1 0 0,-1 1 0 0 0,1 0 1 0 0,0 0-1 0 0,0 0 0 0 0,0-1 1 0 0,0 1-1 0 0,0 0 0 0 0,0 0 1 0 0,0-1-1 0 0,0 1 0 0 0,0 0 0 0 0,0 0 1 0 0,0 0-1 0 0,0-1 0 0 0,8-12 3005 0 0,19-13 1610 0 0,-26 25-4609 0 0,0 0-26 0 0,0 0 1 0 0,0 0-1 0 0,0 0 1 0 0,0 1-1 0 0,0-1 1 0 0,0 0-1 0 0,0 1 1 0 0,0-1-1 0 0,0 1 0 0 0,0-1 1 0 0,0 1-1 0 0,0-1 1 0 0,0 1-1 0 0,1 0 1 0 0,-1 0-1 0 0,2-1 1 0 0,-2 1-8 0 0,-1 1 1 0 0,1-1 0 0 0,-1 1-1 0 0,1-1 1 0 0,-1 1 0 0 0,1-1 0 0 0,-1 1-1 0 0,1-1 1 0 0,-1 1 0 0 0,0-1-1 0 0,1 1 1 0 0,-1-1 0 0 0,0 1 0 0 0,0-1-1 0 0,1 1 1 0 0,-1 0 0 0 0,0-1-1 0 0,0 1 1 0 0,0 0 0 0 0,0-1 0 0 0,0 1-1 0 0,0-1 1 0 0,0 1 0 0 0,0 0-1 0 0,0-1 1 0 0,0 1 0 0 0,0 0-1 0 0,0-1 1 0 0,0 1 0 0 0,0 0 0 0 0,-1 0-1 0 0,-26 138 355 0 0,0 1 728 0 0,26-138-1067 0 0,1 0 1 0 0,0 1-1 0 0,0-1 1 0 0,0 0-1 0 0,0 0 1 0 0,0 0-1 0 0,0 0 1 0 0,1 0-1 0 0,0 3 0 0 0,-1-5-16 0 0,0 0-1 0 0,0 0 0 0 0,0 0 1 0 0,0 1-1 0 0,0-1 0 0 0,1 0 1 0 0,-1 0-1 0 0,0 0 0 0 0,0 1 0 0 0,0-1 1 0 0,0 0-1 0 0,1 0 0 0 0,-1 0 1 0 0,0 0-1 0 0,0 0 0 0 0,1 1 0 0 0,-1-1 1 0 0,0 0-1 0 0,0 0 0 0 0,0 0 1 0 0,1 0-1 0 0,-1 0 0 0 0,0 0 1 0 0,0 0-1 0 0,1 0 0 0 0,-1 0 0 0 0,0 0 1 0 0,1 0-1 0 0,11-6 145 0 0,-8 2-291 0 0,31-20 638 0 0,-32 22-721 0 0,0 1 0 0 0,-1 0 0 0 0,1 0 0 0 0,0 0 1 0 0,0 0-1 0 0,0 0 0 0 0,0 0 0 0 0,0 1 1 0 0,0-1-1 0 0,0 1 0 0 0,5 0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 17508 0 0,'-1'-1'134'0'0,"0"1"1"0"0,1-1-1 0 0,-1 1 1 0 0,0 0-1 0 0,1-1 1 0 0,-1 1-1 0 0,0 0 1 0 0,0 0-1 0 0,0-1 1 0 0,1 1-1 0 0,-1 0 1 0 0,0 0-1 0 0,0 0 1 0 0,0 0-1 0 0,1 0 1 0 0,-1 0-1 0 0,0 0 1 0 0,0 0-1 0 0,0 1 1 0 0,1-1-1 0 0,-1 0 1 0 0,0 0-1 0 0,0 1 1 0 0,1-1-1 0 0,-1 0 1 0 0,0 1-1 0 0,1-1 1 0 0,-1 1-1 0 0,0-1 1 0 0,1 1-1 0 0,-1-1 1 0 0,-1 2-1 0 0,-1 1 29 0 0,1-1 0 0 0,-1 1 0 0 0,0 0 0 0 0,1 0 0 0 0,-4 4 0 0 0,2 2-28 0 0,0 0 1 0 0,0 0 0 0 0,1 0-1 0 0,0 0 1 0 0,1 0 0 0 0,-1 1 0 0 0,2-1-1 0 0,0 1 1 0 0,-1 15 0 0 0,2-11 75 0 0,1 0 0 0 0,0 0 0 0 0,1-1 0 0 0,0 1 1 0 0,1 0-1 0 0,6 13 0 0 0,-8-23-144 0 0,0-1 0 0 0,1 1 0 0 0,-1-1 0 0 0,1 0 0 0 0,0 0 0 0 0,0 0 0 0 0,0 0 0 0 0,0 0 0 0 0,1 0 0 0 0,-1-1 0 0 0,1 1 0 0 0,0-1 0 0 0,-1 0 0 0 0,1 1 0 0 0,6 2 0 0 0,-7-4-34 0 0,0-1 1 0 0,0 1-1 0 0,0 0 0 0 0,0-1 0 0 0,0 0 0 0 0,0 1 0 0 0,1-1 0 0 0,-1 0 0 0 0,0 0 0 0 0,0 0 0 0 0,0 0 0 0 0,0 0 1 0 0,0-1-1 0 0,0 1 0 0 0,1-1 0 0 0,-1 1 0 0 0,0-1 0 0 0,0 0 0 0 0,0 0 0 0 0,-1 0 0 0 0,1 0 0 0 0,0 0 0 0 0,0 0 1 0 0,0-1-1 0 0,-1 1 0 0 0,1 0 0 0 0,2-4 0 0 0,0 1-61 0 0,-1-1 0 0 0,1 1 0 0 0,-1-1 0 0 0,0 0 0 0 0,-1 0 0 0 0,1 0 0 0 0,-1 0 0 0 0,0 0 0 0 0,0-1 0 0 0,-1 1 0 0 0,1-1 0 0 0,-1 0 0 0 0,0 1 0 0 0,-1-1 1 0 0,1 1-1 0 0,-1-1 0 0 0,0 0 0 0 0,-1 0 0 0 0,1 1 0 0 0,-1-1 0 0 0,-2-6 0 0 0,0 0-47 0 0,0 1 0 0 0,-1-1 0 0 0,-1 1 0 0 0,1 0 0 0 0,-2 1 0 0 0,1-1 0 0 0,-2 1 0 0 0,1 0 1 0 0,-11-11-1 0 0,14 18-47 0 0,0 0 0 0 0,0 0 1 0 0,0 0-1 0 0,-1 1 0 0 0,1-1 0 0 0,-1 1 1 0 0,0 0-1 0 0,1 0 0 0 0,-6-2 1 0 0,7 3-299 0 0,0 1 0 0 0,-1-1 0 0 0,1 1 0 0 0,0-1 1 0 0,-1 1-1 0 0,1 0 0 0 0,0 0 0 0 0,-1 0 0 0 0,1 0 1 0 0,0 0-1 0 0,-3 1 0 0 0,2-1-867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77 13363 0 0,'0'-1'314'0'0,"-1"1"0"0"0,0-1 0 0 0,0 0 1 0 0,0 1-1 0 0,1-1 0 0 0,-1 0 0 0 0,0 1 0 0 0,1-1 0 0 0,-1 0 1 0 0,1 0-1 0 0,-1 0 0 0 0,1 0 0 0 0,-1 0 0 0 0,1 1 0 0 0,0-1 1 0 0,-1 0-1 0 0,1 0 0 0 0,0 0 0 0 0,-1-2 0 0 0,1 2-87 0 0,0-1 1 0 0,1 0-1 0 0,-1 1 0 0 0,0-1 0 0 0,0 0 0 0 0,1 1 0 0 0,-1-1 0 0 0,1 0 0 0 0,-1 1 0 0 0,2-3 0 0 0,0 0-122 0 0,0 1-1 0 0,1 0 1 0 0,-1 0-1 0 0,0 0 1 0 0,1 0-1 0 0,0 0 1 0 0,-1 1-1 0 0,1-1 0 0 0,4-2 1 0 0,-6 4-102 0 0,0 1 0 0 0,0-1 0 0 0,0 0 0 0 0,0 1 0 0 0,0-1 0 0 0,0 1 0 0 0,0-1 0 0 0,0 1 0 0 0,0 0-1 0 0,0-1 1 0 0,0 1 0 0 0,0 0 0 0 0,0 0 0 0 0,0 0 0 0 0,0 0 0 0 0,0-1 0 0 0,0 2 0 0 0,0-1 0 0 0,1 0 0 0 0,-1 0 0 0 0,0 0 0 0 0,0 0 0 0 0,0 1 0 0 0,1 0 0 0 0,-1 0-1 0 0,0 0 1 0 0,0 0 0 0 0,-1 0-1 0 0,1 0 1 0 0,-1 0-1 0 0,1 0 1 0 0,-1 0-1 0 0,1 0 1 0 0,-1 0 0 0 0,0 0-1 0 0,1 1 1 0 0,-1-1-1 0 0,0 0 1 0 0,0 0 0 0 0,0 0-1 0 0,0 1 1 0 0,0-1-1 0 0,0 0 1 0 0,0 0 0 0 0,0 0-1 0 0,-1 1 1 0 0,0 0-1 0 0,-1 9 55 0 0,-1-1-1 0 0,-1 1 0 0 0,0-1 0 0 0,-1 0 0 0 0,1-1 1 0 0,-9 12-1 0 0,-5 12 156 0 0,19-35-230 0 0,-1 1-1 0 0,1 0 1 0 0,0-1 0 0 0,0 1 0 0 0,0 0-1 0 0,0-1 1 0 0,0 1 0 0 0,0 0 0 0 0,0 0-1 0 0,0 0 1 0 0,0 0 0 0 0,1 0-1 0 0,-1 0 1 0 0,0 0 0 0 0,0 1 0 0 0,1-1-1 0 0,-1 0 1 0 0,1 1 0 0 0,-1-1 0 0 0,1 1-1 0 0,-1-1 1 0 0,1 1 0 0 0,-1 0 0 0 0,1 0-1 0 0,-1 0 1 0 0,1 0 0 0 0,-1 0 0 0 0,1 0-1 0 0,0 0 1 0 0,-1 0 0 0 0,1 0 0 0 0,1 1-1 0 0,-1 0 15 0 0,0 0-1 0 0,0 0 1 0 0,0 0-1 0 0,0 0 0 0 0,-1 0 1 0 0,1 0-1 0 0,0 1 1 0 0,-1-1-1 0 0,1 0 0 0 0,0 1 1 0 0,-1 0-1 0 0,0-1 1 0 0,1 1-1 0 0,-1 0 0 0 0,0 0 1 0 0,0-1-1 0 0,0 1 1 0 0,0 0-1 0 0,0 0 0 0 0,-1 0 1 0 0,1 0-1 0 0,-1 0 0 0 0,1 0 1 0 0,-1 4-1 0 0,1-1 77 0 0,-1 0 0 0 0,-1 0 0 0 0,1 0 0 0 0,-1 0 0 0 0,0 0 1 0 0,0 0-1 0 0,0 0 0 0 0,-1 0 0 0 0,0 0 0 0 0,0 0 0 0 0,0-1 0 0 0,-5 8 0 0 0,5-9-26 0 0,1 0 0 0 0,-1 0 0 0 0,0-1 1 0 0,0 1-1 0 0,-1-1 0 0 0,1 1 0 0 0,0-1 1 0 0,-1 0-1 0 0,1 0 0 0 0,-1 0 0 0 0,0 0 0 0 0,0-1 1 0 0,0 1-1 0 0,0-1 0 0 0,0 1 0 0 0,0-1 1 0 0,0 0-1 0 0,0 0 0 0 0,0-1 0 0 0,-7 2 0 0 0,9-2-143 0 0,0-1 0 0 0,-1 1 0 0 0,1 0 0 0 0,0 0 0 0 0,0-1 0 0 0,0 1 0 0 0,0-1 0 0 0,0 1 0 0 0,0-1 0 0 0,0 1 0 0 0,0-1 0 0 0,0 1 0 0 0,0-1 0 0 0,0 0 0 0 0,0 0-1 0 0,0 0 1 0 0,0 1 0 0 0,0-1 0 0 0,1 0 0 0 0,-1 0 0 0 0,0 0 0 0 0,1 0 0 0 0,-1 0 0 0 0,0 0 0 0 0,1 0 0 0 0,-1-2 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 14747 0 0,'0'0'22'0'0,"0"0"-1"0"0,0 0 1 0 0,0 0-1 0 0,-1 0 1 0 0,1 0-1 0 0,0 0 1 0 0,0-1-1 0 0,0 1 1 0 0,0 0-1 0 0,0 0 1 0 0,0 0-1 0 0,0 0 1 0 0,0 0-1 0 0,0 0 1 0 0,0 0-1 0 0,0 0 1 0 0,0 0-1 0 0,0 0 0 0 0,-1-1 1 0 0,1 1-1 0 0,0 0 1 0 0,0 0-1 0 0,0 0 1 0 0,0 0-1 0 0,0 0 1 0 0,0 0-1 0 0,0 0 1 0 0,-1 0-1 0 0,1 0 1 0 0,0 0-1 0 0,0 0 1 0 0,0 0-1 0 0,0 0 1 0 0,0 0-1 0 0,0 0 1 0 0,0 0-1 0 0,-1 0 1 0 0,1 0-1 0 0,0 0 1 0 0,0 0-1 0 0,0 0 1 0 0,0 0-1 0 0,0 0 1 0 0,0 0-1 0 0,0 1 1 0 0,-8 4 880 0 0,-5 8 907 0 0,7-4-1403 0 0,0 0 0 0 0,1 1 1 0 0,0-1-1 0 0,0 1 0 0 0,1 0 1 0 0,1 1-1 0 0,0-1 0 0 0,0 1 1 0 0,-1 11-1 0 0,2-6-152 0 0,0 0 0 0 0,1 0 0 0 0,1 0 0 0 0,1 0 0 0 0,3 25 0 0 0,-3-38-178 0 0,-1 0 0 0 0,1 0 0 0 0,0 0-1 0 0,0 0 1 0 0,1 0 0 0 0,-1 0 0 0 0,0 0-1 0 0,1 0 1 0 0,0 0 0 0 0,0 0 0 0 0,0-1-1 0 0,0 1 1 0 0,0-1 0 0 0,0 0 0 0 0,0 1-1 0 0,1-1 1 0 0,-1 0 0 0 0,1 0 0 0 0,0-1-1 0 0,3 3 1 0 0,-4-3-52 0 0,0-1 0 0 0,1 1 0 0 0,0 0 0 0 0,-1-1 1 0 0,1 1-1 0 0,-1-1 0 0 0,1 0 0 0 0,0 1 0 0 0,-1-1 0 0 0,1-1 0 0 0,-1 1 1 0 0,1 0-1 0 0,0-1 0 0 0,-1 1 0 0 0,1-1 0 0 0,-1 0 0 0 0,1 0 0 0 0,-1 0 0 0 0,0 0 1 0 0,1 0-1 0 0,-1 0 0 0 0,0-1 0 0 0,0 1 0 0 0,0-1 0 0 0,3-2 0 0 0,-2 1-26 0 0,1 0-1 0 0,-1-1 1 0 0,0 1-1 0 0,0-1 0 0 0,0 0 1 0 0,0 0-1 0 0,-1 0 1 0 0,0-1-1 0 0,1 1 0 0 0,-2 0 1 0 0,1-1-1 0 0,1-7 1 0 0,-1 5-30 0 0,-1 0 0 0 0,0-1 0 0 0,-1 1 1 0 0,0 0-1 0 0,0-1 0 0 0,0 1 0 0 0,-3-12 1 0 0,0 5-79 0 0,-1-1 0 0 0,-1 1 0 0 0,0 0 0 0 0,-1 0 0 0 0,0 1 0 0 0,-1 0 0 0 0,-15-20 0 0 0,21 30 55 0 0,-1 0-1 0 0,0 0 1 0 0,0 0-1 0 0,-1 1 0 0 0,1 0 1 0 0,0-1-1 0 0,-1 1 1 0 0,0 0-1 0 0,1 0 0 0 0,-1 0 1 0 0,0 0-1 0 0,0 1 1 0 0,0-1-1 0 0,0 1 1 0 0,0 0-1 0 0,0-1 0 0 0,0 1 1 0 0,-4 0-1 0 0,1 1-80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 8754 0 0,'-3'-13'4413'0'0,"3"12"-4104"0"0,-1 1 0 0 0,1 0 0 0 0,0-1 0 0 0,0 1 0 0 0,0-1 0 0 0,0 1 0 0 0,0 0 0 0 0,0-1 0 0 0,0 1 0 0 0,-1-1 0 0 0,1 1 0 0 0,0 0 0 0 0,0-1 0 0 0,0 1 0 0 0,1-1 0 0 0,-1 1 0 0 0,0 0 0 0 0,0-1 0 0 0,0 1 0 0 0,0-1 0 0 0,0 1 0 0 0,0 0 0 0 0,1-1 0 0 0,-1 1 0 0 0,0-1 0 0 0,2 2-159 0 0,-1 1 0 0 0,0 0 1 0 0,0-1-1 0 0,0 1 1 0 0,-1-1-1 0 0,1 1 0 0 0,0 0 1 0 0,-1 0-1 0 0,1-1 1 0 0,-1 1-1 0 0,1 0 1 0 0,-1 0-1 0 0,0 0 0 0 0,0 3 1 0 0,1-1 61 0 0,12 127 1809 0 0,-3-15-41 0 0,-10-116-2001 0 0,0 0 0 0 0,0 0 1 0 0,0-1-1 0 0,0 1 0 0 0,0 0 0 0 0,1 0 0 0 0,-1 0 1 0 0,0 0-1 0 0,0 0 0 0 0,0 0 0 0 0,0 0 1 0 0,0 0-1 0 0,0 0 0 0 0,0 0 0 0 0,0 0 1 0 0,0 0-1 0 0,0 0 0 0 0,0 0 0 0 0,0 0 0 0 0,0 0 1 0 0,1 0-1 0 0,-1 0 0 0 0,0 0 0 0 0,0 0 1 0 0,0 1-1 0 0,0-1 0 0 0,0 0 0 0 0,0 0 0 0 0,0 0 1 0 0,0 0-1 0 0,0 0 0 0 0,0 0 0 0 0,0 0 1 0 0,0 0-1 0 0,0 0 0 0 0,0 0 0 0 0,0 0 0 0 0,0 0 1 0 0,0 0-1 0 0,0 0 0 0 0,0 0 0 0 0,0 0 1 0 0,0 0-1 0 0,1 1 0 0 0,-1-1 0 0 0,0 0 0 0 0,0 0 1 0 0,0 0-1 0 0,0 0 0 0 0,0 0 0 0 0,0 0 1 0 0,0 0-1 0 0,0 0 0 0 0,0 0 0 0 0,0 0 1 0 0,-1 0-1 0 0,1 0 0 0 0,0 0 0 0 0,0 1 0 0 0,0-1 1 0 0,0 0-1 0 0,0 0 0 0 0,0 0 0 0 0,0 0 1 0 0,0 0-1 0 0,0 0 0 0 0,0 0 0 0 0,3-7-1254 0 0,1-12-1372 0 0,-2 11 1156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 19356 0 0,'-1'0'97'0'0,"1"0"0"0"0,-1-1-1 0 0,1 1 1 0 0,-1 0 0 0 0,1 0-1 0 0,-1 0 1 0 0,1 0 0 0 0,-1 0 0 0 0,1 0-1 0 0,-1 0 1 0 0,1 0 0 0 0,-1 0-1 0 0,1 0 1 0 0,-1 0 0 0 0,0 0-1 0 0,1 0 1 0 0,-1 1 0 0 0,1-1 0 0 0,-1 0-1 0 0,1 0 1 0 0,-1 1 0 0 0,1-1-1 0 0,-1 0 1 0 0,1 1 0 0 0,-13 13 694 0 0,-2 17-198 0 0,11-19-386 0 0,0-1-1 0 0,1 1 1 0 0,1 0-1 0 0,0 0 0 0 0,0-1 1 0 0,1 1-1 0 0,1 16 1 0 0,1-18-22 0 0,0 0 0 0 0,0 0 0 0 0,1 0 1 0 0,0 0-1 0 0,0 0 0 0 0,1 0 0 0 0,1-1 0 0 0,0 1 1 0 0,4 8-1 0 0,-6-16-118 0 0,-1 1 0 0 0,1-1-1 0 0,0 0 1 0 0,-1 0 0 0 0,1 0 0 0 0,0 0 0 0 0,0 0 0 0 0,0 0 0 0 0,0-1 0 0 0,1 1 0 0 0,-1-1 0 0 0,0 1 0 0 0,1-1 0 0 0,-1 0 0 0 0,1 0 0 0 0,-1 0-1 0 0,1 0 1 0 0,-1-1 0 0 0,1 1 0 0 0,0-1 0 0 0,-1 1 0 0 0,1-1 0 0 0,0 0 0 0 0,0 0 0 0 0,-1 0 0 0 0,1 0 0 0 0,0-1 0 0 0,-1 1 0 0 0,1-1-1 0 0,4-1 1 0 0,-4 1-78 0 0,0 0 1 0 0,0 0-1 0 0,-1-1 0 0 0,1 1 0 0 0,0-1 0 0 0,-1 1 0 0 0,0-1 0 0 0,1 0 0 0 0,-1 0 0 0 0,0 0 0 0 0,0 0 0 0 0,0-1 0 0 0,0 1 0 0 0,0-1 0 0 0,0 1 0 0 0,-1-1 0 0 0,1 1 0 0 0,-1-1 1 0 0,0 0-1 0 0,0 0 0 0 0,0 0 0 0 0,0 0 0 0 0,0 1 0 0 0,-1-1 0 0 0,1 0 0 0 0,-1 0 0 0 0,0-5 0 0 0,0 0-77 0 0,-2-1 0 0 0,1 1 0 0 0,-1-1 0 0 0,0 1 0 0 0,-1 0-1 0 0,-5-13 1 0 0,-27-46-323 0 0,21 40 196 0 0,6 13-519 0 0,-12-22 775 0 0,18 34-1060 0 0,1 0 0 0 0,-1 0 0 0 0,0 0 0 0 0,0 0 0 0 0,0 1-1 0 0,0-1 1 0 0,-3-2 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14747 0 0,'0'0'193'0'0,"-1"-1"1"0"0,1 1-1 0 0,0-1 0 0 0,0 1 0 0 0,0-1 1 0 0,0 0-1 0 0,-1 1 0 0 0,1-1 0 0 0,0 1 1 0 0,0-1-1 0 0,0 0 0 0 0,0 1 0 0 0,0-1 1 0 0,0 1-1 0 0,0-1 0 0 0,1 0 0 0 0,-1 1 1 0 0,0-1-1 0 0,0 1 0 0 0,0-1 0 0 0,1 1 1 0 0,-1-1-1 0 0,0 1 0 0 0,0-1 0 0 0,1 1 1 0 0,-1-1-1 0 0,1 1 0 0 0,-1-1 0 0 0,0 1 1 0 0,1-1-1 0 0,-1 1 0 0 0,1 0 0 0 0,-1-1 1 0 0,1 1-1 0 0,0-1 0 0 0,19-13 908 0 0,-11 9-928 0 0,1 1 1 0 0,15-5 0 0 0,-22 8-157 0 0,-1 0 1 0 0,1 0-1 0 0,-1 1 1 0 0,0-1 0 0 0,1 1-1 0 0,-1 0 1 0 0,1 0-1 0 0,0 0 1 0 0,-1 0 0 0 0,1 0-1 0 0,-1 0 1 0 0,1 1 0 0 0,-1-1-1 0 0,0 1 1 0 0,1 0-1 0 0,3 1 1 0 0,-5-1-18 0 0,-1 0-1 0 0,1 0 1 0 0,0-1-1 0 0,-1 1 1 0 0,1 0-1 0 0,0 0 1 0 0,-1 0 0 0 0,1 0-1 0 0,-1 0 1 0 0,0 0-1 0 0,1 0 1 0 0,-1 0-1 0 0,0 0 1 0 0,0 0 0 0 0,1 0-1 0 0,-1 0 1 0 0,0 0-1 0 0,0 0 1 0 0,0 0-1 0 0,0 0 1 0 0,0 0 0 0 0,-1 0-1 0 0,1 0 1 0 0,0 0-1 0 0,0 0 1 0 0,-1 0-1 0 0,1 0 1 0 0,-1 1-1 0 0,-14 31-36 0 0,13-29 35 0 0,-26 44 528 0 0,15-28 83 0 0,-18 41 0 0 0,30-60-585 0 0,1 0-1 0 0,-1 0 1 0 0,1 1-1 0 0,-1-1 1 0 0,1 0-1 0 0,-1 0 1 0 0,1 1-1 0 0,0-1 1 0 0,0 0-1 0 0,-1 1 1 0 0,1-1-1 0 0,0 0 0 0 0,0 1 1 0 0,0-1-1 0 0,1 0 1 0 0,-1 1-1 0 0,0-1 1 0 0,0 0-1 0 0,1 0 1 0 0,-1 1-1 0 0,1-1 1 0 0,-1 0-1 0 0,1 0 1 0 0,0 1-1 0 0,-1-1 1 0 0,1 0-1 0 0,1 2 0 0 0,1-2 83 0 0,0 1 0 0 0,0 0-1 0 0,0-1 1 0 0,0 1-1 0 0,0-1 1 0 0,0 0-1 0 0,0 0 1 0 0,0 0-1 0 0,6 1 1 0 0,3 0 172 0 0,-1 0 0 0 0,1 0 0 0 0,19-1 0 0 0,-23-2-173 0 0,-5 0-3054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55 7370 0 0,'-9'-4'5096'0'0,"-2"-2"3120"0"0,11 6-8133 0 0,0-1-1 0 0,0 1 0 0 0,0-1 0 0 0,0 1 0 0 0,0-1 1 0 0,0 1-1 0 0,0-1 0 0 0,0 1 0 0 0,1-1 0 0 0,-1 1 1 0 0,0-1-1 0 0,0 1 0 0 0,1-1 0 0 0,-1 1 0 0 0,0-1 1 0 0,0 1-1 0 0,1 0 0 0 0,-1-1 0 0 0,0 1 0 0 0,1-1 1 0 0,-1 1-1 0 0,1 0 0 0 0,-1-1 0 0 0,0 1 0 0 0,1 0 1 0 0,-1 0-1 0 0,1-1 0 0 0,0 1 0 0 0,4-4 0 0 0,0 0-1 0 0,1 0 1 0 0,-1 1 0 0 0,1 0-1 0 0,-1 0 1 0 0,1 0 0 0 0,0 1-1 0 0,0 0 1 0 0,10-2-1 0 0,-15 4-82 0 0,-1 0-1 0 0,0 0 1 0 0,0 0-1 0 0,1 0 0 0 0,-1 0 1 0 0,0 0-1 0 0,1 0 1 0 0,-1 0-1 0 0,0 0 1 0 0,1 0-1 0 0,-1 0 0 0 0,0 0 1 0 0,0 0-1 0 0,1 0 1 0 0,-1 0-1 0 0,0 1 0 0 0,0-1 1 0 0,1 0-1 0 0,-1 0 1 0 0,0 0-1 0 0,0 1 1 0 0,1-1-1 0 0,-1 0 0 0 0,0 0 1 0 0,0 0-1 0 0,0 1 1 0 0,1-1-1 0 0,-1 0 0 0 0,0 0 1 0 0,0 1-1 0 0,0-1 1 0 0,0 1-1 0 0,-1 11-113 0 0,-9 11-110 0 0,-36 42-325 0 0,46-62 312 0 0,6-3 28 0 0,12-4-84 0 0,-12 2 229 0 0,-3 2 86 0 0,-1 0-1 0 0,1 0 1 0 0,-1 0 0 0 0,1 0 0 0 0,-1 0 0 0 0,1 0 0 0 0,-1 1-1 0 0,1-1 1 0 0,-1 1 0 0 0,0 0 0 0 0,1 0 0 0 0,-1 0-1 0 0,0 0 1 0 0,1 0 0 0 0,-1 0 0 0 0,0 0 0 0 0,0 1 0 0 0,0-1-1 0 0,0 1 1 0 0,0 0 0 0 0,0 0 0 0 0,-1-1 0 0 0,1 1 0 0 0,-1 0-1 0 0,1 0 1 0 0,-1 1 0 0 0,0-1 0 0 0,1 0 0 0 0,-1 0 0 0 0,0 1-1 0 0,-1-1 1 0 0,1 0 0 0 0,0 1 0 0 0,-1-1 0 0 0,1 1-1 0 0,-1-1 1 0 0,0 1 0 0 0,0-1 0 0 0,0 1 0 0 0,0-1 0 0 0,0 1-1 0 0,0-1 1 0 0,-1 1 0 0 0,1-1 0 0 0,-1 1 0 0 0,0-1 0 0 0,0 0-1 0 0,0 1 1 0 0,0-1 0 0 0,0 0 0 0 0,-2 4 0 0 0,-1-1 151 0 0,-1 0 0 0 0,1 0 0 0 0,-1 0 0 0 0,-11 7 1 0 0,14-10-102 0 0,0-1 0 0 0,0 1 0 0 0,0-1 0 0 0,0 0 0 0 0,0 0 1 0 0,0 0-1 0 0,0 0 0 0 0,-1 0 0 0 0,1 0 0 0 0,0-1 0 0 0,-1 1 0 0 0,1-1 1 0 0,-1 1-1 0 0,1-1 0 0 0,-1 0 0 0 0,1 0 0 0 0,-3-1 0 0 0,5 1-76 0 0,-1 0 0 0 0,0 0 0 0 0,1 0 0 0 0,-1-1 0 0 0,1 1 0 0 0,-1 0 0 0 0,1 0 0 0 0,-1-1 0 0 0,1 1 0 0 0,0-1 0 0 0,-1 1 0 0 0,1 0 0 0 0,-1-1 0 0 0,1 1 0 0 0,0-1 0 0 0,-1 1 0 0 0,1-1 0 0 0,0 1 0 0 0,-1-1 0 0 0,1 1 0 0 0,0-1 0 0 0,0 1 0 0 0,0-1 0 0 0,-1 0 0 0 0,1-10-2926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 12899 0 0,'-1'-1'309'0'0,"1"0"0"0"0,-1 0 0 0 0,0 1 1 0 0,1-1-1 0 0,-1 0 0 0 0,0 1 0 0 0,0-1 1 0 0,1 0-1 0 0,-1 1 0 0 0,0-1 0 0 0,0 1 1 0 0,0-1-1 0 0,0 1 0 0 0,0 0 0 0 0,0-1 1 0 0,0 1-1 0 0,0 0 0 0 0,0 0 0 0 0,0 0 1 0 0,0-1-1 0 0,-1 1 0 0 0,0 1-76 0 0,0-1 0 0 0,1 0 0 0 0,-1 1 0 0 0,0-1 0 0 0,1 1 0 0 0,-1 0 0 0 0,0-1 1 0 0,1 1-1 0 0,-1 0 0 0 0,1 0 0 0 0,-3 1 0 0 0,1 1-89 0 0,0 0 1 0 0,0 0-1 0 0,-1 0 1 0 0,2 1-1 0 0,-1-1 1 0 0,0 1-1 0 0,1 0 1 0 0,-1-1-1 0 0,-1 6 1 0 0,1-1 7 0 0,1 1-1 0 0,-1 0 1 0 0,2 1 0 0 0,-1-1 0 0 0,1 0 0 0 0,1 0 0 0 0,-1 1-1 0 0,2-1 1 0 0,-1 0 0 0 0,1 1 0 0 0,3 12 0 0 0,-2-18-89 0 0,-1 1 0 0 0,0-1-1 0 0,1 1 1 0 0,0-1 0 0 0,0 0 0 0 0,0 0 0 0 0,1 0 0 0 0,-1 0 0 0 0,1 0 0 0 0,6 6 0 0 0,-6-8-19 0 0,-1 0 1 0 0,1 0-1 0 0,0 0 0 0 0,0 0 0 0 0,0-1 1 0 0,0 1-1 0 0,0-1 0 0 0,1 0 1 0 0,-1 1-1 0 0,0-2 0 0 0,1 1 1 0 0,-1 0-1 0 0,0-1 0 0 0,1 1 1 0 0,-1-1-1 0 0,5 0 0 0 0,-5 0-48 0 0,1-1 1 0 0,0 0-1 0 0,-1 0 0 0 0,1 0 0 0 0,-1 0 1 0 0,1 0-1 0 0,-1 0 0 0 0,1-1 0 0 0,-1 0 1 0 0,0 0-1 0 0,0 0 0 0 0,0 0 0 0 0,0 0 1 0 0,0-1-1 0 0,0 1 0 0 0,-1-1 0 0 0,1 0 1 0 0,-1 0-1 0 0,0 0 0 0 0,0 0 0 0 0,0 0 1 0 0,0 0-1 0 0,0 0 0 0 0,-1-1 0 0 0,1 1 1 0 0,-1-1-1 0 0,0 1 0 0 0,0-1 0 0 0,-1 1 1 0 0,1-1-1 0 0,-1 0 0 0 0,1 1 0 0 0,-1-1 1 0 0,0 0-1 0 0,0 0 0 0 0,-2-6 0 0 0,0 1 14 0 0,-1 0-1 0 0,0 0 0 0 0,0 1 1 0 0,-1-1-1 0 0,0 1 0 0 0,0 0 0 0 0,-1 0 1 0 0,-9-12-1 0 0,10 15-313 0 0,-1 0-1 0 0,0 0 0 0 0,0 0 1 0 0,0 1-1 0 0,0 0 1 0 0,-1 0-1 0 0,0 0 1 0 0,1 1-1 0 0,-1 0 1 0 0,0 0-1 0 0,-1 0 0 0 0,-9-2 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 6449 0 0,'-1'0'428'0'0,"1"-1"0"0"0,-1 1 0 0 0,1-1 0 0 0,-1 1 0 0 0,1-1-1 0 0,-1 1 1 0 0,1-1 0 0 0,-1 1 0 0 0,1-1 0 0 0,-1 1-1 0 0,1-1 1 0 0,-1 1 0 0 0,0 0 0 0 0,1-1 0 0 0,-1 1 0 0 0,0 0-1 0 0,1 0 1 0 0,-1 0 0 0 0,0 0 0 0 0,1-1 0 0 0,-2 1 0 0 0,1 0-229 0 0,1 1 0 0 0,-1-1 0 0 0,1 0 0 0 0,-1 1 0 0 0,1-1 0 0 0,-1 0 0 0 0,1 1 0 0 0,0-1 0 0 0,-1 0 1 0 0,1 1-1 0 0,-1-1 0 0 0,1 1 0 0 0,0-1 0 0 0,0 1 0 0 0,-1-1 0 0 0,1 1 0 0 0,0-1 0 0 0,0 1 0 0 0,-1-1 1 0 0,1 2-1 0 0,-1 2 180 0 0,0 0 1 0 0,1 1 0 0 0,-1-1-1 0 0,1 0 1 0 0,0 7 0 0 0,3 26 41 0 0,5 108 2386 0 0,-6-130-3008 0 0,-2-15 127 0 0,0 1 0 0 0,0-1-1 0 0,0 1 1 0 0,0-1 0 0 0,0 0 0 0 0,0 1 0 0 0,0-1-1 0 0,0 0 1 0 0,0 1 0 0 0,0-1 0 0 0,0 0 0 0 0,0 1-1 0 0,1-1 1 0 0,-1 0 0 0 0,0 1 0 0 0,0-1-1 0 0,0 0 1 0 0,0 1 0 0 0,1-1 0 0 0,-1 0 0 0 0,0 0-1 0 0,0 1 1 0 0,1-1 0 0 0,-1 0 0 0 0,0 0 0 0 0,1 1-1 0 0,-1-1 1 0 0,0 0 0 0 0,1 0 0 0 0,-1 0-1 0 0,0 0 1 0 0,1 1 0 0 0,-1-1 0 0 0,0 0 0 0 0,1 0-1 0 0,-1 0 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 17508 0 0,'0'-1'35'0'0,"0"1"0"0"0,-1-1 0 0 0,1 1 1 0 0,0-1-1 0 0,-1 1 0 0 0,1-1 0 0 0,0 1 0 0 0,-1-1 1 0 0,1 1-1 0 0,-1-1 0 0 0,1 1 0 0 0,-1-1 0 0 0,1 1 1 0 0,-1 0-1 0 0,1-1 0 0 0,-1 1 0 0 0,1 0 0 0 0,-1 0 1 0 0,1-1-1 0 0,-1 1 0 0 0,0 0 0 0 0,1 0 0 0 0,-1 0 1 0 0,1-1-1 0 0,-1 1 0 0 0,0 0 0 0 0,1 0 0 0 0,-1 0 1 0 0,0 0-1 0 0,0 1 0 0 0,0-1 59 0 0,-1 1-1 0 0,1-1 1 0 0,-1 1 0 0 0,1 0-1 0 0,-1 0 1 0 0,1 0 0 0 0,0 0-1 0 0,-1 0 1 0 0,1 0 0 0 0,0 0-1 0 0,-2 2 1 0 0,-1 2 302 0 0,0 1 0 0 0,0 0-1 0 0,0 0 1 0 0,-5 11 0 0 0,4-4-127 0 0,0 1 1 0 0,1 0-1 0 0,-3 22 0 0 0,6-30-156 0 0,0 1 0 0 0,1-1 0 0 0,-1 0 0 0 0,2 1 0 0 0,-1-1 0 0 0,1 1 0 0 0,0-1-1 0 0,0 0 1 0 0,0 0 0 0 0,4 9 0 0 0,-4-13-56 0 0,0 0 1 0 0,0 0-1 0 0,0 0 0 0 0,0 0 0 0 0,0 0 1 0 0,1-1-1 0 0,-1 1 0 0 0,1 0 1 0 0,-1-1-1 0 0,1 1 0 0 0,0-1 0 0 0,-1 0 1 0 0,1 1-1 0 0,0-1 0 0 0,0 0 0 0 0,0 0 1 0 0,0 0-1 0 0,4 1 0 0 0,-3-1-18 0 0,1-1 1 0 0,0 1-1 0 0,-1-1 0 0 0,1 0 0 0 0,-1 0 0 0 0,1 0 0 0 0,0-1 1 0 0,-1 1-1 0 0,1-1 0 0 0,6-1 0 0 0,-5 0-54 0 0,0 0 0 0 0,0 0-1 0 0,1 0 1 0 0,-2-1 0 0 0,1 0 0 0 0,0 1 0 0 0,0-2-1 0 0,-1 1 1 0 0,0-1 0 0 0,1 1 0 0 0,-2-1 0 0 0,1 0-1 0 0,0 0 1 0 0,6-10 0 0 0,-9 10-4 0 0,0 0 0 0 0,0 0 0 0 0,0 0 0 0 0,0 0 0 0 0,-1 0 0 0 0,0 0 0 0 0,0 0 0 0 0,0 0 0 0 0,0 0 0 0 0,0 0 1 0 0,-1 0-1 0 0,0 0 0 0 0,0 0 0 0 0,0 0 0 0 0,0 0 0 0 0,0 0 0 0 0,-1 0 0 0 0,0 1 0 0 0,-3-6 0 0 0,1 1-178 0 0,-1 1 0 0 0,0-1 0 0 0,0 1 0 0 0,-1 1 0 0 0,0-1 1 0 0,0 1-1 0 0,0 0 0 0 0,-9-6 0 0 0,-2 3-2065 0 0,9 5-5290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7834 0 0,'14'-11'6053'0'0,"12"-1"-1759"0"0,-11 5-2675 0 0,-8 3-1086 0 0,24-10 840 0 0,-30 13-1337 0 0,1 1 0 0 0,-1-1 0 0 0,0 1 1 0 0,1-1-1 0 0,-1 1 0 0 0,0 0 0 0 0,1 0 0 0 0,-1 0 0 0 0,1 0 0 0 0,-1 0 1 0 0,0 0-1 0 0,1 0 0 0 0,-1 0 0 0 0,1 0 0 0 0,-1 1 0 0 0,0-1 0 0 0,1 1 1 0 0,-1-1-1 0 0,3 2 0 0 0,-4-1-31 0 0,1-1 0 0 0,-1 1-1 0 0,1 0 1 0 0,-1 0 0 0 0,1 0 0 0 0,-1 0 0 0 0,0 0 0 0 0,1 0 0 0 0,-1 0 0 0 0,0 0-1 0 0,0 0 1 0 0,1 0 0 0 0,-1 0 0 0 0,0 0 0 0 0,0 0 0 0 0,0 0 0 0 0,0 0 0 0 0,0-1-1 0 0,-1 1 1 0 0,1 0 0 0 0,0 0 0 0 0,0 0 0 0 0,-1 0 0 0 0,1 0 0 0 0,0 0 0 0 0,-2 1-1 0 0,-11 25 112 0 0,12-26-115 0 0,-27 42 123 0 0,13-21 71 0 0,-20 39-1 0 0,35-61-171 0 0,0 1 1 0 0,-1 0-1 0 0,1-1 0 0 0,0 1 0 0 0,0-1 0 0 0,-1 1 0 0 0,1-1 1 0 0,0 1-1 0 0,0 0 0 0 0,0-1 0 0 0,0 1 0 0 0,0 0 1 0 0,0-1-1 0 0,0 1 0 0 0,0-1 0 0 0,0 1 0 0 0,0 0 0 0 0,0-1 1 0 0,0 1-1 0 0,0 0 0 0 0,1-1 0 0 0,-1 1 0 0 0,0-1 0 0 0,0 1 1 0 0,1-1-1 0 0,-1 1 0 0 0,1 0 0 0 0,0 0-3 0 0,0-1-1 0 0,0 1 1 0 0,0 0 0 0 0,0-1-1 0 0,0 1 1 0 0,0-1 0 0 0,0 1-1 0 0,0-1 1 0 0,0 0 0 0 0,1 1-1 0 0,-1-1 1 0 0,0 0 0 0 0,2 0-1 0 0,6 0-9 0 0,-1 0-1 0 0,1 0 0 0 0,10-3 1 0 0,-13 2-1 0 0,18-2-2760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 13827 0 0,'0'0'9'0'0,"0"0"0"0"0,0-1-1 0 0,-1 1 1 0 0,1 0 0 0 0,0 0 0 0 0,0 0 0 0 0,0-1-1 0 0,-1 1 1 0 0,1 0 0 0 0,0 0 0 0 0,0 0 0 0 0,0 0-1 0 0,-1-1 1 0 0,1 1 0 0 0,0 0 0 0 0,0 0 0 0 0,-1 0-1 0 0,1 0 1 0 0,0 0 0 0 0,-1 0 0 0 0,1 0 0 0 0,0 0-1 0 0,0 0 1 0 0,-1 0 0 0 0,1 0 0 0 0,0 0 0 0 0,0 0-1 0 0,-1 0 1 0 0,1 0 0 0 0,0 0 0 0 0,-1 0 0 0 0,1 1-1 0 0,-11 6 1444 0 0,-6 13 1111 0 0,13-12-2171 0 0,1-1 0 0 0,-1 1 0 0 0,2 0 0 0 0,-1-1 0 0 0,1 1 0 0 0,1 1-1 0 0,-2 10 1 0 0,2-14-263 0 0,1 0-1 0 0,0 0 0 0 0,0 0 0 0 0,0 0 0 0 0,1 0 0 0 0,-1 0 0 0 0,1 0 0 0 0,0 0 0 0 0,1 0 1 0 0,-1 0-1 0 0,1-1 0 0 0,0 1 0 0 0,4 6 0 0 0,-4-9-74 0 0,0 0 1 0 0,0 1-1 0 0,0-1 1 0 0,1 0-1 0 0,-1 0 0 0 0,1-1 1 0 0,0 1-1 0 0,-1-1 1 0 0,1 1-1 0 0,0-1 0 0 0,0 0 1 0 0,0 0-1 0 0,0 0 1 0 0,0 0-1 0 0,0 0 0 0 0,0-1 1 0 0,0 1-1 0 0,0-1 1 0 0,0 0-1 0 0,0 0 0 0 0,1 0 1 0 0,-1 0-1 0 0,4-2 1 0 0,0 1-40 0 0,1 0 1 0 0,-1-1 0 0 0,0 0 0 0 0,1-1 0 0 0,-1 1 0 0 0,0-2 0 0 0,0 1-1 0 0,8-6 1 0 0,-12 7-27 0 0,-1 1-1 0 0,0-1 0 0 0,0 0 1 0 0,0 0-1 0 0,0 1 0 0 0,0-1 1 0 0,0-1-1 0 0,0 1 1 0 0,-1 0-1 0 0,1 0 0 0 0,-1-1 1 0 0,1 1-1 0 0,-1-1 1 0 0,0 1-1 0 0,0-1 0 0 0,0 1 1 0 0,0-1-1 0 0,0-4 0 0 0,-1 4 9 0 0,0-1 0 0 0,0 0-1 0 0,-1 0 1 0 0,1 0 0 0 0,-1 0-1 0 0,0 1 1 0 0,0-1 0 0 0,0 0-1 0 0,-1 0 1 0 0,1 1 0 0 0,-1-1 0 0 0,-3-5-1 0 0,-2-2-209 0 0,-1 0-1 0 0,-11-14 1 0 0,15 21-116 0 0,0 0 0 0 0,0 0 0 0 0,0 0 0 0 0,-1 1 0 0 0,1-1 0 0 0,-1 1 0 0 0,0 0 0 0 0,-5-2 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7370 0 0,'0'-1'229'0'0,"0"1"-1"0"0,0-1 1 0 0,0 0 0 0 0,0 1 0 0 0,0-1 0 0 0,0 1 0 0 0,1-1 0 0 0,-1 1 0 0 0,0-1 0 0 0,0 1 0 0 0,0-1 0 0 0,1 1 0 0 0,-1-1 0 0 0,0 1 0 0 0,1-1 0 0 0,-1 1 0 0 0,0-1 0 0 0,1 1 0 0 0,-1 0-1 0 0,1-1 1 0 0,-1 1 0 0 0,1-1 0 0 0,11-10 1974 0 0,15-7 621 0 0,-25 17-2660 0 0,0 0-1 0 0,1-1 0 0 0,-1 1 0 0 0,0 1 0 0 0,0-1 0 0 0,0 0 0 0 0,1 0 1 0 0,-1 1-1 0 0,0-1 0 0 0,1 1 0 0 0,3 0 0 0 0,-6 0-132 0 0,1 0 0 0 0,-1 0 0 0 0,0 0 0 0 0,1 0 0 0 0,-1 0 0 0 0,1 0 0 0 0,-1 0 0 0 0,0 1 0 0 0,0-1 0 0 0,1 0 0 0 0,-1 0 0 0 0,0 0 0 0 0,1 1 0 0 0,-1-1 0 0 0,0 0 0 0 0,0 0 0 0 0,1 1 0 0 0,-1-1 0 0 0,0 0 0 0 0,0 0 0 0 0,1 1 0 0 0,-1-1 0 0 0,0 0 0 0 0,0 1 0 0 0,0-1 0 0 0,0 0 0 0 0,0 1 0 0 0,1-1 0 0 0,-1 0 0 0 0,0 1 0 0 0,0 0 0 0 0,-3 14 379 0 0,-11 11-203 0 0,-27 25-632 0 0,43-52 403 0 0,-1 0 0 0 0,1 0-1 0 0,-1 0 1 0 0,1 0-1 0 0,0 0 1 0 0,-1 0-1 0 0,1 0 1 0 0,0 1 0 0 0,0-1-1 0 0,0 1 1 0 0,-1-1-1 0 0,1 1 1 0 0,0-1-1 0 0,0 1 1 0 0,0 0 0 0 0,0 0-1 0 0,0 0 1 0 0,0 0-1 0 0,0 1 1 0 0,-1-1-1 0 0,1 0 1 0 0,0 1-1 0 0,0 0 1 0 0,0-1 0 0 0,2 2-1 0 0,-2-1 36 0 0,0 0 0 0 0,0 1 0 0 0,0-1 0 0 0,-1 1 0 0 0,1-1 0 0 0,0 1 0 0 0,-1 0 0 0 0,1-1-1 0 0,-1 1 1 0 0,1 0 0 0 0,-1 0 0 0 0,0 0 0 0 0,0 0 0 0 0,0 0 0 0 0,0 1 0 0 0,0-1 0 0 0,-1 0 0 0 0,1 0 0 0 0,0 1-1 0 0,-1 3 1 0 0,1-3 89 0 0,-2 0-1 0 0,1 0 0 0 0,0 0 0 0 0,0 0 1 0 0,-1 0-1 0 0,0 0 0 0 0,0 0 1 0 0,1 0-1 0 0,-2-1 0 0 0,1 1 0 0 0,0 0 1 0 0,0 0-1 0 0,-1-1 0 0 0,0 1 1 0 0,1-1-1 0 0,-1 1 0 0 0,-4 2 0 0 0,3-1-32 0 0,0-1-1 0 0,0-1 0 0 0,-1 1 1 0 0,1 0-1 0 0,-1-1 0 0 0,0 0 1 0 0,1 0-1 0 0,-1 0 1 0 0,0 0-1 0 0,0-1 0 0 0,-8 3 1 0 0,11-4-107 0 0,1 0 1 0 0,0 0-1 0 0,-1 0 1 0 0,1 0-1 0 0,-1 0 1 0 0,1 0 0 0 0,-1 0-1 0 0,1 0 1 0 0,-1 0-1 0 0,1 0 1 0 0,-1 0 0 0 0,1 0-1 0 0,-1 0 1 0 0,1 0-1 0 0,-1 0 1 0 0,1-1-1 0 0,0 1 1 0 0,-1 0 0 0 0,1 0-1 0 0,-1 0 1 0 0,1-1-1 0 0,0 1 1 0 0,-1 0-1 0 0,1-1 1 0 0,-1 1 0 0 0,1 0-1 0 0,0-1 1 0 0,0 1-1 0 0,-1 0 1 0 0,1-1-1 0 0,0 1 1 0 0,-1-1 0 0 0,1 1-1 0 0,0 0 1 0 0,0-1-1 0 0,0 1 1 0 0,0-1-1 0 0,0 1 1 0 0,-1-1 0 0 0,1 1-1 0 0,0-1 1 0 0,0 1-1 0 0,0-1 1 0 0,0 1-1 0 0,0-1 1 0 0,0 1 0 0 0,1-1-1 0 0,-1-3-1041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0:0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20 12899 0 0,'0'-1'110'0'0,"0"0"0"0"0,0 0 0 0 0,0 1 1 0 0,0-1-1 0 0,0 0 0 0 0,0 0 0 0 0,0 1 1 0 0,0-1-1 0 0,0 0 0 0 0,0 1 0 0 0,-1-1 0 0 0,1 0 1 0 0,0 0-1 0 0,0 1 0 0 0,-1-1 0 0 0,1 0 0 0 0,-1 1 1 0 0,1-1-1 0 0,-1 1 0 0 0,1-1 0 0 0,-1 0 1 0 0,1 1-1 0 0,-1-1 0 0 0,1 1 0 0 0,-1-1 0 0 0,1 1 1 0 0,-1 0-1 0 0,-1-1 0 0 0,1 1 33 0 0,0 0 0 0 0,0 0 1 0 0,0 0-1 0 0,0 0 0 0 0,1 0 0 0 0,-1 0 0 0 0,0 0 0 0 0,0 1 1 0 0,0-1-1 0 0,0 0 0 0 0,0 1 0 0 0,0-1 0 0 0,0 0 1 0 0,0 1-1 0 0,1 0 0 0 0,-1-1 0 0 0,0 1 0 0 0,0-1 0 0 0,1 1 1 0 0,-1 0-1 0 0,0-1 0 0 0,0 2 0 0 0,-4 5 59 0 0,0 0 0 0 0,1 0 0 0 0,0 0 0 0 0,0 1 0 0 0,1-1 0 0 0,0 1-1 0 0,0 0 1 0 0,1 0 0 0 0,0 0 0 0 0,0 0 0 0 0,1 0 0 0 0,0 0 0 0 0,0 1 0 0 0,1-1 0 0 0,0 0-1 0 0,1 1 1 0 0,1 7 0 0 0,-2-14-157 0 0,0 0 0 0 0,1 0-1 0 0,0 0 1 0 0,-1 0 0 0 0,1 0-1 0 0,0 0 1 0 0,0 0 0 0 0,0-1-1 0 0,0 1 1 0 0,0 0 0 0 0,0-1-1 0 0,0 1 1 0 0,1 0 0 0 0,-1-1-1 0 0,1 0 1 0 0,-1 1-1 0 0,1-1 1 0 0,-1 0 0 0 0,1 0-1 0 0,2 2 1 0 0,-1-2-5 0 0,-1-1-1 0 0,1 1 1 0 0,0 0-1 0 0,0-1 0 0 0,0 1 1 0 0,0-1-1 0 0,0 0 1 0 0,0 0-1 0 0,0 0 1 0 0,-1 0-1 0 0,1 0 1 0 0,6-2-1 0 0,-4 1-53 0 0,0-1 0 0 0,0 1-1 0 0,-1-1 1 0 0,1 0 0 0 0,0 0 0 0 0,-1-1-1 0 0,1 0 1 0 0,-1 1 0 0 0,0-1 0 0 0,1-1-1 0 0,-2 1 1 0 0,1-1 0 0 0,0 1 0 0 0,-1-1-1 0 0,6-7 1 0 0,-8 7-10 0 0,0 1 0 0 0,0 0 0 0 0,0-1 0 0 0,0 1 0 0 0,-1-1 0 0 0,0 1 0 0 0,1-1 0 0 0,-1 1 0 0 0,0-1 0 0 0,-1 0 0 0 0,1 1 0 0 0,-1-1 0 0 0,1 1 0 0 0,-1 0 0 0 0,0-1 0 0 0,0 1 0 0 0,-1-1 0 0 0,1 1 0 0 0,-1 0 0 0 0,1 0 0 0 0,-4-4 0 0 0,2 2-279 0 0,0 0 0 0 0,-1 0 0 0 0,0 0 0 0 0,0 0 0 0 0,0 1 0 0 0,-1-1 0 0 0,0 1 0 0 0,1 0 0 0 0,-2 0-1 0 0,1 1 1 0 0,-7-4 0 0 0,4 3-6958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1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1.281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1.282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1.283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6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6.071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6.072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0:56.073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1:06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1:06.480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1:06.481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1:06.482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2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08.3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08.3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51.9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18696,'0'2660'0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53.3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6221 0 0,'9'-2'10736'0'0,"4"5"-7733"0"0,7 7-3303 0 0,-11-4 300 0 0,0 1 0 0 0,-1 1 0 0 0,0 0 0 0 0,0 0 0 0 0,-1 0 0 0 0,10 15 0 0 0,31 60 0 0 0,-18-27 0 0 0,-29-53 0 0 0,0-1 0 0 0,1 0 0 0 0,-1 0 0 0 0,1 0 0 0 0,-1 0 0 0 0,1-1 0 0 0,0 1 0 0 0,0 0 0 0 0,-1-1 0 0 0,1 1 0 0 0,5 2 0 0 0,-7-4 0 0 0,1 0 0 0 0,0 0 0 0 0,0 1 0 0 0,0-1 0 0 0,0 0 0 0 0,0 0 0 0 0,0 0 0 0 0,0 0 0 0 0,0 0 0 0 0,0-1 0 0 0,0 1 0 0 0,0 0 0 0 0,0 0 0 0 0,0 0 0 0 0,0-1 0 0 0,0 1 0 0 0,-1-1 0 0 0,1 1 0 0 0,0-1 0 0 0,0 1 0 0 0,0-1 0 0 0,-1 1 0 0 0,1-1 0 0 0,0 1 0 0 0,0-1 0 0 0,-1 0 0 0 0,1 0 0 0 0,-1 1 0 0 0,1-1 0 0 0,-1 0 0 0 0,1 0 0 0 0,-1 0 0 0 0,1-1 0 0 0,13-21-687 0 0,-2-1 0 0 0,12-33 0 0 0,4-8-1701 0 0,-3 13 1589 0 0,34-50 1 0 0,-53 94 560 0 0,-1 3-59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55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17887,'173'3060'0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7:56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98 5917 0 0,'-3'9'16186'0'0,"59"72"-18629"0"0,25 31 2443 0 0,-77-107 0 0 0,16 17 0 0 0,-19-20 0 0 0,1-1 0 0 0,-1 0 0 0 0,0 0 0 0 0,0 0 0 0 0,1 0 0 0 0,-1 0 0 0 0,1 0 0 0 0,-1-1 0 0 0,1 1 0 0 0,-1 0 0 0 0,1-1 0 0 0,-1 1 0 0 0,4 0 0 0 0,-4-1 0 0 0,0-1 0 0 0,1 1 0 0 0,-1 0 0 0 0,0-1 0 0 0,0 1 0 0 0,0 0 0 0 0,0-1 0 0 0,0 1 0 0 0,0-1 0 0 0,0 0 0 0 0,0 1 0 0 0,0-1 0 0 0,0 0 0 0 0,0 0 0 0 0,-1 0 0 0 0,1 1 0 0 0,0-1 0 0 0,0 0 0 0 0,-1 0 0 0 0,1 0 0 0 0,-1 0 0 0 0,1-1 0 0 0,12-28 0 0 0,-10 21 0 0 0,29-82-193 0 0,7-19-708 0 0,-29 89-1205 0 0,15-28-1 0 0,-16 35 1028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7:59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18401,'0'2850'0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02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5069 0 0,'11'-22'13278'0'0,"-10"22"-13244"0"0,-1-1 0 0 0,1 1-1 0 0,0 0 1 0 0,0-1 0 0 0,0 1-1 0 0,0 0 1 0 0,0 0 0 0 0,0-1-1 0 0,-1 1 1 0 0,1 0 0 0 0,0 0-1 0 0,0 0 1 0 0,0 0 0 0 0,0 0-1 0 0,0 1 1 0 0,0-1 0 0 0,0 0-1 0 0,0 0 1 0 0,-1 0 0 0 0,1 1-1 0 0,0-1 1 0 0,0 0 0 0 0,0 1-1 0 0,-1-1 1 0 0,1 1 0 0 0,0-1-1 0 0,0 1 1 0 0,-1-1 0 0 0,1 1-1 0 0,0 0 1 0 0,-1-1 0 0 0,1 1-1 0 0,-1 0 1 0 0,1 0 0 0 0,-1-1-1 0 0,1 1 1 0 0,-1 0 0 0 0,1 1-1 0 0,8 18-33 0 0,-1 0 0 0 0,5 25 0 0 0,11 26 0 0 0,-24-70 0 0 0,1 0 0 0 0,-1 0 0 0 0,1 0 0 0 0,-1 0 0 0 0,1 0 0 0 0,-1 1 0 0 0,1-1 0 0 0,-1 0 0 0 0,1-1 0 0 0,0 1 0 0 0,0 0 0 0 0,-1 0 0 0 0,1 0 0 0 0,0 0 0 0 0,0-1 0 0 0,0 1 0 0 0,0 0 0 0 0,0-1 0 0 0,0 1 0 0 0,0 0 0 0 0,0-1 0 0 0,0 0 0 0 0,0 1 0 0 0,1-1 0 0 0,-1 0 0 0 0,0 1 0 0 0,0-1 0 0 0,0 0 0 0 0,0 0 0 0 0,1 0 0 0 0,0 0 0 0 0,1-1 0 0 0,0 0 0 0 0,0 0 0 0 0,0 0 0 0 0,-1 0 0 0 0,1-1 0 0 0,0 1 0 0 0,-1-1 0 0 0,0 0 0 0 0,1 0 0 0 0,-1 0 0 0 0,3-3 0 0 0,14-15-754 0 0,-2-1 0 0 0,21-29-1 0 0,24-51-2547 0 0,-38 61 2862 0 0,-12 19 483 0 0,-8 13-236 0 0,-1 1 0 0 0,1 1 0 0 0,1-1 0 0 0,-1 1 0 0 0,1-1 1 0 0,9-8-1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04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16942,'273'3463'0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05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1 155 5069 0 0,'2'0'13937'0'0,"2"2"-14337"0"0,1 1 544 0 0,0 0 0 0 0,0 1 1 0 0,-1 0-1 0 0,0 0 0 0 0,1 0 0 0 0,-1 0 0 0 0,3 6 0 0 0,26 35-292 0 0,-31-42 197 0 0,26 45-49 0 0,-19-32 0 0 0,0 0 0 0 0,19 24 0 0 0,-28-39 0 0 0,1-1 0 0 0,-1 1 0 0 0,1-1 0 0 0,-1 1 0 0 0,0-1 0 0 0,1 0 0 0 0,-1 1 0 0 0,1-1 0 0 0,-1 1 0 0 0,1-1 0 0 0,0 0 0 0 0,-1 0 0 0 0,1 1 0 0 0,-1-1 0 0 0,1 0 0 0 0,-1 0 0 0 0,1 0 0 0 0,0 1 0 0 0,-1-1 0 0 0,1 0 0 0 0,0 0 0 0 0,-1 0 0 0 0,1 0 0 0 0,-1 0 0 0 0,1 0 0 0 0,0 0 0 0 0,-1-1 0 0 0,1 1 0 0 0,0 0 0 0 0,-1 0 0 0 0,1 0 0 0 0,-1-1 0 0 0,1 1 0 0 0,-1 0 0 0 0,1-1 0 0 0,-1 1 0 0 0,1 0 0 0 0,-1-1 0 0 0,1 1 0 0 0,-1-1 0 0 0,1 1 0 0 0,-1 0 0 0 0,1-1 0 0 0,-1 1 0 0 0,0-1 0 0 0,1 0 0 0 0,-1 1 0 0 0,1-2 0 0 0,2-3 0 0 0,0-1 0 0 0,0 0 0 0 0,4-11 0 0 0,-5 12 0 0 0,29-75 200 0 0,13-40-5465 0 0,-10 1 9370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21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4367 1 17272,'-4367'3023'0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23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41 1840 0 0,'-3'-31'18444'0'0,"5"21"-19068"0"0,-8 33 624 0 0,1 0 0 0 0,-3 28 0 0 0,2-6 0 0 0,3-27 0 0 0,-1 21 0 0 0,4-34 0 0 0,0 0 0 0 0,0 0 0 0 0,0-1 0 0 0,1 1 0 0 0,0 0 0 0 0,0 0 0 0 0,0-1 0 0 0,0 1 0 0 0,1-1 0 0 0,1 5 0 0 0,-2-7 0 0 0,0-1 0 0 0,0 0 0 0 0,0 0 0 0 0,0 0 0 0 0,0-1 0 0 0,0 1 0 0 0,0 0 0 0 0,1 0 0 0 0,-1-1 0 0 0,0 1 0 0 0,0 0 0 0 0,1-1 0 0 0,-1 1 0 0 0,0-1 0 0 0,1 1 0 0 0,-1-1 0 0 0,0 0 0 0 0,1 0 0 0 0,-1 0 0 0 0,2 0 0 0 0,32-1 0 0 0,-25-1 0 0 0,20 1 0 0 0,-15 0 0 0 0,0 0 0 0 0,23-5 0 0 0,-30 4 6 0 0,5-1-361 0 0,-9 2 286 0 0,-2 0 487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27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18128,'4640'3524'0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28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29 240 1840 0 0,'-25'-9'20472'0'0,"21"3"-23124"0"0,4 5 2652 0 0,0 1 0 0 0,0 0 0 0 0,0 0 0 0 0,0 0 0 0 0,0 0 0 0 0,0 0 0 0 0,0 0 0 0 0,0 0 0 0 0,0-1 0 0 0,0 1 0 0 0,0 0 0 0 0,0 0 0 0 0,0 0 0 0 0,0 0 0 0 0,0 0 0 0 0,0 0 0 0 0,0-1 0 0 0,0 1 0 0 0,1 0 0 0 0,-1 0 0 0 0,0 0 0 0 0,0 0 0 0 0,0 0 0 0 0,0 0 0 0 0,0 0 0 0 0,0 0 0 0 0,0 0 0 0 0,0 0 0 0 0,0-1 0 0 0,0 1 0 0 0,1 0 0 0 0,-1 0 0 0 0,0 0 0 0 0,0 0 0 0 0,0 0 0 0 0,0 0 0 0 0,0 0 0 0 0,0 0 0 0 0,0 0 0 0 0,1 0 0 0 0,-1 0 0 0 0,0 0 0 0 0,0 0 0 0 0,0 0 0 0 0,0 0 0 0 0,0 0 0 0 0,0 0 0 0 0,1 0 0 0 0,16 3 0 0 0,51 24 0 0 0,-47-17 0 0 0,1-2 0 0 0,40 11 0 0 0,-60-18 0 0 0,-1-1 0 0 0,1 0 0 0 0,-1 1 0 0 0,1-1 0 0 0,-1 0 0 0 0,1 0 0 0 0,-1 0 0 0 0,1 0 0 0 0,0 0 0 0 0,-1 0 0 0 0,1-1 0 0 0,-1 1 0 0 0,1-1 0 0 0,-1 1 0 0 0,1-1 0 0 0,-1 1 0 0 0,0-1 0 0 0,1 0 0 0 0,-1 1 0 0 0,0-1 0 0 0,1 0 0 0 0,-1 0 0 0 0,0 0 0 0 0,0 0 0 0 0,2-3 0 0 0,-2 2 0 0 0,1 0 0 0 0,-1 0 0 0 0,0-1 0 0 0,0 1 0 0 0,-1 0 0 0 0,1-1 0 0 0,0 1 0 0 0,-1-1 0 0 0,0 1 0 0 0,1-1 0 0 0,-1 0 0 0 0,0 1 0 0 0,0-1 0 0 0,-1 1 0 0 0,1-4 0 0 0,-6-20 0 0 0,0 0 0 0 0,-11-27 0 0 0,-4-21 0 0 0,6 22-295 0 0,15 49 22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35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9412 1 16934,'-9412'3143'0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37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35 688 0 0,'-3'-32'18972'0'0,"5"30"-18972"0"0,0 10 0 0 0,-3 2 0 0 0,0 0 0 0 0,-1 0 0 0 0,0 0 0 0 0,-1-1 0 0 0,0 1 0 0 0,-5 11 0 0 0,4-12 0 0 0,0 0 0 0 0,1 0 0 0 0,0 1 0 0 0,1-1 0 0 0,0 1 0 0 0,0 0 0 0 0,1-1 0 0 0,0 14 0 0 0,2-16 13 0 0,-1 1 0 0 0,1-1 0 0 0,1 0 0 0 0,-1 0 1 0 0,5 12-1 0 0,-5-17-67 0 0,1 1 0 0 0,-1-1 0 0 0,1 1 0 0 0,-1-1 0 0 0,1 0-1 0 0,0 1 1 0 0,0-1 0 0 0,0 0 0 0 0,0 0 0 0 0,1-1 0 0 0,-1 1 0 0 0,0 0 0 0 0,1-1 0 0 0,-1 1 0 0 0,1-1 0 0 0,-1 0 0 0 0,5 1 0 0 0,5 2-2951 0 0,24 5 0 0 0,15-3 1158 0 0,53-5 3192 0 0,-53-2-1887 0 0,-48 1 484 0 0,-1 1 0 0 0,1-1 0 0 0,0 0 1 0 0,0 1-1 0 0,-1 0 0 0 0,1 0 0 0 0,0 0 1 0 0,4 2-1 0 0,-4-1-356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45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16156,'9381'3638'0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8:47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15 149 2072 0 0,'-14'-6'16016'0'0,"85"41"-14299"0"0,8 4-1862 0 0,-60-30 145 0 0,-13-6 0 0 0,-1-1 0 0 0,1 1 0 0 0,-1-1 0 0 0,1 0 0 0 0,0 0 0 0 0,0-1 0 0 0,0 0 0 0 0,0 0 0 0 0,0 0 0 0 0,7-1 0 0 0,-13 0 0 0 0,1 0 0 0 0,0 0 0 0 0,-1 0 0 0 0,1-1 0 0 0,0 1 0 0 0,-1 0 0 0 0,1-1 0 0 0,0 1 0 0 0,-1-1 0 0 0,1 1 0 0 0,-1 0 0 0 0,1-1 0 0 0,-1 1 0 0 0,1-1 0 0 0,-1 0 0 0 0,1 1 0 0 0,-1-1 0 0 0,0 1 0 0 0,1-1 0 0 0,-1 0 0 0 0,0 1 0 0 0,1-1 0 0 0,-1 0 0 0 0,0 1 0 0 0,0-1 0 0 0,0 0 0 0 0,0 1 0 0 0,0-1 0 0 0,0 0 0 0 0,0 0 0 0 0,0 1 0 0 0,0-1 0 0 0,0 0 0 0 0,0 1 0 0 0,0-1 0 0 0,0 0 0 0 0,-7-31 0 0 0,5 26 0 0 0,-26-80-1321 0 0,5 19-4567 0 0,23 65 6016 0 0,-2-28 3461 0 0,3 29-3311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8:59.0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14156 1 17291,'-14155'3276'0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9:00.5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37 896 0 0,'6'-16'16599'0'0,"-5"14"-16290"0"0,1-1 1 0 0,0 1-1 0 0,0 0 0 0 0,0 0 1 0 0,1 0-1 0 0,3-3 0 0 0,-6 5-309 0 0,1 0 0 0 0,-1 0 0 0 0,0-1 0 0 0,1 1 0 0 0,-1 0 0 0 0,0 0 0 0 0,1 0 0 0 0,-1-1 0 0 0,1 1 0 0 0,-1 0 0 0 0,0 0 0 0 0,1 0 0 0 0,-1 0 0 0 0,1 0 0 0 0,-1 0 0 0 0,0 0 0 0 0,1 0 0 0 0,-1 0 0 0 0,1 0 0 0 0,-1 0 0 0 0,0 0 0 0 0,1 0 0 0 0,-1 0 0 0 0,1 0 0 0 0,-1 0 0 0 0,0 0 0 0 0,1 0 0 0 0,-1 0 0 0 0,1 1 0 0 0,-1-1 0 0 0,0 0 0 0 0,1 0 0 0 0,-1 1 0 0 0,0-1 0 0 0,1 0 0 0 0,-1 0 0 0 0,0 1 0 0 0,0-1 0 0 0,1 0 0 0 0,-1 1 0 0 0,0-1 0 0 0,0 0 0 0 0,1 1 0 0 0,-1-1 0 0 0,0 1 0 0 0,0-1 0 0 0,0 0 0 0 0,0 1 0 0 0,0-1 0 0 0,0 1 0 0 0,0-1 0 0 0,1 0 0 0 0,-1 1 0 0 0,0-1 0 0 0,0 1 0 0 0,0-1 0 0 0,-1 1 0 0 0,2 2 0 0 0,-1 0 0 0 0,0 0 0 0 0,0 0 0 0 0,0 0 0 0 0,-1-1 0 0 0,0 7 0 0 0,-2-1-287 0 0,-1 1-1 0 0,-7 12 1 0 0,-26 34-6000 0 0,7-11 3788 0 0,26-38 2579 0 0,1-1 0 0 0,0 1 0 0 0,0 0 0 0 0,1 0 1 0 0,-3 7-1 0 0,5-11-71 0 0,-1-1 1 0 0,1 0-1 0 0,0 0 1 0 0,0 0 0 0 0,-1 0-1 0 0,1 1 1 0 0,0-1-1 0 0,1 0 1 0 0,-1 0 0 0 0,0 0-1 0 0,0 1 1 0 0,0-1-1 0 0,1 0 1 0 0,-1 0 0 0 0,0 0-1 0 0,1 0 1 0 0,-1 0-1 0 0,1 1 1 0 0,0-1 0 0 0,-1 0-1 0 0,1 0 1 0 0,0 0-1 0 0,-1-1 1 0 0,1 1 0 0 0,0 0-1 0 0,0 0 1 0 0,0 0-1 0 0,0-1 1 0 0,0 1 0 0 0,0 0-1 0 0,0-1 1 0 0,0 1-1 0 0,0-1 1 0 0,0 1 0 0 0,2 0-1 0 0,14 4 52 0 0,-1-1-1 0 0,1-1 0 0 0,30 3 1 0 0,1 0 17 0 0,-41-6-221 0 0,0 1 0 0 0,-1-1 0 0 0,1-1 1 0 0,12-1-1 0 0,-14 1-150 0 0,1 0 1 0 0,-1 1 0 0 0,0-1 0 0 0,1 1 0 0 0,-1 0-1 0 0,1 1 1 0 0,-1-1 0 0 0,7 3 0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9:06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15001,'14454'3722'0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9:09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0 1840 0 0,'2'7'17979'0'0,"0"-3"-16486"0"0,4 5-3145 0 0,-1-2 1652 0 0,0 1 0 0 0,0-1 0 0 0,0-1 0 0 0,10 11 0 0 0,2 1 0 0 0,-2 0 0 0 0,-8-11 0 0 0,0 1 0 0 0,-1-1 0 0 0,0 2 0 0 0,5 8 0 0 0,-10-16 1 0 0,-1 0 0 0 0,0-1 0 0 0,0 1 0 0 0,1 0 0 0 0,-1-1 0 0 0,0 1 0 0 0,0 0 0 0 0,0-1 0 0 0,0 1-1 0 0,0 0 1 0 0,0 0 0 0 0,0-1 0 0 0,0 1 0 0 0,0 0 0 0 0,0-1 0 0 0,0 1 0 0 0,0 0 0 0 0,0-1 0 0 0,-1 1 0 0 0,1 0 0 0 0,0-1-1 0 0,-1 1 1 0 0,1 0 0 0 0,0-1 0 0 0,-1 1 0 0 0,1-1 0 0 0,0 1 0 0 0,-1-1 0 0 0,1 1 0 0 0,-1-1 0 0 0,0 1 0 0 0,1-1 0 0 0,-1 1 0 0 0,1-1-1 0 0,-1 0 1 0 0,1 1 0 0 0,-1-1 0 0 0,0 0 0 0 0,1 1 0 0 0,-1-1 0 0 0,0 0 0 0 0,1 0 0 0 0,-1 0 0 0 0,-1 1 0 0 0,-4 0-91 0 0,-2 1 0 0 0,1-1 0 0 0,-11 1 0 0 0,9-1-478 0 0,-5 1 150 0 0,-35 5-2033 0 0,45-6 2307 0 0,1 0 0 0 0,-1 0 0 0 0,0 0 0 0 0,1 1 0 0 0,-1-1 0 0 0,1 1 0 0 0,0 0 0 0 0,-1 0 0 0 0,1 0-1 0 0,-4 11 4353 0 0,7-13-4094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9:20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17719,'4316'3181'0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9:22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0 209 1840 0 0,'9'3'18525'0'0,"10"-4"-19895"0"0,-8 0 2035 0 0,12 3-665 0 0,-1 0 0 0 0,0 2 0 0 0,36 10 0 0 0,-23-5 0 0 0,-18-4-8 0 0,-12-3 0 0 0,0-1 0 0 0,0 1 0 0 0,0-1 0 0 0,0 0 0 0 0,0 0-1 0 0,1-1 1 0 0,-1 1 0 0 0,0-1 0 0 0,0 0 0 0 0,0-1 0 0 0,9-1 0 0 0,-13 1-61 0 0,1 0 1 0 0,-1 1-1 0 0,0-1 1 0 0,0-1-1 0 0,1 1 1 0 0,-1 0-1 0 0,0 0 1 0 0,0 0-1 0 0,0-1 1 0 0,0 1-1 0 0,0 0 1 0 0,-1-1-1 0 0,1 1 0 0 0,0-1 1 0 0,-1 1-1 0 0,1-1 1 0 0,-1 1-1 0 0,1-1 1 0 0,-1 1-1 0 0,0-1 1 0 0,1 1-1 0 0,-1-1 1 0 0,0 0-1 0 0,0-1 1 0 0,0-7 621 0 0,-1-1 0 0 0,-1-14 1 0 0,1 21-396 0 0,-5-46 92 0 0,-2-66-8938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49:3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4326 1 17382,'-4326'3623'0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49:32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42 688 0 0,'-30'-25'18337'0'0,"30"22"-17760"0"0,6-8-519 0 0,-6 11-57 0 0,1-1 0 0 0,-1 1-1 0 0,0 0 1 0 0,0 0 0 0 0,0 0-1 0 0,0 0 1 0 0,0-1 0 0 0,1 1-1 0 0,-1 0 1 0 0,0 0 0 0 0,0 0-1 0 0,0 0 1 0 0,1 0-1 0 0,-1 0 1 0 0,0-1 0 0 0,0 1-1 0 0,1 0 1 0 0,-1 0 0 0 0,0 0-1 0 0,0 0 1 0 0,1 0 0 0 0,-1 0-1 0 0,0 0 1 0 0,0 0 0 0 0,0 0-1 0 0,1 0 1 0 0,-1 0 0 0 0,0 0-1 0 0,0 0 1 0 0,1 0 0 0 0,-1 0-1 0 0,0 0 1 0 0,0 1 0 0 0,1-1-1 0 0,-1 0 1 0 0,0 0 0 0 0,0 0-1 0 0,0 0 1 0 0,1 0 0 0 0,-1 0-1 0 0,0 1 1 0 0,0-1 0 0 0,0 0-1 0 0,0 0 1 0 0,1 0 0 0 0,-1 0-1 0 0,0 1 1 0 0,0-1 0 0 0,5 19-88 0 0,-2 22-1164 0 0,-3-17 426 0 0,2 63-5984 0 0,5-50 7242 0 0,-6-34-408 0 0,-1 0-1 0 0,1 0 0 0 0,1 0 1 0 0,-1 0-1 0 0,0 0 0 0 0,1 0 1 0 0,0 0-1 0 0,-1 0 0 0 0,1-1 1 0 0,0 1-1 0 0,0-1 0 0 0,1 1 1 0 0,2 2-1 0 0,-3-4-1 0 0,0 0 0 0 0,0 1 1 0 0,0-1-1 0 0,0 0 0 0 0,1 0 0 0 0,-1 0 0 0 0,0-1 1 0 0,0 1-1 0 0,1 0 0 0 0,-1-1 0 0 0,0 0 1 0 0,1 1-1 0 0,-1-1 0 0 0,1 0 0 0 0,-1 0 0 0 0,0 0 1 0 0,1-1-1 0 0,2 0 0 0 0,38-10 4230 0 0,20-15-8131 0 0,-28 12 3409 0 0,-21 7 58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0:48.4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15649,'9400'3192'0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0:50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1 203 3225 0 0,'3'12'15534'0'0,"10"-12"-15434"0"0,0 0 0 0 0,0 0 0 0 0,-1 2 0 0 0,1 0 1 0 0,-1 0-1 0 0,1 1 0 0 0,-1 0 0 0 0,13 6 0 0 0,-18-6-134 0 0,1 0 0 0 0,0-1-1 0 0,0 0 1 0 0,-1 0-1 0 0,11 1 1 0 0,-17-3 2 0 0,0 0-1 0 0,1 0 1 0 0,-1 0-1 0 0,0 0 1 0 0,1 0-1 0 0,-1 0 1 0 0,1 0-1 0 0,-1 0 1 0 0,0 0-1 0 0,1-1 1 0 0,-1 1-1 0 0,0 0 1 0 0,0-1-1 0 0,1 0 1 0 0,-1 1-1 0 0,0-1 1 0 0,0 1-1 0 0,0-1 1 0 0,1 0-1 0 0,-1 0 1 0 0,0 0-1 0 0,0 0 1 0 0,0 0-1 0 0,0 0 1 0 0,-1 0-1 0 0,1 0 1 0 0,0 0-1 0 0,0 0 1 0 0,-1 0-1 0 0,1-1 1 0 0,-1 1-1 0 0,1 0 1 0 0,-1-1-1 0 0,1 1 1 0 0,-1 0-1 0 0,0-1 1 0 0,1 1-1 0 0,-1-2 1 0 0,-1-29 3047 0 0,-6 0-3981 0 0,-17-29-6311 0 0,6 16 3644 0 0,9 15 5044 0 0,9 29-1347 0 0,-1-1 1 0 0,1 1-1 0 0,0-1 1 0 0,0 1-1 0 0,0-1 1 0 0,0 0-1 0 0,0 1 1 0 0,0-1-1 0 0,0 1 1 0 0,1-1-1 0 0,0-2 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0:54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9370 1 16904,'-9369'3688'0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0:55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123 0 2072 0 0,'-3'7'11907'0'0,"-5"11"-6802"0"0,-21 44-4529 0 0,9-27-576 0 0,-19 36 0 0 0,35-61 0 0 0,0 0 0 0 0,0 0 0 0 0,1 0 0 0 0,0 1 0 0 0,-2 13 0 0 0,5-23 0 0 0,0 0 0 0 0,0 0 0 0 0,0-1 0 0 0,0 1 0 0 0,-1 0 0 0 0,1-1 0 0 0,0 1 0 0 0,0 0 0 0 0,1 0 0 0 0,-1-1 0 0 0,0 1 0 0 0,0 0 0 0 0,0-1 0 0 0,0 1 0 0 0,1 0 0 0 0,-1-1 0 0 0,0 1 0 0 0,0 0 0 0 0,1-1 0 0 0,-1 1 0 0 0,1-1 0 0 0,-1 1 0 0 0,1 0 0 0 0,-1-1 0 0 0,1 1 0 0 0,-1-1 0 0 0,1 1 0 0 0,-1-1 0 0 0,1 0 0 0 0,-1 1 0 0 0,1-1 0 0 0,0 1 0 0 0,-1-1 0 0 0,1 0 0 0 0,0 0 0 0 0,-1 1 0 0 0,1-1 0 0 0,0 0 0 0 0,-1 0 0 0 0,1 0 0 0 0,0 0 0 0 0,0 0 0 0 0,-1 0 0 0 0,1 0 0 0 0,0 0 0 0 0,-1 0 0 0 0,1 0 0 0 0,1-1 0 0 0,4 0 0 0 0,1 0 0 0 0,0-1 0 0 0,-1 0 0 0 0,9-4 0 0 0,-4 1 0 0 0,6-1 0 0 0,23-13 0 0 0,-13 5-616 0 0,-17 10-2361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02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15853,'14291'3239'0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04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3281 0 0,'-23'-7'15353'0'0,"18"3"-13629"0"0,-1-1-2492 0 0,24 15 715 0 0,-2-2 91 0 0,5 6-33 0 0,17 10 35 0 0,53 26 0 0 0,-86-47-40 0 0,-1-1 0 0 0,1 1 0 0 0,-1 0 0 0 0,1 0 0 0 0,-1 1 0 0 0,0-1 0 0 0,0 1 0 0 0,-1 0 0 0 0,1 0 0 0 0,-1 0 0 0 0,0 1 0 0 0,0-1 0 0 0,0 1 0 0 0,-1-1 0 0 0,1 1 0 0 0,2 9 0 0 0,-5-14-33 0 0,0 0-1 0 0,1 1 0 0 0,-1-1 1 0 0,0 0-1 0 0,0 1 1 0 0,0-1-1 0 0,0 0 1 0 0,0 1-1 0 0,0-1 0 0 0,0 1 1 0 0,1-1-1 0 0,-1 0 1 0 0,0 1-1 0 0,0-1 1 0 0,0 1-1 0 0,-1-1 0 0 0,1 0 1 0 0,0 1-1 0 0,0-1 1 0 0,0 0-1 0 0,0 1 1 0 0,0-1-1 0 0,0 1 0 0 0,0-1 1 0 0,-1 0-1 0 0,1 1 1 0 0,0-1-1 0 0,0 0 1 0 0,-1 1-1 0 0,1-1 0 0 0,0 0 1 0 0,0 0-1 0 0,-1 1 1 0 0,1-1-1 0 0,0 0 0 0 0,-1 0 1 0 0,1 1-1 0 0,0-1 1 0 0,-1 0-1 0 0,1 0 1 0 0,0 0-1 0 0,-1 0 0 0 0,1 0 1 0 0,0 1-1 0 0,-4-1 1433 0 0,1 0-1292 0 0,-9 1-448 0 0,0 1 1 0 0,-1 1-1 0 0,1 0 0 0 0,-17 6 1 0 0,-49 25-4805 0 0,58-25 5604 0 0,17-8-407 0 0,-1 1 1 0 0,1 0 0 0 0,-1 0 0 0 0,1 0 0 0 0,0 0 0 0 0,0 0-1 0 0,-1 1 1 0 0,2-1 0 0 0,-5 5 0 0 0,8 1 1570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07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14374 1 18052,'-14374'3439'0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09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7 1840 0 0,'6'-6'17820'0'0,"-5"7"-17820"0"0,0 1 0 0 0,0 0 0 0 0,0-1 0 0 0,0 1 0 0 0,0 0 0 0 0,0-1 0 0 0,-1 1 0 0 0,1 0 0 0 0,-1 0 0 0 0,1 0 0 0 0,-1 0 0 0 0,0 0 0 0 0,1 3 0 0 0,-1 1 0 0 0,-1-1 0 0 0,1 1 0 0 0,-1-1 0 0 0,-2 10 0 0 0,-10 30 0 0 0,-6 20 0 0 0,17-57 0 0 0,1 1 0 0 0,0 0 0 0 0,0 0 0 0 0,1-1 0 0 0,1 15 0 0 0,0-20-21 0 0,-1-1 1 0 0,1 1-1 0 0,0 0 0 0 0,0-1 0 0 0,0 1 0 0 0,0 0 0 0 0,0-1 1 0 0,1 1-1 0 0,-1-1 0 0 0,1 0 0 0 0,0 0 0 0 0,-1 1 0 0 0,1-1 0 0 0,0 0 1 0 0,0 0-1 0 0,1-1 0 0 0,-1 1 0 0 0,0 0 0 0 0,1-1 0 0 0,-1 1 1 0 0,0-1-1 0 0,1 0 0 0 0,0 0 0 0 0,3 1 0 0 0,7 2-1366 0 0,0-1-1 0 0,1 0 0 0 0,23 1 0 0 0,-20-2-647 0 0,-2 0 1849 0 0,1 0-326 0 0,-1 0 0 0 0,1-1 0 0 0,16-2 0 0 0,-25 0-1854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1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16445,'0'3051'0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20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5529 0 0,'3'3'13520'0'0,"8"10"-12909"0"0,37 61-611 0 0,-38-56 0 0 0,0 0 0 0 0,2-1 0 0 0,0 0 0 0 0,1-1 0 0 0,19 19 0 0 0,-31-34 1 0 0,0 0-1 0 0,0 0 1 0 0,0 0-1 0 0,0 0 1 0 0,1 0-1 0 0,-1-1 1 0 0,0 1 0 0 0,1 0-1 0 0,-1 0 1 0 0,0-1-1 0 0,1 1 1 0 0,-1-1-1 0 0,1 0 1 0 0,-1 1-1 0 0,1-1 1 0 0,-1 0-1 0 0,1 0 1 0 0,-1 0-1 0 0,1 0 1 0 0,-1 0 0 0 0,1 0-1 0 0,-1 0 1 0 0,1 0-1 0 0,-1-1 1 0 0,1 1-1 0 0,-1-1 1 0 0,1 1-1 0 0,-1-1 1 0 0,0 1-1 0 0,1-1 1 0 0,-1 0-1 0 0,0 0 1 0 0,1 0 0 0 0,-1 0-1 0 0,0 0 1 0 0,0 0-1 0 0,0 0 1 0 0,0 0-1 0 0,0 0 1 0 0,2-2-1 0 0,3-7-35 0 0,0 1-1 0 0,0-1 1 0 0,-1 0-1 0 0,6-16 1 0 0,-5 12-170 0 0,13-28-3374 0 0,12-46-1 0 0,-29 82 3330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26.5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 18562,'0'3477'0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27.8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4609 0 0,'11'-9'14980'0'0,"2"7"-14909"0"0,-9 3-71 0 0,-1-1 0 0 0,1 1 0 0 0,0 0 0 0 0,-1 1 0 0 0,1-1 0 0 0,-1 0 0 0 0,0 1 0 0 0,1 0 0 0 0,-1 0 0 0 0,0 0 0 0 0,0 0 0 0 0,0 0 0 0 0,0 1 0 0 0,-1 0 0 0 0,4 3 0 0 0,4 6 0 0 0,0 1 0 0 0,10 18 0 0 0,-4-8 0 0 0,-3 2 0 0 0,4 5 0 0 0,-16-29 0 0 0,0 1 0 0 0,0 0 0 0 0,1 0 0 0 0,-1-1 0 0 0,1 1 0 0 0,-1-1 0 0 0,1 0 0 0 0,0 1 0 0 0,-1-1 0 0 0,1 0 0 0 0,4 2 0 0 0,-5-3 0 0 0,1 1 0 0 0,-1-1 0 0 0,1 0 0 0 0,0 0 0 0 0,-1 0 0 0 0,1 0 0 0 0,0 0 0 0 0,-1-1 0 0 0,1 1 0 0 0,-1 0 0 0 0,1-1 0 0 0,-1 1 0 0 0,1-1 0 0 0,-1 1 0 0 0,1-1 0 0 0,-1 0 0 0 0,1 0 0 0 0,-1 0 0 0 0,0 0 0 0 0,1 0 0 0 0,-1 0 0 0 0,0 0 0 0 0,0 0 0 0 0,0 0 0 0 0,2-2 0 0 0,4-6 0 0 0,-1 1 0 0 0,9-16 0 0 0,-11 17 0 0 0,21-34-35 0 0,-16 23-153 0 0,1 1 1 0 0,0 1-1 0 0,2 0 0 0 0,16-18 1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36.7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17396,'4726'3082'0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38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0 181 4609 0 0,'10'2'12938'0'0,"23"4"-12206"0"0,0 0 1 0 0,42 16-1 0 0,23 5-816 0 0,-96-27 84 0 0,0 1 0 0 0,-1-1 0 0 0,1 0 0 0 0,-1 1 0 0 0,1-1 0 0 0,-1 0 0 0 0,1 0 0 0 0,0 0 0 0 0,-1 0 0 0 0,1 0 0 0 0,-1-1 0 0 0,1 1 0 0 0,0 0 0 0 0,-1-1 0 0 0,1 1 0 0 0,-1-1 0 0 0,1 1 0 0 0,-1-1 0 0 0,0 0 0 0 0,1 0 0 0 0,-1 0 0 0 0,0 0 0 0 0,1 0 0 0 0,-1 0 0 0 0,0 0 0 0 0,0 0 0 0 0,0 0 0 0 0,0 0 0 0 0,1-3 0 0 0,0 1 0 0 0,-1 0 0 0 0,0 0 0 0 0,0 0 0 0 0,0 0 0 0 0,-1-1 0 0 0,1 1 0 0 0,-1 0 0 0 0,0-1 0 0 0,1 1 0 0 0,-2 0 0 0 0,1-1 0 0 0,0 1 0 0 0,-1-4 0 0 0,-8-33-2 0 0,6 29-1 0 0,1 1 0 0 0,0-1-1 0 0,0 1 1 0 0,1-1 0 0 0,0 0-1 0 0,1 0 1 0 0,0 1 0 0 0,3-20-1 0 0,-2 27-62 0 0,-1 1-1 0 0,1 0 0 0 0,0 0 0 0 0,-1 0 1 0 0,1 0-1 0 0,0 0 0 0 0,0 0 1 0 0,0 1-1 0 0,3-4 0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42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4673 1 17996,'-4672'3472'0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43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22 2072 0 0,'-1'-22'15447'0'0,"3"25"-15141"0"0,-1 0 0 0 0,0 0 0 0 0,0 0 0 0 0,0 0-1 0 0,-1 0 1 0 0,1 4 0 0 0,1 22-306 0 0,-1 0 0 0 0,-1 0 0 0 0,-2 0 0 0 0,-10 51 0 0 0,11-75 0 0 0,0 0 0 0 0,1 0 0 0 0,-1 0 0 0 0,1 0 0 0 0,0-1 0 0 0,0 1 0 0 0,1 0 0 0 0,1 8 0 0 0,-2-11 0 0 0,1 0 0 0 0,-1 0 0 0 0,1-1 0 0 0,0 1 0 0 0,0 0 0 0 0,0 0 0 0 0,0 0 0 0 0,0-1 0 0 0,1 1 0 0 0,-1-1 0 0 0,0 1 0 0 0,1-1 0 0 0,-1 1 0 0 0,1-1 0 0 0,-1 0 0 0 0,1 0 0 0 0,0 0 0 0 0,-1 0 0 0 0,1 0 0 0 0,0 0 0 0 0,0 0 0 0 0,0 0 0 0 0,2 0 0 0 0,3 1-92 0 0,0-1-1 0 0,0 0 0 0 0,0-1 1 0 0,0 0-1 0 0,0 0 0 0 0,1 0 1 0 0,8-2-1 0 0,52-14-4125 0 0,-48 11 2652 0 0,30-6 0 0 0,7 8 422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47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15494,'9565'3141'0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48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8 246 7186 0 0,'-7'4'10874'0'0,"8"-6"-10509"0"0,5 0-239 0 0,0 0 1 0 0,0 0 0 0 0,0 0-1 0 0,1 1 1 0 0,-1 0-1 0 0,9 0 1 0 0,45 0 6 0 0,-38 2-249 0 0,26-3-1 0 0,-37 1 278 0 0,1-1 0 0 0,18-5 0 0 0,-27 6-163 0 0,0 0 0 0 0,0 0-1 0 0,0-1 1 0 0,0 1-1 0 0,0-1 1 0 0,0 0-1 0 0,0 0 1 0 0,0 0-1 0 0,0 0 1 0 0,-1 0 0 0 0,1-1-1 0 0,-1 1 1 0 0,3-5-1 0 0,-4 5 3 0 0,0 0 1 0 0,0 0-1 0 0,-1 1 0 0 0,1-1 0 0 0,-1 0 1 0 0,1 0-1 0 0,-1 0 0 0 0,0 0 0 0 0,1 0 1 0 0,-1 0-1 0 0,0 0 0 0 0,0 0 0 0 0,-1 0 0 0 0,1 0 1 0 0,0 0-1 0 0,-1 0 0 0 0,1 0 0 0 0,-1 0 1 0 0,-1-2-1 0 0,-2-6-12 0 0,0 1 0 0 0,-9-14 1 0 0,7 13-41 0 0,-43-76-173 0 0,43 71 532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1:52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9530 1 15781,'-9530'3663'0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1:54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1380 0 0,'3'-16'18280'0'0,"12"10"-18280"0"0,-15 6 0 0 0,0 0 0 0 0,1 0 0 0 0,-1 0 0 0 0,0 0 0 0 0,1 0 0 0 0,-1 0 0 0 0,0 0 0 0 0,1 0 0 0 0,-1 0 0 0 0,0 0 0 0 0,1 0 0 0 0,-1 0 0 0 0,0 0 0 0 0,1 1 0 0 0,-1-1 0 0 0,0 0 0 0 0,1 0 0 0 0,-1 0 0 0 0,0 1 0 0 0,1-1 0 0 0,-1 0 0 0 0,0 0 0 0 0,0 1 0 0 0,0-1 0 0 0,1 0 0 0 0,-1 0 0 0 0,0 1 0 0 0,0-1 0 0 0,0 0 0 0 0,1 1 0 0 0,-1-1 0 0 0,0 0 0 0 0,0 1 0 0 0,0-1 0 0 0,0 0 0 0 0,0 1 0 0 0,0-1 0 0 0,0 1 0 0 0,2 13 0 0 0,-2-13 0 0 0,0 9 0 0 0,0 0 0 0 0,-1 0 0 0 0,0 0 0 0 0,-1-1 0 0 0,0 1 0 0 0,-5 13 0 0 0,4-12 0 0 0,0 0 0 0 0,0 0 0 0 0,1 0 0 0 0,-1 16 0 0 0,4-24 0 0 0,-1-1 0 0 0,0 1 0 0 0,1-1 0 0 0,-1 1 0 0 0,1-1 0 0 0,0 1 0 0 0,-1-1 0 0 0,1 0 0 0 0,0 1 0 0 0,1-1 0 0 0,-1 0 0 0 0,0 0 0 0 0,1 0 0 0 0,-1 0 0 0 0,1 0 0 0 0,0 0 0 0 0,-1 0 0 0 0,1 0 0 0 0,0-1 0 0 0,0 1 0 0 0,0-1 0 0 0,1 1 0 0 0,-1-1 0 0 0,0 0 0 0 0,0 0 0 0 0,1 0 0 0 0,3 1 0 0 0,7 2 0 0 0,0 0 0 0 0,0-2 0 0 0,0 1 0 0 0,14-1 0 0 0,-13 0 0 0 0,14 1-117 0 0,-5-2-4011 0 0,31-1 1 0 0,-20-3 3334 0 0,-15 0-822 0 0,-9 2-1664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2:00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4602 1 15688,'-4601'3154'0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2:02.1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 1152 0 0,'-21'-2'20973'0'0,"17"4"-20970"0"0,1 5-2471 0 0,2-6 2468 0 0,1 1 0 0 0,-1-1 0 0 0,1 1 0 0 0,-1 0 0 0 0,1 0 0 0 0,0-1 0 0 0,0 1 0 0 0,0 0 0 0 0,0-1 0 0 0,0 1 0 0 0,0 3 0 0 0,0 2 0 0 0,-3 66 0 0 0,6 83 0 0 0,1-130 467 0 0,-3-23-904 0 0,0 0 1 0 0,0 0-1 0 0,0 0 0 0 0,0-1 1 0 0,1 1-1 0 0,-1-1 0 0 0,1 1 1 0 0,0-1-1 0 0,0 1 1 0 0,-1-1-1 0 0,1 0 0 0 0,1 0 1 0 0,-1 0-1 0 0,0 0 1 0 0,1 0-1 0 0,-1-1 0 0 0,1 1 1 0 0,-1-1-1 0 0,6 3 1 0 0,-4-3 425 0 0,1 0 1 0 0,-1 1-1 0 0,1-1 1 0 0,8 0-1 0 0,94-1-127 0 0,-41-2 4743 0 0,-43 1-2128 0 0,-18 1-1604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2:06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14740,'4862'3499'0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2:08.5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1 215 2533 0 0,'11'0'14141'0'0,"6"1"-10435"0"0,-13-1-4426 0 0,25 5 720 0 0,1 1 0 0 0,54 20 0 0 0,-17-6 0 0 0,-64-18 0 0 0,1-2 0 0 0,0 1 0 0 0,-1 0 0 0 0,1-1 0 0 0,0 0 0 0 0,-1 1 0 0 0,1-2 0 0 0,0 1 0 0 0,-1 0 0 0 0,6-2 0 0 0,-8 2 0 0 0,0 0 0 0 0,0-1 0 0 0,0 1 0 0 0,0-1 0 0 0,0 1 0 0 0,0-1 0 0 0,0 0 0 0 0,0 0 0 0 0,0 1 0 0 0,0-1 0 0 0,0 0 0 0 0,0 0 0 0 0,0 0 0 0 0,-1 0 0 0 0,1 0 0 0 0,0 0 0 0 0,-1 0 0 0 0,1 0 0 0 0,-1 0 0 0 0,1 0 0 0 0,-1 0 0 0 0,1 0 0 0 0,-1-1 0 0 0,0 1 0 0 0,1 0 0 0 0,-1 0 0 0 0,0 0 0 0 0,0-1 0 0 0,0 1 0 0 0,0 0 0 0 0,0 0 0 0 0,0 0 0 0 0,-1-1 0 0 0,1 0 0 0 0,-3-14 2 0 0,-9-29 0 0 0,7 31-14 0 0,1 0 0 0 0,-2-20 1 0 0,5 28-2 0 0,1 1 1 0 0,0 0-1 0 0,0 0 1 0 0,0-1-1 0 0,1 1 0 0 0,0 0 1 0 0,0 0-1 0 0,0 0 1 0 0,1 0-1 0 0,2-8 1 0 0,5-1 176 0 0,-8 12-217 0 0,1 0 1 0 0,-1-1 0 0 0,0 1 0 0 0,0 0 0 0 0,0 0 0 0 0,0 0 0 0 0,0-1 0 0 0,0 1 0 0 0,-1-1 0 0 0,1 1 0 0 0,0-5-1 0 0,-1 0-2977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2:25.0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0 18819,'0'3010'0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2:26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32 2765 0 0,'-12'-6'18358'0'0,"17"14"-19821"0"0,13 27 1463 0 0,18 31 0 0 0,-30-57 0 0 0,0 0 0 0 0,0-1 0 0 0,1 0 0 0 0,14 14 0 0 0,-19-20 0 0 0,-1-1 0 0 0,1 1 0 0 0,0-1 0 0 0,0 0 0 0 0,0 0 0 0 0,0 0 0 0 0,0 1 0 0 0,0-2 0 0 0,0 1 0 0 0,1 0 0 0 0,-1 0 0 0 0,0-1 0 0 0,0 1 0 0 0,1-1 0 0 0,-1 0 0 0 0,0 0 0 0 0,1 0 0 0 0,-1 0 0 0 0,5-1 0 0 0,-4 1 0 0 0,0-1 0 0 0,0-1 0 0 0,0 1 0 0 0,0 0 0 0 0,-1-1 0 0 0,1 0 0 0 0,0 1 0 0 0,-1-1 0 0 0,1 0 0 0 0,-1 0 0 0 0,0-1 0 0 0,0 1 0 0 0,0 0 0 0 0,3-4 0 0 0,5-10 46 0 0,0-1-1 0 0,13-28 0 0 0,1-2-1144 0 0,-19 37-460 0 0,1 1 0 0 0,12-16 0 0 0,-17 25 1569 0 0,-1 0-1 0 0,0-1 1 0 0,0 1 0 0 0,1-1 0 0 0,-1 1-1 0 0,0 0 1 0 0,1-1 0 0 0,-1 1-1 0 0,0 0 1 0 0,1-1 0 0 0,-1 1 0 0 0,1 0-1 0 0,-1-1 1 0 0,0 1 0 0 0,1 0-1 0 0,-1 0 1 0 0,1 0 0 0 0,-1-1 0 0 0,1 1-1 0 0,-1 0 1 0 0,1 0 0 0 0,-1 0-1 0 0,1 0 1 0 0,-1 0 0 0 0,1 0 0 0 0,-1 0-1 0 0,1 0 1 0 0,-1 0 0 0 0,1 0 0 0 0,-1 0-1 0 0,1 0 1 0 0,-1 0 0 0 0,1 1-1 0 0,-1-1 1 0 0,0 0 0 0 0,1 0 0 0 0,-1 0-1 0 0,1 1 1 0 0,0-1 0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2:29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17367,'190'3453'0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2:30.4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3457 0 0,'12'19'14244'0'0,"-8"-11"-12285"0"0,14 20-1959 0 0,74 117 0 0 0,-89-140 0 0 0,1 1 0 0 0,-1-2 0 0 0,1 1 0 0 0,1 0 0 0 0,-1-1 0 0 0,1 0 0 0 0,-1 0 0 0 0,8 5 0 0 0,-10-9 0 0 0,-1 1 0 0 0,1 0 0 0 0,0 0 0 0 0,0-1 0 0 0,-1 1 0 0 0,1-1 0 0 0,0 1 0 0 0,0-1 0 0 0,0 0 0 0 0,-1 0 0 0 0,1 0 0 0 0,0 0 0 0 0,0 0 0 0 0,0 0 0 0 0,0 0 0 0 0,-1 0 0 0 0,1-1 0 0 0,0 1 0 0 0,0-1 0 0 0,0 0 0 0 0,-1 1 0 0 0,1-1 0 0 0,0 0 0 0 0,-1 0 0 0 0,1 0 0 0 0,-1 0 0 0 0,1 0 0 0 0,-1 0 0 0 0,0-1 0 0 0,1 1 0 0 0,1-3 0 0 0,2-2 0 0 0,0 0 0 0 0,-1-1 0 0 0,1 1 0 0 0,-1-1 0 0 0,5-13 0 0 0,12-40 0 0 0,-10 29 0 0 0,-4 9-128 0 0,11-26-87 0 0,-16 43-748 0 0,1 0 1 0 0,0 0-1 0 0,6-8 1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3:34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17277,'4406'3161'0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3:35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1 206 920 0 0,'2'0'12867'0'0,"11"-8"-7506"0"0,-8 6-5324 0 0,0 0 0 0 0,1 1 1 0 0,-1-1-1 0 0,0 1 0 0 0,1 1 0 0 0,-1-1 0 0 0,0 1 1 0 0,1 0-1 0 0,-1 0 0 0 0,1 0 0 0 0,-1 1 0 0 0,1 0 1 0 0,-1 0-1 0 0,6 2 0 0 0,11 4-63 0 0,40 18-1 0 0,-61-24 34 0 0,35 18-7 0 0,-28-14 0 0 0,-1-1 0 0 0,1 1 0 0 0,0-2 0 0 0,0 1 0 0 0,0-1 0 0 0,0 0 0 0 0,13 2 0 0 0,-21-5 0 0 0,1 0 0 0 0,0 0 0 0 0,0 0 0 0 0,-1 0 0 0 0,1 0 0 0 0,0 0 0 0 0,0 0 0 0 0,0 0 0 0 0,-1-1 0 0 0,1 1 0 0 0,0 0 0 0 0,-1 0 0 0 0,1-1 0 0 0,0 1 0 0 0,0 0 0 0 0,-1-1 0 0 0,1 1 0 0 0,0-1 0 0 0,-1 1 0 0 0,1-1 0 0 0,-1 1 0 0 0,1-1 0 0 0,-1 1 0 0 0,2-2 0 0 0,-2 1 0 0 0,1-1 0 0 0,0 0 0 0 0,0 1 0 0 0,-1-1 0 0 0,1 0 0 0 0,-1 0 0 0 0,0 0 0 0 0,1 1 0 0 0,-1-1 0 0 0,0-2 0 0 0,0-5 0 0 0,-1 1 0 0 0,0-1 0 0 0,-2-11 0 0 0,3 20 0 0 0,-8-35 275 0 0,1 5-2188 0 0,1-1 0 0 0,2 1 0 0 0,-2-35 0 0 0,10 52 826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3:40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4443 0 16348,'-4442'3624'0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3:41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1152 0 0,'-17'3'15219'0'0,"14"25"-11930"0"0,5 105-3289 0 0,2 36 0 0 0,-3-163 0 0 0,-1 0 0 0 0,1 0 0 0 0,0 0 0 0 0,1 0 0 0 0,-1 0 0 0 0,1-1 0 0 0,4 9 0 0 0,-4-11 0 0 0,-1-1 0 0 0,1 1 0 0 0,0 0 0 0 0,0-1 0 0 0,1 0 0 0 0,-1 1 0 0 0,0-1 0 0 0,1 0 0 0 0,-1 0 0 0 0,1-1 0 0 0,0 1 0 0 0,-1 0 0 0 0,1-1 0 0 0,0 0 0 0 0,6 2 0 0 0,1 1 0 0 0,1 0 0 0 0,0-1 0 0 0,0 0 0 0 0,0-1 0 0 0,0-1 0 0 0,0 0 0 0 0,0 0 0 0 0,18-1 0 0 0,-24-2-4 0 0,0 1 0 0 0,0-1 0 0 0,0 0 0 0 0,-1 0 0 0 0,1-1 0 0 0,6-3 0 0 0,13-8-229 0 0,-14 10 494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3:56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9651 0 15054,'-9651'3145'0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3:5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63 1612 0 0,'2'-17'11608'0'0,"-1"14"-10641"0"0,4-10 2680 0 0,-4 10-2757 0 0,-1 1-823 0 0,1 0 0 0 0,0 0 0 0 0,-1 1-1 0 0,1-1 1 0 0,0 0 0 0 0,0 0 0 0 0,0 0 0 0 0,1 1 0 0 0,-1-1 0 0 0,0 0 0 0 0,1 1-1 0 0,-1-1 1 0 0,4-2 0 0 0,-5 4-67 0 0,0 0 0 0 0,0 0 0 0 0,0 0 0 0 0,0 0 0 0 0,0 0 0 0 0,0 0 0 0 0,0 0 0 0 0,0 0 0 0 0,1 0 0 0 0,-1 0 0 0 0,0 0 0 0 0,0 0 0 0 0,0 0 0 0 0,0 0 0 0 0,0 0 0 0 0,0 0 0 0 0,0 0 0 0 0,0 0 0 0 0,0 1 0 0 0,0-1 0 0 0,0 0 0 0 0,1 0 0 0 0,-1 0 0 0 0,0 0 0 0 0,0 0 0 0 0,0 0 0 0 0,0 0 0 0 0,0 0 0 0 0,0 0 0 0 0,0 0 0 0 0,0 0 0 0 0,0 0 0 0 0,0 0 0 0 0,0 0 0 0 0,0 1 0 0 0,0-1 0 0 0,0 0 0 0 0,0 0 0 0 0,0 0 0 0 0,0 0 0 0 0,0 0 0 0 0,0 0 0 0 0,0 0 0 0 0,0 0 0 0 0,0 0 0 0 0,0 0 0 0 0,0 1 0 0 0,0-1 0 0 0,-1 7 0 0 0,-3 8 0 0 0,4-15 0 0 0,-9 23-3097 0 0,-21 38 1 0 0,5-12-240 0 0,11-15 4134 0 0,13-30-778 0 0,0 1 0 0 0,0-1 0 0 0,0 0 0 0 0,0 1 0 0 0,0-1 0 0 0,1 0 0 0 0,0 1 0 0 0,0-1 0 0 0,0 1 0 0 0,1-1 0 0 0,-1 0 0 0 0,1 1 0 0 0,1 4 0 0 0,-1-7 17 0 0,0 1-1 0 0,1-1 0 0 0,-1 0 0 0 0,0 1 0 0 0,1-1 1 0 0,0 0-1 0 0,-1 0 0 0 0,1 0 0 0 0,0 0 0 0 0,0 0 1 0 0,0 0-1 0 0,0-1 0 0 0,0 1 0 0 0,0-1 0 0 0,1 1 1 0 0,-1-1-1 0 0,1 0 0 0 0,-1 0 0 0 0,0 0 0 0 0,1 0 1 0 0,0 0-1 0 0,4 0 0 0 0,18 3-134 0 0,0-2 1 0 0,0-1-1 0 0,27-1 1 0 0,-20-1-197 0 0,39 4 0 0 0,-40 1-3221 0 0,-19 0 259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4:06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16603,'9727'3654'0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4:08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11 244 6249 0 0,'-10'1'10221'0'0,"61"24"-6807"0"0,-38-17-3451 0 0,0-1-1 0 0,1-1 1 0 0,0 0 0 0 0,0-1 0 0 0,19 4-1 0 0,-31-8 38 0 0,0-1 0 0 0,1 1 0 0 0,-1-1 0 0 0,0 0 0 0 0,0 0 0 0 0,1 0 0 0 0,-1 0 0 0 0,0 0 0 0 0,0-1 0 0 0,0 1 0 0 0,1-1 0 0 0,-1 1 0 0 0,0-1 0 0 0,0 0 0 0 0,0 0 0 0 0,0 0 0 0 0,0 0 0 0 0,0 0 0 0 0,0 0 0 0 0,0-1 0 0 0,-1 1 0 0 0,1-1 0 0 0,0 1 0 0 0,-1-1 0 0 0,1 0 0 0 0,-1 1 0 0 0,2-4 0 0 0,-1 1 0 0 0,0 0 0 0 0,0 0 0 0 0,-1 0 0 0 0,0 0 0 0 0,0 0 0 0 0,0 0 0 0 0,0-1 0 0 0,-1 1 0 0 0,0 0 0 0 0,0-1 0 0 0,0 1 0 0 0,0 0 0 0 0,-2-8 0 0 0,-26-102-12 0 0,6 30 15 0 0,20 63-688 0 0,2 19 1379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4:1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4553 1 18223,'-4553'3098'0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4:21.3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1840 0 0,'-10'6'14235'0'0,"23"6"-9701"0"0,-9-9-5483 0 0,-2-1 949 0 0,0 1 0 0 0,0-1 0 0 0,0 1 0 0 0,-1 0 0 0 0,1 0 0 0 0,-1 0 0 0 0,0 0 0 0 0,0 0 0 0 0,1 6 0 0 0,5 32 0 0 0,-5-24 0 0 0,0-3-113 0 0,0 1 1 0 0,-2 0-1 0 0,-1 24 0 0 0,-8 17-4493 0 0,5-34 754 0 0,-5 18 2559 0 0,8-35 1346 0 0,-8 27 149 0 0,8-31-192 0 0,1 1 1 0 0,-1 0-1 0 0,1-1 0 0 0,0 1 1 0 0,0 0-1 0 0,0-1 0 0 0,0 1 1 0 0,0 0-1 0 0,0-1 1 0 0,0 1-1 0 0,1 0 0 0 0,-1-1 1 0 0,1 1-1 0 0,-1 0 0 0 0,2 1 1 0 0,-1-2 301 0 0,0 0 1 0 0,-1-1-1 0 0,1 1 1 0 0,0 0-1 0 0,0-1 1 0 0,0 0-1 0 0,0 1 1 0 0,0-1 0 0 0,0 1-1 0 0,0-1 1 0 0,0 0-1 0 0,0 0 1 0 0,0 0-1 0 0,0 0 1 0 0,0 1-1 0 0,0-1 1 0 0,0 0-1 0 0,0-1 1 0 0,0 1-1 0 0,0 0 1 0 0,1 0-1 0 0,26-7 3460 0 0,-21 5-4747 0 0,6-1-205 0 0,1 0-1 0 0,-1 1 0 0 0,1 1 0 0 0,0 1 1 0 0,-1-1-1 0 0,1 2 0 0 0,25 4 0 0 0,17 7 1294 0 0,-10 1-1837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4:25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18522,'4644'3836'0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4:26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94 688 0 0,'-25'-3'18972'0'0,"84"26"-18972"0"0,22 7 0 0 0,-61-25 0 0 0,1 0 0 0 0,33 3 0 0 0,-48-8 0 0 0,0 1 0 0 0,-1-1 0 0 0,1 0 0 0 0,0-1 0 0 0,0 1 0 0 0,-1-1 0 0 0,1 0 0 0 0,0-1 0 0 0,-1 1 0 0 0,0-1 0 0 0,1 0 0 0 0,-1-1 0 0 0,0 1 0 0 0,8-6 0 0 0,-10 6-3 0 0,0-1-1 0 0,-1 1 1 0 0,0-1-1 0 0,0 1 1 0 0,0-1 0 0 0,0 0-1 0 0,0 0 1 0 0,0 0-1 0 0,-1 0 1 0 0,1 0-1 0 0,1-6 1 0 0,0-1 22 0 0,-1-1 0 0 0,1-15-1 0 0,0 0-62 0 0,6 4-2538 0 0,-7 17 3225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3:15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3:15.718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3:15.719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3:15.720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14283 0 0,'2'21'6574'0'0,"7"11"-4659"0"0,-2-6-1307 0 0,-2-3 194 0 0,3 31 1 0 0,-7-45-1201 0 0,0 0 1 0 0,-2 0 0 0 0,1 0 0 0 0,-1 0 0 0 0,0 0 0 0 0,-4 14 0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15667 0 0,'-1'2'435'0'0,"1"0"0"0"0,0 0 0 0 0,0 0 0 0 0,0 0 0 0 0,0 0 0 0 0,0 0 0 0 0,0 0 0 0 0,0 0 0 0 0,1 4 0 0 0,0-1-28 0 0,4 39 1287 0 0,3 51 126 0 0,-9-33-3452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54 6913 0 0,'-1'-20'2810'0'0,"2"19"-2432"0"0,-1-1 1 0 0,0 1 0 0 0,0-1 0 0 0,1 1 0 0 0,-1-1 0 0 0,0 0 0 0 0,-1 1 0 0 0,1-1 0 0 0,0 1 0 0 0,0-1 0 0 0,-1 1 0 0 0,1-1 0 0 0,-1 1 0 0 0,1-1 0 0 0,-1 1 0 0 0,0 0 0 0 0,1-1 0 0 0,-1 1 0 0 0,0 0 0 0 0,-2-3 0 0 0,3 4-267 0 0,-1 0 0 0 0,1 0-1 0 0,-1 0 1 0 0,0 0 0 0 0,1 0 0 0 0,-1 0-1 0 0,1 0 1 0 0,-1 0 0 0 0,1 0 0 0 0,-1 0-1 0 0,0 0 1 0 0,1 0 0 0 0,-1 0 0 0 0,1 0-1 0 0,-1 0 1 0 0,1 1 0 0 0,-1-1 0 0 0,0 0 0 0 0,1 0-1 0 0,-1 1 1 0 0,1-1 0 0 0,0 0 0 0 0,-1 1-1 0 0,1-1 1 0 0,-1 1 0 0 0,1-1 0 0 0,-1 0-1 0 0,1 1 1 0 0,0-1 0 0 0,-1 1 0 0 0,1-1-1 0 0,0 1 1 0 0,-1-1 0 0 0,1 1 0 0 0,0 0-1 0 0,-10 21 550 0 0,5-8-559 0 0,1 0-1 0 0,1 0 1 0 0,0 1 0 0 0,1-1-1 0 0,0 1 1 0 0,1 0 0 0 0,1 0 0 0 0,1-1-1 0 0,0 1 1 0 0,0 0 0 0 0,2-1 0 0 0,0 1-1 0 0,5 16 1 0 0,-6-28-81 0 0,-1 0-1 0 0,0 0 1 0 0,1 0 0 0 0,0-1-1 0 0,-1 1 1 0 0,1 0-1 0 0,0-1 1 0 0,1 1 0 0 0,-1-1-1 0 0,0 1 1 0 0,1-1-1 0 0,-1 0 1 0 0,1 0 0 0 0,0 0-1 0 0,-1-1 1 0 0,1 1-1 0 0,0-1 1 0 0,0 1 0 0 0,5 1-1 0 0,-5-3-5 0 0,0 1 0 0 0,0-1 0 0 0,0 0-1 0 0,0 0 1 0 0,0 0 0 0 0,0 0 0 0 0,0 0-1 0 0,0-1 1 0 0,0 1 0 0 0,-1-1 0 0 0,1 0 0 0 0,0 0-1 0 0,0 0 1 0 0,0 0 0 0 0,-1 0 0 0 0,1 0 0 0 0,-1-1-1 0 0,1 0 1 0 0,-1 1 0 0 0,0-1 0 0 0,1 0-1 0 0,2-3 1 0 0,-3 2-26 0 0,0 0-1 0 0,0 0 0 0 0,1 0 0 0 0,-2 0 1 0 0,1 0-1 0 0,0-1 0 0 0,-1 1 1 0 0,1-1-1 0 0,-1 1 0 0 0,0-1 1 0 0,0 0-1 0 0,-1 1 0 0 0,1-1 1 0 0,-1 0-1 0 0,0 1 0 0 0,1-1 0 0 0,-2 0 1 0 0,1 0-1 0 0,0 1 0 0 0,-1-1 1 0 0,-1-6-1 0 0,-3-8-82 0 0,-1 1 0 0 0,-1 0 1 0 0,-10-20-1 0 0,9 20 54 0 0,-1-3-1554 0 0,-19-29-1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1376 0 0,'6'-15'15460'0'0,"-6"22"-14497"0"0,0 63 4720 0 0,1-21-4025 0 0,10 68 0 0 0,-10-111-1179 0 0,-1-5-1641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35 10138 0 0,'-1'-3'1038'0'0,"0"1"-1"0"0,0 0 1 0 0,0-1-1 0 0,1 1 1 0 0,-1-1-1 0 0,1 1 1 0 0,0-1 0 0 0,-1 1-1 0 0,1-1 1 0 0,0 1-1 0 0,1-5 1 0 0,0 8-922 0 0,0 0 1 0 0,0 0-1 0 0,-1 0 0 0 0,1 1 1 0 0,0-1-1 0 0,-1 0 1 0 0,1 1-1 0 0,-1-1 0 0 0,1 0 1 0 0,-1 3-1 0 0,27 165 2304 0 0,-13-58-1514 0 0,-14-111-2009 0 0,-1-1 337 0 0,-2-4-2537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29 5065 0 0,'-2'-6'1149'0'0,"2"4"-23"0"0,-1-1 0 0 0,0 1-1 0 0,0 0 1 0 0,0-1-1 0 0,0 1 1 0 0,0 0-1 0 0,-2-2 1 0 0,3 3-959 0 0,0 1 1 0 0,0 0-1 0 0,0 0 0 0 0,-1 0 0 0 0,1-1 1 0 0,0 1-1 0 0,0 0 0 0 0,-1 0 1 0 0,1 0-1 0 0,0 0 0 0 0,0 0 0 0 0,-1-1 1 0 0,1 1-1 0 0,0 0 0 0 0,0 0 0 0 0,-1 0 1 0 0,1 0-1 0 0,0 0 0 0 0,-1 0 0 0 0,1 0 1 0 0,0 0-1 0 0,-1 0 0 0 0,1 0 1 0 0,0 0-1 0 0,-1 0 0 0 0,-9 9 1838 0 0,7-3-1841 0 0,-1 1 0 0 0,1-1 0 0 0,0 0 0 0 0,0 1 1 0 0,1 0-1 0 0,0 0 0 0 0,0 0 0 0 0,0 0 0 0 0,1 0 1 0 0,0 10-1 0 0,0 3 52 0 0,1 0 0 0 0,3 30 1 0 0,-1-38-90 0 0,0 1-1 0 0,1-1 1 0 0,0 1 0 0 0,9 20-1 0 0,-11-29-64 0 0,1 0-1 0 0,0-1 1 0 0,0 1-1 0 0,0-1 0 0 0,1 0 1 0 0,-1 0-1 0 0,1 0 1 0 0,5 5-1 0 0,-7-7-19 0 0,1 0 0 0 0,0 0 1 0 0,0 0-1 0 0,0 0 0 0 0,-1 0 0 0 0,1 0 0 0 0,0 0 0 0 0,0-1 0 0 0,0 1 0 0 0,0 0 0 0 0,1-1 1 0 0,-1 0-1 0 0,0 0 0 0 0,0 0 0 0 0,0 1 0 0 0,0-2 0 0 0,3 1 0 0 0,-1-1-36 0 0,-1 1-1 0 0,0-1 0 0 0,0 0 1 0 0,0 0-1 0 0,0 0 0 0 0,0 0 1 0 0,0-1-1 0 0,-1 1 0 0 0,1-1 1 0 0,0 0-1 0 0,-1 1 1 0 0,1-1-1 0 0,-1 0 0 0 0,1-1 1 0 0,2-3-1 0 0,-2 3-38 0 0,-1-1 1 0 0,0 0-1 0 0,1 0 0 0 0,-1 0 1 0 0,-1 0-1 0 0,1 0 0 0 0,-1-1 0 0 0,1 1 1 0 0,0-9-1 0 0,-1 3-54 0 0,0 1 0 0 0,-1-1 0 0 0,0 1 0 0 0,-1-1 0 0 0,0 1 0 0 0,0 0 0 0 0,-1-1 0 0 0,0 1 0 0 0,-7-16 0 0 0,5 15-62 0 0,-3-7-62 0 0,-12-22 1 0 0,17 35 54 0 0,0 1 1 0 0,-1-1 0 0 0,1 1 0 0 0,-1-1-1 0 0,0 1 1 0 0,0 0 0 0 0,0 0-1 0 0,-1 0 1 0 0,1 0 0 0 0,-1 0 0 0 0,-4-2-1 0 0,3 3-1683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19 920 0 0,'-2'-9'11404'0'0,"5"2"-4603"0"0,-3 7-6710 0 0,0 0 0 0 0,0-1 1 0 0,0 1-1 0 0,0 0 0 0 0,0 0 0 0 0,0 0 1 0 0,0 0-1 0 0,0 0 0 0 0,0 0 0 0 0,1 0 1 0 0,-1-1-1 0 0,0 1 0 0 0,0 0 0 0 0,0 0 1 0 0,0 0-1 0 0,0 0 0 0 0,0 0 0 0 0,1 0 1 0 0,-1 0-1 0 0,0 0 0 0 0,0 0 0 0 0,0 0 1 0 0,0 0-1 0 0,0 0 0 0 0,1 0 0 0 0,-1 0 1 0 0,0 0-1 0 0,0 0 0 0 0,0 0 0 0 0,0 0 1 0 0,0 0-1 0 0,1 0 0 0 0,-1 0 0 0 0,0 0 1 0 0,0 0-1 0 0,5 9 764 0 0,2 21 25 0 0,-2 0-1 0 0,2 55 1 0 0,-2-14 398 0 0,-3-51-892 0 0,-2-13-261 0 0,0 1 0 0 0,1-1 0 0 0,1 1 0 0 0,-1-1 0 0 0,4 11 0 0 0,-5-18-135 0 0,0 1 1 0 0,0-1-1 0 0,0 0 0 0 0,0 0 1 0 0,0 0-1 0 0,0 0 0 0 0,0 0 0 0 0,0 0 1 0 0,0 0-1 0 0,1 1 0 0 0,-1-1 1 0 0,0 0-1 0 0,0 0 0 0 0,0 0 0 0 0,0 0 1 0 0,0 0-1 0 0,0 0 0 0 0,0 0 1 0 0,0 0-1 0 0,0 0 0 0 0,0 1 1 0 0,0-1-1 0 0,0 0 0 0 0,1 0 0 0 0,-1 0 1 0 0,0 0-1 0 0,0 0 0 0 0,0 0 1 0 0,0 0-1 0 0,0 0 0 0 0,0 0 1 0 0,0 0-1 0 0,0 0 0 0 0,1 0 0 0 0,-1 0 1 0 0,0 0-1 0 0,0 0 0 0 0,0 0 1 0 0,0 0-1 0 0,0 0 0 0 0,0 0 0 0 0,0 0 1 0 0,1 0-1 0 0,-1 0 0 0 0,0 0 1 0 0,0 0-1 0 0,0 0 0 0 0,0 0 1 0 0,0 0-1 0 0,0 0 0 0 0,0 0 0 0 0,0 0 1 0 0,1-1-1 0 0,-1 1 0 0 0,1-2-2149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18028 0 0,'0'0'45'0'0,"0"0"1"0"0,0 0-1 0 0,0 0 1 0 0,1 0 0 0 0,-1 1-1 0 0,0-1 1 0 0,0 0-1 0 0,0 0 1 0 0,0 0-1 0 0,0 0 1 0 0,0 0-1 0 0,0 0 1 0 0,0 0-1 0 0,0 0 1 0 0,0 0 0 0 0,0 0-1 0 0,0 0 1 0 0,0 0-1 0 0,0 0 1 0 0,0 0-1 0 0,0 0 1 0 0,0 0-1 0 0,0 0 1 0 0,1-1-1 0 0,-1 1 1 0 0,0 0-1 0 0,0 0 1 0 0,0 0 0 0 0,0 0-1 0 0,0 0 1 0 0,0 0 45 0 0,0 0-46 0 0,0 0 1 0 0,0 0-1 0 0,0 0 1 0 0,0 0-1 0 0,0 0 1 0 0,0 0 0 0 0,0 0-1 0 0,0 0 1 0 0,0 0-1 0 0,0 0 1 0 0,0 0-1 0 0,0 0 1 0 0,0 0-1 0 0,0 0 1 0 0,0 0-1 0 0,0-1 1 0 0,0 1-1 0 0,0 0 1 0 0,0 0 0 0 0,0 0-1 0 0,0 0 1 0 0,0 0-1 0 0,0 0 1 0 0,4 7 1548 0 0,3 11-322 0 0,6 39 599 0 0,-2 1-1 0 0,4 97 0 0 0,-15-150-1948 0 0,-1 3 39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12899 0 0,'0'10'8175'0'0,"6"8"-6910"0"0,-3-7-518 0 0,5 29-163 0 0,-1-1-1 0 0,-3 1 1 0 0,0 50-1 0 0,-3-84-1531 0 0,-1-5 345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16588 0 0,'3'26'5323'0'0,"9"16"-4219"0"0,-4-14-602 0 0,-6-23-457 0 0,5 22 213 0 0,0 0-1 0 0,-2 0 1 0 0,4 51 0 0 0,-9-76-1067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10138 0 0,'1'-12'8737'0'0,"3"20"-5141"0"0,3 17-2587 0 0,7 42 422 0 0,20 83 781 0 0,-34-149-2227 0 0,0-1 1 0 0,0 0-1 0 0,0 1 0 0 0,0-1 1 0 0,1 1-1 0 0,-1-1 0 0 0,0 1 0 0 0,0-1 1 0 0,0 1-1 0 0,0-1 0 0 0,0 0 1 0 0,1 1-1 0 0,-1-1 0 0 0,0 0 0 0 0,0 1 1 0 0,1-1-1 0 0,-1 1 0 0 0,0-1 1 0 0,1 0-1 0 0,-1 0 0 0 0,0 1 0 0 0,1-1 1 0 0,0-11-3990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5985 0 0,'-3'1'10955'0'0,"3"0"-10792"0"0,-2 9 3174 0 0,1 13-2303 0 0,9 86 1141 0 0,0 13-4418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 16588 0 0,'0'0'56'0'0,"0"1"0"0"0,0-1 1 0 0,0 0-1 0 0,0 0 0 0 0,0 0 1 0 0,0 0-1 0 0,0 0 0 0 0,-1 0 1 0 0,1 0-1 0 0,0 0 1 0 0,0 0-1 0 0,0 0 0 0 0,0 0 1 0 0,0 0-1 0 0,0 0 0 0 0,0 0 1 0 0,0 0-1 0 0,0 0 0 0 0,0 0 1 0 0,0 0-1 0 0,-1 0 1 0 0,1 0-1 0 0,0 0 0 0 0,0 0 1 0 0,0 0-1 0 0,0 0 0 0 0,0 0 1 0 0,0 0-1 0 0,0 0 1 0 0,0 0-1 0 0,0 0 0 0 0,0 0 1 0 0,-1 0-1 0 0,1 0 0 0 0,0 0 1 0 0,0 0-1 0 0,0 0 0 0 0,0 0 1 0 0,0 0-1 0 0,0 0 1 0 0,0 0-1 0 0,0 0 0 0 0,0 0 1 0 0,0 0-1 0 0,0 0 0 0 0,0 0 1 0 0,0-1-1 0 0,-1 1 0 0 0,1 0 1 0 0,0 0-1 0 0,0 0 1 0 0,0 0-1 0 0,0 0 0 0 0,0 0 1 0 0,0 0-1 0 0,0 0 0 0 0,0 0 1 0 0,0 0-1 0 0,0 0 0 0 0,0-1 1 0 0,0 1-1 0 0,0 0 1 0 0,0 0-1 0 0,0 0 0 0 0,0 0 1 0 0,0 0-1 0 0,0 0 0 0 0,0 0 1 0 0,0 0-1 0 0,-3 10 1415 0 0,-3 15-622 0 0,4-6-544 0 0,1 1-1 0 0,0 0 1 0 0,5 32 0 0 0,-3-40-267 0 0,1 1 1 0 0,1-1-1 0 0,0 1 1 0 0,1-1-1 0 0,0 0 1 0 0,10 19-1 0 0,-13-29-27 0 0,-1 0-1 0 0,1-1 0 0 0,0 1 0 0 0,0 0 1 0 0,0-1-1 0 0,1 1 0 0 0,-1-1 1 0 0,0 0-1 0 0,0 1 0 0 0,1-1 1 0 0,-1 0-1 0 0,1 0 0 0 0,-1 0 1 0 0,1 0-1 0 0,-1 0 0 0 0,1 0 1 0 0,0 0-1 0 0,0-1 0 0 0,-1 1 1 0 0,1-1-1 0 0,0 1 0 0 0,0-1 1 0 0,-1 0-1 0 0,1 1 0 0 0,0-1 1 0 0,0 0-1 0 0,0 0 0 0 0,0 0 1 0 0,0-1-1 0 0,-1 1 0 0 0,1 0 1 0 0,0-1-1 0 0,0 1 0 0 0,0-1 1 0 0,-1 1-1 0 0,4-2 0 0 0,-1-1-32 0 0,1 0 0 0 0,0 0 0 0 0,0 0 0 0 0,-1-1 0 0 0,0 1 0 0 0,1-1 0 0 0,-2 0 0 0 0,1 0 0 0 0,0-1 0 0 0,5-8 0 0 0,-6 8 8 0 0,0 0 0 0 0,-1-1 0 0 0,0 1 0 0 0,0-1 1 0 0,0 1-1 0 0,-1-1 0 0 0,0 0 0 0 0,0 0 0 0 0,0 0 0 0 0,-1 1 0 0 0,1-1 0 0 0,-2 0 0 0 0,1 0 0 0 0,-1 0 0 0 0,1 0 0 0 0,-2 0 0 0 0,-1-6 0 0 0,0 3-10 0 0,0-1-1 0 0,-1 1 0 0 0,0 1 1 0 0,-1-1-1 0 0,0 1 0 0 0,0-1 1 0 0,-1 1-1 0 0,0 1 0 0 0,-12-13 1 0 0,15 18-17 0 0,1-1 0 0 0,-1 1 1 0 0,-1-1-1 0 0,1 1 1 0 0,0 0-1 0 0,0 0 0 0 0,-1 1 1 0 0,1-1-1 0 0,-1 1 0 0 0,-6-2 1 0 0,-11 1-6820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 0 0,'9'28'10261'0'0,"-3"7"-7748"0"0,0 37-2720 0 0,-6-70 459 0 0,0 44 107 0 0,1 14-353 0 0,-1-59-97 0 0,0-1 0 0 0,0 0 0 0 0,0 1 0 0 0,0-1 0 0 0,0 1 0 0 0,0-1 0 0 0,0 0 0 0 0,0 1 0 0 0,0-1 0 0 0,0 0 0 0 0,1 1 0 0 0,-1-1 0 0 0,0 0 1 0 0,0 1-1 0 0,0-1 0 0 0,0 0 0 0 0,0 1 0 0 0,1-1 0 0 0,-1 0 0 0 0,0 0 0 0 0,0 1 0 0 0,1-1 0 0 0,-1 0 0 0 0,0 1 0 0 0,0-1 0 0 0,1 0 0 0 0,-1 0 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5529 0 0,'8'-14'10064'0'0,"-7"15"-9863"0"0,7 9 7232 0 0,-4 0-8838 0 0,2 18 2036 0 0,-1 1 0 0 0,-1 0 1 0 0,-1 0-1 0 0,-1 35 0 0 0,1 12-725 0 0,-3-73-1518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14283 0 0,'2'21'6574'0'0,"7"11"-4659"0"0,-2-6-1307 0 0,-2-3 194 0 0,3 31 1 0 0,-7-45-1201 0 0,0 0 1 0 0,-2 0 0 0 0,1 0 0 0 0,-1 0 0 0 0,0 0 0 0 0,-4 14 0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15667 0 0,'-1'2'435'0'0,"1"0"0"0"0,0 0 0 0 0,0 0 0 0 0,0 0 0 0 0,0 0 0 0 0,0 0 0 0 0,0 0 0 0 0,0 0 0 0 0,1 4 0 0 0,0-1-28 0 0,4 39 1287 0 0,3 51 126 0 0,-9-33-3452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54 6913 0 0,'-1'-20'2810'0'0,"2"19"-2432"0"0,-1-1 1 0 0,0 1 0 0 0,0-1 0 0 0,1 1 0 0 0,-1-1 0 0 0,0 0 0 0 0,-1 1 0 0 0,1-1 0 0 0,0 1 0 0 0,0-1 0 0 0,-1 1 0 0 0,1-1 0 0 0,-1 1 0 0 0,1-1 0 0 0,-1 1 0 0 0,0 0 0 0 0,1-1 0 0 0,-1 1 0 0 0,0 0 0 0 0,-2-3 0 0 0,3 4-267 0 0,-1 0 0 0 0,1 0-1 0 0,-1 0 1 0 0,0 0 0 0 0,1 0 0 0 0,-1 0-1 0 0,1 0 1 0 0,-1 0 0 0 0,1 0 0 0 0,-1 0-1 0 0,0 0 1 0 0,1 0 0 0 0,-1 0 0 0 0,1 0-1 0 0,-1 0 1 0 0,1 1 0 0 0,-1-1 0 0 0,0 0 0 0 0,1 0-1 0 0,-1 1 1 0 0,1-1 0 0 0,0 0 0 0 0,-1 1-1 0 0,1-1 1 0 0,-1 1 0 0 0,1-1 0 0 0,-1 0-1 0 0,1 1 1 0 0,0-1 0 0 0,-1 1 0 0 0,1-1-1 0 0,0 1 1 0 0,-1-1 0 0 0,1 1 0 0 0,0 0-1 0 0,-10 21 550 0 0,5-8-559 0 0,1 0-1 0 0,1 0 1 0 0,0 1 0 0 0,1-1-1 0 0,0 1 1 0 0,1 0 0 0 0,1 0 0 0 0,1-1-1 0 0,0 1 1 0 0,0 0 0 0 0,2-1 0 0 0,0 1-1 0 0,5 16 1 0 0,-6-28-81 0 0,-1 0-1 0 0,0 0 1 0 0,1 0 0 0 0,0-1-1 0 0,-1 1 1 0 0,1 0-1 0 0,0-1 1 0 0,1 1 0 0 0,-1-1-1 0 0,0 1 1 0 0,1-1-1 0 0,-1 0 1 0 0,1 0 0 0 0,0 0-1 0 0,-1-1 1 0 0,1 1-1 0 0,0-1 1 0 0,0 1 0 0 0,5 1-1 0 0,-5-3-5 0 0,0 1 0 0 0,0-1 0 0 0,0 0-1 0 0,0 0 1 0 0,0 0 0 0 0,0 0 0 0 0,0 0-1 0 0,0-1 1 0 0,0 1 0 0 0,-1-1 0 0 0,1 0 0 0 0,0 0-1 0 0,0 0 1 0 0,0 0 0 0 0,-1 0 0 0 0,1 0 0 0 0,-1-1-1 0 0,1 0 1 0 0,-1 1 0 0 0,0-1 0 0 0,1 0-1 0 0,2-3 1 0 0,-3 2-26 0 0,0 0-1 0 0,0 0 0 0 0,1 0 0 0 0,-2 0 1 0 0,1 0-1 0 0,0-1 0 0 0,-1 1 1 0 0,1-1-1 0 0,-1 1 0 0 0,0-1 1 0 0,0 0-1 0 0,-1 1 0 0 0,1-1 1 0 0,-1 0-1 0 0,0 1 0 0 0,1-1 0 0 0,-2 0 1 0 0,1 0-1 0 0,0 1 0 0 0,-1-1 1 0 0,-1-6-1 0 0,-3-8-82 0 0,-1 1 0 0 0,-1 0 1 0 0,-10-20-1 0 0,9 20 54 0 0,-1-3-1554 0 0,-19-29-1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1376 0 0,'6'-15'15460'0'0,"-6"22"-14497"0"0,0 63 4720 0 0,1-21-4025 0 0,10 68 0 0 0,-10-111-1179 0 0,-1-5-1641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35 10138 0 0,'-1'-3'1038'0'0,"0"1"-1"0"0,0 0 1 0 0,0-1-1 0 0,1 1 1 0 0,-1-1-1 0 0,1 1 1 0 0,0-1 0 0 0,-1 1-1 0 0,1-1 1 0 0,0 1-1 0 0,1-5 1 0 0,0 8-922 0 0,0 0 1 0 0,0 0-1 0 0,-1 0 0 0 0,1 1 1 0 0,0-1-1 0 0,-1 0 1 0 0,1 1-1 0 0,-1-1 0 0 0,1 0 1 0 0,-1 3-1 0 0,27 165 2304 0 0,-13-58-1514 0 0,-14-111-2009 0 0,-1-1 337 0 0,-2-4-2537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29 5065 0 0,'-2'-6'1149'0'0,"2"4"-23"0"0,-1-1 0 0 0,0 1-1 0 0,0 0 1 0 0,0-1-1 0 0,0 1 1 0 0,0 0-1 0 0,-2-2 1 0 0,3 3-959 0 0,0 1 1 0 0,0 0-1 0 0,0 0 0 0 0,-1 0 0 0 0,1-1 1 0 0,0 1-1 0 0,0 0 0 0 0,-1 0 1 0 0,1 0-1 0 0,0 0 0 0 0,0 0 0 0 0,-1-1 1 0 0,1 1-1 0 0,0 0 0 0 0,0 0 0 0 0,-1 0 1 0 0,1 0-1 0 0,0 0 0 0 0,-1 0 0 0 0,1 0 1 0 0,0 0-1 0 0,-1 0 0 0 0,1 0 1 0 0,0 0-1 0 0,-1 0 0 0 0,-9 9 1838 0 0,7-3-1841 0 0,-1 1 0 0 0,1-1 0 0 0,0 0 0 0 0,0 1 1 0 0,1 0-1 0 0,0 0 0 0 0,0 0 0 0 0,0 0 0 0 0,1 0 1 0 0,0 10-1 0 0,0 3 52 0 0,1 0 0 0 0,3 30 1 0 0,-1-38-90 0 0,0 1-1 0 0,1-1 1 0 0,0 1 0 0 0,9 20-1 0 0,-11-29-64 0 0,1 0-1 0 0,0-1 1 0 0,0 1-1 0 0,0-1 0 0 0,1 0 1 0 0,-1 0-1 0 0,1 0 1 0 0,5 5-1 0 0,-7-7-19 0 0,1 0 0 0 0,0 0 1 0 0,0 0-1 0 0,0 0 0 0 0,-1 0 0 0 0,1 0 0 0 0,0 0 0 0 0,0-1 0 0 0,0 1 0 0 0,0 0 0 0 0,1-1 1 0 0,-1 0-1 0 0,0 0 0 0 0,0 0 0 0 0,0 1 0 0 0,0-2 0 0 0,3 1 0 0 0,-1-1-36 0 0,-1 1-1 0 0,0-1 0 0 0,0 0 1 0 0,0 0-1 0 0,0 0 0 0 0,0 0 1 0 0,0-1-1 0 0,-1 1 0 0 0,1-1 1 0 0,0 0-1 0 0,-1 1 1 0 0,1-1-1 0 0,-1 0 0 0 0,1-1 1 0 0,2-3-1 0 0,-2 3-38 0 0,-1-1 1 0 0,0 0-1 0 0,1 0 0 0 0,-1 0 1 0 0,-1 0-1 0 0,1 0 0 0 0,-1-1 0 0 0,1 1 1 0 0,0-9-1 0 0,-1 3-54 0 0,0 1 0 0 0,-1-1 0 0 0,0 1 0 0 0,-1-1 0 0 0,0 1 0 0 0,0 0 0 0 0,-1-1 0 0 0,0 1 0 0 0,-7-16 0 0 0,5 15-62 0 0,-3-7-62 0 0,-12-22 1 0 0,17 35 54 0 0,0 1 1 0 0,-1-1 0 0 0,1 1 0 0 0,-1-1-1 0 0,0 1 1 0 0,0 0 0 0 0,0 0-1 0 0,-1 0 1 0 0,1 0 0 0 0,-1 0 0 0 0,-4-2-1 0 0,3 3-1683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19 920 0 0,'-2'-9'11404'0'0,"5"2"-4603"0"0,-3 7-6710 0 0,0 0 0 0 0,0-1 1 0 0,0 1-1 0 0,0 0 0 0 0,0 0 0 0 0,0 0 1 0 0,0 0-1 0 0,0 0 0 0 0,0 0 0 0 0,1 0 1 0 0,-1-1-1 0 0,0 1 0 0 0,0 0 0 0 0,0 0 1 0 0,0 0-1 0 0,0 0 0 0 0,0 0 0 0 0,1 0 1 0 0,-1 0-1 0 0,0 0 0 0 0,0 0 0 0 0,0 0 1 0 0,0 0-1 0 0,0 0 0 0 0,1 0 0 0 0,-1 0 1 0 0,0 0-1 0 0,0 0 0 0 0,0 0 0 0 0,0 0 1 0 0,0 0-1 0 0,1 0 0 0 0,-1 0 0 0 0,0 0 1 0 0,0 0-1 0 0,5 9 764 0 0,2 21 25 0 0,-2 0-1 0 0,2 55 1 0 0,-2-14 398 0 0,-3-51-892 0 0,-2-13-261 0 0,0 1 0 0 0,1-1 0 0 0,1 1 0 0 0,-1-1 0 0 0,4 11 0 0 0,-5-18-135 0 0,0 1 1 0 0,0-1-1 0 0,0 0 0 0 0,0 0 1 0 0,0 0-1 0 0,0 0 0 0 0,0 0 0 0 0,0 0 1 0 0,0 0-1 0 0,1 1 0 0 0,-1-1 1 0 0,0 0-1 0 0,0 0 0 0 0,0 0 0 0 0,0 0 1 0 0,0 0-1 0 0,0 0 0 0 0,0 0 1 0 0,0 0-1 0 0,0 0 0 0 0,0 1 1 0 0,0-1-1 0 0,0 0 0 0 0,1 0 0 0 0,-1 0 1 0 0,0 0-1 0 0,0 0 0 0 0,0 0 1 0 0,0 0-1 0 0,0 0 0 0 0,0 0 1 0 0,0 0-1 0 0,0 0 0 0 0,1 0 0 0 0,-1 0 1 0 0,0 0-1 0 0,0 0 0 0 0,0 0 1 0 0,0 0-1 0 0,0 0 0 0 0,0 0 0 0 0,0 0 1 0 0,1 0-1 0 0,-1 0 0 0 0,0 0 1 0 0,0 0-1 0 0,0 0 0 0 0,0 0 1 0 0,0 0-1 0 0,0 0 0 0 0,0 0 0 0 0,0 0 1 0 0,1-1-1 0 0,-1 1 0 0 0,1-2-2149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18028 0 0,'0'0'45'0'0,"0"0"1"0"0,0 0-1 0 0,0 0 1 0 0,1 0 0 0 0,-1 1-1 0 0,0-1 1 0 0,0 0-1 0 0,0 0 1 0 0,0 0-1 0 0,0 0 1 0 0,0 0-1 0 0,0 0 1 0 0,0 0-1 0 0,0 0 1 0 0,0 0 0 0 0,0 0-1 0 0,0 0 1 0 0,0 0-1 0 0,0 0 1 0 0,0 0-1 0 0,0 0 1 0 0,0 0-1 0 0,0 0 1 0 0,1-1-1 0 0,-1 1 1 0 0,0 0-1 0 0,0 0 1 0 0,0 0 0 0 0,0 0-1 0 0,0 0 1 0 0,0 0 45 0 0,0 0-46 0 0,0 0 1 0 0,0 0-1 0 0,0 0 1 0 0,0 0-1 0 0,0 0 1 0 0,0 0 0 0 0,0 0-1 0 0,0 0 1 0 0,0 0-1 0 0,0 0 1 0 0,0 0-1 0 0,0 0 1 0 0,0 0-1 0 0,0 0 1 0 0,0 0-1 0 0,0-1 1 0 0,0 1-1 0 0,0 0 1 0 0,0 0 0 0 0,0 0-1 0 0,0 0 1 0 0,0 0-1 0 0,0 0 1 0 0,4 7 1548 0 0,3 11-322 0 0,6 39 599 0 0,-2 1-1 0 0,4 97 0 0 0,-15-150-1948 0 0,-1 3 39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12899 0 0,'0'10'8175'0'0,"6"8"-6910"0"0,-3-7-518 0 0,5 29-163 0 0,-1-1-1 0 0,-3 1 1 0 0,0 50-1 0 0,-3-84-1531 0 0,-1-5 345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16588 0 0,'3'26'5323'0'0,"9"16"-4219"0"0,-4-14-602 0 0,-6-23-457 0 0,5 22 213 0 0,0 0-1 0 0,-2 0 1 0 0,4 51 0 0 0,-9-76-1067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10138 0 0,'1'-12'8737'0'0,"3"20"-5141"0"0,3 17-2587 0 0,7 42 422 0 0,20 83 781 0 0,-34-149-2227 0 0,0-1 1 0 0,0 0-1 0 0,0 1 0 0 0,0-1 1 0 0,1 1-1 0 0,-1-1 0 0 0,0 1 0 0 0,0-1 1 0 0,0 1-1 0 0,0-1 0 0 0,0 0 1 0 0,1 1-1 0 0,-1-1 0 0 0,0 0 0 0 0,0 1 1 0 0,1-1-1 0 0,-1 1 0 0 0,0-1 1 0 0,1 0-1 0 0,-1 0 0 0 0,0 1 0 0 0,1-1 1 0 0,0-11-3990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5985 0 0,'-3'1'10955'0'0,"3"0"-10792"0"0,-2 9 3174 0 0,1 13-2303 0 0,9 86 1141 0 0,0 13-4418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 16588 0 0,'0'0'56'0'0,"0"1"0"0"0,0-1 1 0 0,0 0-1 0 0,0 0 0 0 0,0 0 1 0 0,0 0-1 0 0,0 0 0 0 0,-1 0 1 0 0,1 0-1 0 0,0 0 1 0 0,0 0-1 0 0,0 0 0 0 0,0 0 1 0 0,0 0-1 0 0,0 0 0 0 0,0 0 1 0 0,0 0-1 0 0,0 0 0 0 0,0 0 1 0 0,0 0-1 0 0,-1 0 1 0 0,1 0-1 0 0,0 0 0 0 0,0 0 1 0 0,0 0-1 0 0,0 0 0 0 0,0 0 1 0 0,0 0-1 0 0,0 0 1 0 0,0 0-1 0 0,0 0 0 0 0,0 0 1 0 0,-1 0-1 0 0,1 0 0 0 0,0 0 1 0 0,0 0-1 0 0,0 0 0 0 0,0 0 1 0 0,0 0-1 0 0,0 0 1 0 0,0 0-1 0 0,0 0 0 0 0,0 0 1 0 0,0 0-1 0 0,0 0 0 0 0,0 0 1 0 0,0-1-1 0 0,-1 1 0 0 0,1 0 1 0 0,0 0-1 0 0,0 0 1 0 0,0 0-1 0 0,0 0 0 0 0,0 0 1 0 0,0 0-1 0 0,0 0 0 0 0,0 0 1 0 0,0 0-1 0 0,0 0 0 0 0,0-1 1 0 0,0 1-1 0 0,0 0 1 0 0,0 0-1 0 0,0 0 0 0 0,0 0 1 0 0,0 0-1 0 0,0 0 0 0 0,0 0 1 0 0,0 0-1 0 0,-3 10 1415 0 0,-3 15-622 0 0,4-6-544 0 0,1 1-1 0 0,0 0 1 0 0,5 32 0 0 0,-3-40-267 0 0,1 1 1 0 0,1-1-1 0 0,0 1 1 0 0,1-1-1 0 0,0 0 1 0 0,10 19-1 0 0,-13-29-27 0 0,-1 0-1 0 0,1-1 0 0 0,0 1 0 0 0,0 0 1 0 0,0-1-1 0 0,1 1 0 0 0,-1-1 1 0 0,0 0-1 0 0,0 1 0 0 0,1-1 1 0 0,-1 0-1 0 0,1 0 0 0 0,-1 0 1 0 0,1 0-1 0 0,-1 0 0 0 0,1 0 1 0 0,0 0-1 0 0,0-1 0 0 0,-1 1 1 0 0,1-1-1 0 0,0 1 0 0 0,0-1 1 0 0,-1 0-1 0 0,1 1 0 0 0,0-1 1 0 0,0 0-1 0 0,0 0 0 0 0,0 0 1 0 0,0-1-1 0 0,-1 1 0 0 0,1 0 1 0 0,0-1-1 0 0,0 1 0 0 0,0-1 1 0 0,-1 1-1 0 0,4-2 0 0 0,-1-1-32 0 0,1 0 0 0 0,0 0 0 0 0,0 0 0 0 0,-1-1 0 0 0,0 1 0 0 0,1-1 0 0 0,-2 0 0 0 0,1 0 0 0 0,0-1 0 0 0,5-8 0 0 0,-6 8 8 0 0,0 0 0 0 0,-1-1 0 0 0,0 1 0 0 0,0-1 1 0 0,0 1-1 0 0,-1-1 0 0 0,0 0 0 0 0,0 0 0 0 0,0 0 0 0 0,-1 1 0 0 0,1-1 0 0 0,-2 0 0 0 0,1 0 0 0 0,-1 0 0 0 0,1 0 0 0 0,-2 0 0 0 0,-1-6 0 0 0,0 3-10 0 0,0-1-1 0 0,-1 1 0 0 0,0 1 1 0 0,-1-1-1 0 0,0 1 0 0 0,0-1 1 0 0,-1 1-1 0 0,0 1 0 0 0,-12-13 1 0 0,15 18-17 0 0,1-1 0 0 0,-1 1 1 0 0,-1-1-1 0 0,1 1 1 0 0,0 0-1 0 0,0 0 0 0 0,-1 1 1 0 0,1-1-1 0 0,-1 1 0 0 0,-6-2 1 0 0,-11 1-6820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10594 0 0,'9'28'10261'0'0,"-3"7"-7748"0"0,0 37-2720 0 0,-6-70 459 0 0,0 44 107 0 0,1 14-353 0 0,-1-59-97 0 0,0-1 0 0 0,0 0 0 0 0,0 1 0 0 0,0-1 0 0 0,0 1 0 0 0,0-1 0 0 0,0 0 0 0 0,0 1 0 0 0,0-1 0 0 0,0 0 0 0 0,1 1 0 0 0,-1-1 0 0 0,0 0 1 0 0,0 1-1 0 0,0-1 0 0 0,0 0 0 0 0,0 1 0 0 0,1-1 0 0 0,-1 0 0 0 0,0 0 0 0 0,0 1 0 0 0,1-1 0 0 0,-1 0 0 0 0,0 1 0 0 0,0-1 0 0 0,1 0 0 0 0,-1 0 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3:1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5529 0 0,'8'-14'10064'0'0,"-7"15"-9863"0"0,7 9 7232 0 0,-4 0-8838 0 0,2 18 2036 0 0,-1 1 0 0 0,-1 0 1 0 0,-1 0-1 0 0,-1 35 0 0 0,1 12-725 0 0,-3-73-1518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1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1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7:20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0 18667,'0'2749'0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7:21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63 4609 0 0,'-4'-9'13442'0'0,"10"9"-11833"0"0,-1 2-1609 0 0,-1 0 0 0 0,0 0 0 0 0,0 0 0 0 0,0 0 0 0 0,0 1 0 0 0,0-1 0 0 0,-1 1 0 0 0,1 0 0 0 0,-1 0 0 0 0,1 0 0 0 0,-1 1 0 0 0,0-1 0 0 0,-1 1 0 0 0,4 4 0 0 0,15 29 0 0 0,-2 0 0 0 0,15 41 0 0 0,-21-49 0 0 0,-12-26 0 0 0,0 0 0 0 0,1 0 0 0 0,0-1 0 0 0,-1 1 0 0 0,1 0 0 0 0,0-1 0 0 0,0 1 0 0 0,3 2 0 0 0,-5-5 0 0 0,1 1 0 0 0,0-1 0 0 0,-1 0 0 0 0,1 1 0 0 0,0-1 0 0 0,-1 1 0 0 0,1-1 0 0 0,0 0 0 0 0,-1 1 0 0 0,1-1 0 0 0,0 0 0 0 0,0 0 0 0 0,0 0 0 0 0,-1 0 0 0 0,1 0 0 0 0,0 0 0 0 0,0 0 0 0 0,-1 0 0 0 0,1 0 0 0 0,0 0 0 0 0,0 0 0 0 0,-1 0 0 0 0,1 0 0 0 0,0-1 0 0 0,0 1 0 0 0,-1 0 0 0 0,1-1 0 0 0,0 1 0 0 0,0 0 0 0 0,-1-1 0 0 0,1 1 0 0 0,-1-1 0 0 0,1 1 0 0 0,0-1 0 0 0,-1 1 0 0 0,1-1 0 0 0,-1 1 0 0 0,1-2 0 0 0,9-11-106 0 0,-1-1 0 0 0,-1 1 0 0 0,0-2 0 0 0,-1 1 0 0 0,10-30 0 0 0,0 2-1229 0 0,35-97-3917 0 0,-49 130 5018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7:2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17690,'0'2901'0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7:25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6 168 4837 0 0,'-5'16'13999'0'0,"6"-15"-13757"0"0,66 50 392 0 0,2 2-686 0 0,-55-43 52 0 0,-8-5 0 0 0,0-1 0 0 0,0 0 0 0 0,1 0 0 0 0,-1 0 0 0 0,1-1 0 0 0,0 0 0 0 0,0 0 0 0 0,11 2 0 0 0,-17-5 1 0 0,1 0-1 0 0,-1 0 0 0 0,1 0 1 0 0,-1-1-1 0 0,1 1 0 0 0,-1-1 1 0 0,1 1-1 0 0,-1-1 0 0 0,1 1 1 0 0,-1-1-1 0 0,1 0 1 0 0,-1 1-1 0 0,0-1 0 0 0,0 0 1 0 0,1 0-1 0 0,-1 0 0 0 0,0 0 1 0 0,0-1-1 0 0,0 1 1 0 0,0 0-1 0 0,1-1 0 0 0,19-31-80 0 0,-19 30 47 0 0,7-17-1123 0 0,15-41 1 0 0,-3 6-2629 0 0,35-82 2551 0 0,-52 129 338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7:27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0 18832,'0'3412'0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7:28.6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2072 0 0,'9'3'15838'0'0,"54"99"-13921"0"0,-41-64-1973 0 0,1 0 1 0 0,31 36-1 0 0,-52-71 48 0 0,0-1 0 0 0,1 0 0 0 0,-1 0-1 0 0,0 0 1 0 0,1 0 0 0 0,-1 0 0 0 0,1 0-1 0 0,0-1 1 0 0,-1 1 0 0 0,1-1 0 0 0,0 0 0 0 0,0 0-1 0 0,0 0 1 0 0,5 1 0 0 0,-6-2-71 0 0,0 0 1 0 0,0 0-1 0 0,1 0 1 0 0,-1 0-1 0 0,0 0 0 0 0,0-1 1 0 0,0 1-1 0 0,0-1 0 0 0,0 1 1 0 0,0-1-1 0 0,0 0 1 0 0,0 0-1 0 0,0 0 0 0 0,0 0 1 0 0,0 0-1 0 0,0 0 1 0 0,-1-1-1 0 0,1 1 0 0 0,0 0 1 0 0,-1-1-1 0 0,1 1 1 0 0,1-3-1 0 0,8-11-1792 0 0,13-22 0 0 0,20-48 895 0 0,2-3 994 0 0,-40 77-483 0 0,0 1 0 0 0,13-14 0 0 0,-6 9-3731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7:30.1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18232,'0'3249'0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7:32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7:33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73 3457 0 0,'-4'-8'10986'0'0,"1"-3"-6310"0"0,3 10-4662 0 0,0 1-1 0 0,0-1 1 0 0,0 1 0 0 0,0 0 0 0 0,0-1 0 0 0,0 1 0 0 0,0-1 0 0 0,0 1 0 0 0,0-1 0 0 0,0 1-1 0 0,0-1 1 0 0,0 1 0 0 0,0-1 0 0 0,0 1 0 0 0,0 0 0 0 0,1-1 0 0 0,-1 1 0 0 0,0-1 0 0 0,0 1-1 0 0,0-1 1 0 0,1 1 0 0 0,-1 0 0 0 0,0-1 0 0 0,1 1 0 0 0,-1 0 0 0 0,0-1 0 0 0,1 1-1 0 0,-1 0 1 0 0,0 0 0 0 0,1-1 0 0 0,-1 1 0 0 0,1 0 0 0 0,-1 0 0 0 0,0 0 0 0 0,1-1 0 0 0,-1 1-1 0 0,1 0 1 0 0,0 0 0 0 0,0 1-14 0 0,0 0 0 0 0,1 0 0 0 0,-1 1 0 0 0,0-1 0 0 0,1 0 0 0 0,-1 1 0 0 0,0-1 0 0 0,0 1 0 0 0,0-1 0 0 0,-1 1 0 0 0,1 0 0 0 0,0-1 0 0 0,0 3 0 0 0,1-1 0 0 0,13 32 0 0 0,19 62 0 0 0,-3-5 0 0 0,-17-65 0 0 0,-13-27 0 0 0,-1 1 0 0 0,0-1 0 0 0,0 1 0 0 0,0-1 0 0 0,1 1 0 0 0,-1-1 0 0 0,0 1 0 0 0,1-1 0 0 0,-1 0 0 0 0,0 1 0 0 0,1-1 0 0 0,-1 0 0 0 0,1 1 0 0 0,-1-1 0 0 0,0 0 0 0 0,1 1 0 0 0,-1-1 0 0 0,1 0 0 0 0,-1 0 0 0 0,1 0 0 0 0,-1 1 0 0 0,1-1 0 0 0,-1 0 0 0 0,1 0 0 0 0,-1 0 0 0 0,1 0 0 0 0,-1 0 0 0 0,1 0 0 0 0,-1 0 0 0 0,1 0 0 0 0,-1 0 0 0 0,1 0 0 0 0,-1 0 0 0 0,1 0 0 0 0,-1-1 0 0 0,1 1 0 0 0,-1 0 0 0 0,1 0 0 0 0,-1 0 0 0 0,1-1 0 0 0,-1 1 0 0 0,1 0 0 0 0,-1-1 0 0 0,0 1 0 0 0,1 0 0 0 0,-1-1 0 0 0,0 1 0 0 0,1 0 0 0 0,-1-1 0 0 0,1 0 0 0 0,23-37 11 0 0,36-74 0 0 0,8-17-4926 0 0,-61 118 3499 0 0,-7 9 1343 0 0,1 0 1 0 0,0 0-1 0 0,0 0 1 0 0,1 0-1 0 0,-1 0 1 0 0,0 0-1 0 0,1 0 1 0 0,-1 0-1 0 0,1 1 1 0 0,-1-1-1 0 0,1 1 1 0 0,0-1-1 0 0,3-1 1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8:40.5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19132,'0'2937'0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8:43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4377 0 0,'-2'6'12173'0'0,"4"5"-8176"0"0,7 12-5888 0 0,-6-16 2895 0 0,45 104-1004 0 0,-19-50 0 0 0,-15-25 0 0 0,-9-23 0 0 0,0 1 0 0 0,1-1 0 0 0,0-1 0 0 0,1 1 0 0 0,16 21 0 0 0,-22-33 0 0 0,0 0 0 0 0,0 1 0 0 0,1-1 0 0 0,-1 0 0 0 0,0 0 0 0 0,0 0 0 0 0,1 0 0 0 0,-1 0 0 0 0,1 0 0 0 0,-1 0 0 0 0,1 0 0 0 0,-1 0 0 0 0,1-1 0 0 0,0 1 0 0 0,-1-1 0 0 0,1 1 0 0 0,0-1 0 0 0,-1 0 0 0 0,1 1 0 0 0,2-1 0 0 0,-2-1 0 0 0,0 1 0 0 0,0-1 0 0 0,0 0 0 0 0,0 0 0 0 0,-1 1 0 0 0,1-1 0 0 0,0-1 0 0 0,-1 1 0 0 0,1 0 0 0 0,0 0 0 0 0,-1 0 0 0 0,0-1 0 0 0,1 1 0 0 0,-1-1 0 0 0,0 1 0 0 0,1-1 0 0 0,-1 0 0 0 0,1-1 0 0 0,59-102-2244 0 0,-38 62 469 0 0,1 2 0 0 0,33-42 0 0 0,-26 51 1782 0 0,2-4-134 0 0,-27 34-1153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8:48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 18054,'0'2913'0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8:49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6681 0 0,'19'22'12456'0'0,"-13"-18"-11933"0"0,6 5-523 0 0,-1 1 0 0 0,0 1 0 0 0,0 0 0 0 0,-1 0 0 0 0,9 13 0 0 0,39 69 0 0 0,-12-20 0 0 0,-43-68 0 0 0,1-1 0 0 0,-1 0 0 0 0,1 1 0 0 0,0-1 0 0 0,0-1 0 0 0,0 1 0 0 0,0 0 0 0 0,6 2 0 0 0,-9-5 0 0 0,0 0 0 0 0,1-1 0 0 0,-1 1 0 0 0,1 0 0 0 0,-1-1 0 0 0,1 1 0 0 0,-1-1 0 0 0,1 0 0 0 0,-1 0 0 0 0,1 1 0 0 0,-1-1 0 0 0,1 0 0 0 0,0 0 0 0 0,-1 0 0 0 0,1-1 0 0 0,-1 1 0 0 0,1 0 0 0 0,-1 0 0 0 0,1-1 0 0 0,0 1 0 0 0,-1-1 0 0 0,0 0 0 0 0,1 1 0 0 0,-1-1 0 0 0,1 0 0 0 0,-1 0 0 0 0,0 0 0 0 0,0 0 0 0 0,1 0 0 0 0,-1 0 0 0 0,0 0 0 0 0,1-2 0 0 0,20-24 0 0 0,-2-1 0 0 0,0-1 0 0 0,22-46 0 0 0,8-27-2054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8:52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19051,'0'3417'0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8:54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11 128 3225 0 0,'-10'-14'15263'0'0,"9"10"-14091"0"0,2 2-1172 0 0,3 5 0 0 0,3 3 0 0 0,-1 0 0 0 0,0 1 0 0 0,0 0 0 0 0,0 0 0 0 0,6 10 0 0 0,24 49 0 0 0,1-2 0 0 0,-24-47 0 0 0,-10-13 0 0 0,0 0 0 0 0,0 0 0 0 0,0 0 0 0 0,0 0 0 0 0,-1 1 0 0 0,0-1 0 0 0,0 1 0 0 0,0 0 0 0 0,2 5 0 0 0,-4-10 0 0 0,0 1 0 0 0,0-1 0 0 0,1 1 0 0 0,-1-1 0 0 0,0 0 0 0 0,0 1 0 0 0,1-1 0 0 0,-1 1 0 0 0,0-1 0 0 0,1 0 0 0 0,-1 1 0 0 0,1-1 0 0 0,-1 0 0 0 0,0 0 0 0 0,1 1 0 0 0,-1-1 0 0 0,1 0 0 0 0,-1 0 0 0 0,1 0 0 0 0,-1 1 0 0 0,1-1 0 0 0,-1 0 0 0 0,1 0 0 0 0,-1 0 0 0 0,1 0 0 0 0,-1 0 0 0 0,1 0 0 0 0,-1 0 0 0 0,1 0 0 0 0,-1 0 0 0 0,1 0 0 0 0,-1 0 0 0 0,1-1 0 0 0,-1 1 0 0 0,1 0 0 0 0,-1 0 0 0 0,1-1 0 0 0,22-7 0 0 0,-19 6-30 0 0,0-1-1 0 0,0 0 1 0 0,0 0 0 0 0,0 0-1 0 0,-1 0 1 0 0,1-1-1 0 0,-1 1 1 0 0,0-1 0 0 0,0 0-1 0 0,2-4 1 0 0,5-9-1537 0 0,9-21 1 0 0,-9 18-1537 0 0,48-116 2338 0 0,-41 91 645 0 0,-12 31 100 0 0,-4 9-90 0 0,1 0 0 0 0,0 0 0 0 0,4-8 0 0 0,-5 12 75 0 0,0 0 1 0 0,0 0-1 0 0,-1 0 0 0 0,1 0 0 0 0,0 0 1 0 0,0 0-1 0 0,0 0 0 0 0,0 0 0 0 0,0 0 1 0 0,0 0-1 0 0,1 1 0 0 0,-1-1 1 0 0,0 0-1 0 0,0 1 0 0 0,0-1 0 0 0,1 1 1 0 0,-1 0-1 0 0,0-1 0 0 0,3 1 0 0 0,5-1 27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58:56.6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19195,'101'3450'0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58:57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12 113 5529 0 0,'-12'13'6517'0'0,"16"0"-4578"0"0,7 10 2782 0 0,-6-15-4237 0 0,0 0 0 0 0,10 11 0 0 0,0-4-733 0 0,21 18 0 0 0,-24-23 249 0 0,41 32 0 0 0,-47-38 0 0 0,-1-1 0 0 0,1 0 0 0 0,0 0 0 0 0,0 0 0 0 0,0-1 0 0 0,0 1 0 0 0,12 1 0 0 0,-15-3 2 0 0,0-1 1 0 0,0 0-1 0 0,0-1 0 0 0,0 1 0 0 0,0 0 1 0 0,-1-1-1 0 0,1 1 0 0 0,0-1 0 0 0,0 0 1 0 0,0 0-1 0 0,-1 0 0 0 0,1 0 0 0 0,0-1 1 0 0,-1 1-1 0 0,0-1 0 0 0,1 0 0 0 0,-1 1 1 0 0,0-1-1 0 0,1 0 0 0 0,-1 0 0 0 0,0 0 1 0 0,2-5-1 0 0,5-4-334 0 0,-1-1 1 0 0,-1-1-1 0 0,9-17 0 0 0,-8 13-875 0 0,75-177-4394 0 0,-81 189 5522 0 0,2-6-4041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0:07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16531,'2748'3220'0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0:08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7 404 4609 0 0,'-6'-18'15018'0'0,"15"13"-14985"0"0,2 3-33 0 0,0 0 0 0 0,1 1 0 0 0,-1 0 0 0 0,1 0 0 0 0,16 2 0 0 0,9 4 0 0 0,65 18 0 0 0,-10-2 0 0 0,-89-20 0 0 0,1-1 0 0 0,-1 1 0 0 0,1-1 0 0 0,-1 0 0 0 0,0 0 0 0 0,1 0 0 0 0,-1-1 0 0 0,1 1 0 0 0,-1-1 0 0 0,0 1 0 0 0,0-1 0 0 0,1 0 0 0 0,-1-1 0 0 0,0 1 0 0 0,0 0 0 0 0,0-1 0 0 0,3-2 0 0 0,-3 2 0 0 0,-1 0 0 0 0,0-1 0 0 0,0 1 0 0 0,0 0 0 0 0,0-1 0 0 0,0 0 0 0 0,0 1 0 0 0,0-1 0 0 0,-1 0 0 0 0,0 0 0 0 0,1 0 0 0 0,-1 0 0 0 0,-1 0 0 0 0,1 0 0 0 0,0-1 0 0 0,-1 1 0 0 0,1 0 0 0 0,-1-4 0 0 0,0-20-190 0 0,-1-1 1 0 0,-2 1-1 0 0,-11-53 0 0 0,-3-20-3424 0 0,14 71 901 0 0,-5-14 2869 0 0,7 33-997 0 0,3 0-3247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0:10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17229,'2743'3120'0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0:11.2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0 343 4609 0 0,'6'-11'8060'0'0,"14"9"-1069"0"0,7 5-6991 0 0,41 11 0 0 0,-43-8 0 0 0,0-1 0 0 0,32 2 0 0 0,-49-6 0 0 0,0-1 0 0 0,-1 0 0 0 0,1-1 0 0 0,0 0 0 0 0,-1 0 0 0 0,1-1 0 0 0,-1 0 0 0 0,0 0 0 0 0,1 0 0 0 0,-1-1 0 0 0,13-7 0 0 0,-16 6-6 0 0,1 1 1 0 0,-1-1-1 0 0,0 0 0 0 0,-1 0 0 0 0,1 0 1 0 0,-1 0-1 0 0,1-1 0 0 0,-1 1 0 0 0,0-1 0 0 0,-1 0 1 0 0,1 0-1 0 0,-1 0 0 0 0,0 0 0 0 0,0 0 1 0 0,-1 0-1 0 0,1-6 0 0 0,2-8-926 0 0,-1 0 0 0 0,-2 1 1 0 0,1-26-1 0 0,-2 29 428 0 0,-1 0-1 0 0,-1-1 1 0 0,0 1 0 0 0,0 0 0 0 0,-2 0 0 0 0,0 0-1 0 0,-1 0 1 0 0,-10-23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1:48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2583 0 18110,'-2582'3503'0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1:50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41 2072 0 0,'16'-33'15434'0'0,"-12"27"-14062"0"0,-4 6-1352 0 0,0 0 0 0 0,1 0 0 0 0,-1 0 0 0 0,0 0 0 0 0,0-1 0 0 0,0 1 0 0 0,1 0 0 0 0,-1 0 0 0 0,0 0 0 0 0,0 0 0 0 0,0 0 0 0 0,1 0 0 0 0,-1 0 1 0 0,0 0-1 0 0,0-1 0 0 0,1 1 0 0 0,-1 0 0 0 0,0 0 0 0 0,0 0 0 0 0,1 0 0 0 0,-1 0 0 0 0,0 0 0 0 0,0 0 0 0 0,0 0 0 0 0,1 1 0 0 0,-1-1 0 0 0,0 0 0 0 0,0 0 1 0 0,1 0-1 0 0,-1 0 0 0 0,0 0 0 0 0,0 0 0 0 0,0 0 0 0 0,1 0 0 0 0,-1 1 0 0 0,4 9 113 0 0,-2 13-238 0 0,-2-22 137 0 0,-2 17-32 0 0,0 0 0 0 0,-1 0 0 0 0,0 0 0 0 0,-2-1 0 0 0,-6 18 0 0 0,-7 25 0 0 0,16-50 0 0 0,-3 5 0 0 0,1 2 0 0 0,1-1 0 0 0,1 0 0 0 0,1 0 0 0 0,0 1 0 0 0,1 16 0 0 0,0-31 0 0 0,1 0 0 0 0,-1 0 0 0 0,1 0 0 0 0,-1 0 0 0 0,1 0 0 0 0,0 0 0 0 0,0 0 0 0 0,-1-1 0 0 0,2 1 0 0 0,-1 0 0 0 0,0 0 0 0 0,0-1 0 0 0,3 4 0 0 0,-3-5 0 0 0,0 1 0 0 0,-1 0 0 0 0,1-1 0 0 0,0 1 0 0 0,0-1 0 0 0,0 1 0 0 0,0-1 0 0 0,0 1 0 0 0,0-1 0 0 0,0 0 0 0 0,0 1 0 0 0,0-1 0 0 0,0 0 0 0 0,0 0 0 0 0,0 0 0 0 0,0 0 0 0 0,0 0 0 0 0,0 0 0 0 0,0 0 0 0 0,0 0 0 0 0,0 0 0 0 0,0 0 0 0 0,0 0 0 0 0,0-1 0 0 0,0 1 0 0 0,0 0 0 0 0,0-1 0 0 0,2 0 0 0 0,60-40 453 0 0,26-27-4121 0 0,-45 33 728 0 0,55-33 0 0 0,-87 62 2360 0 0,1-1-1 0 0,-1 2 1 0 0,1 0-1 0 0,23-6 1 0 0,-19 6-2290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1:55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2541 0 18913,'-2541'3479'0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1:56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3225 0 0,'-5'7'14547'0'0,"1"129"-12479"0"0,1 22-2248 0 0,3-154 180 0 0,0 0 0 0 0,1 0 0 0 0,-1-1 0 0 0,1 1 0 0 0,0 0 0 0 0,0-1 0 0 0,0 1 0 0 0,1-1 0 0 0,-1 1 0 0 0,1-1 0 0 0,0 0 0 0 0,0 0 0 0 0,0 1 0 0 0,0-1 0 0 0,0-1 0 0 0,1 1 0 0 0,3 3 0 0 0,-4-4 0 0 0,1 0 0 0 0,0-1 0 0 0,0 1 0 0 0,0-1 0 0 0,0 0 0 0 0,0 1 0 0 0,0-1 0 0 0,0-1 0 0 0,0 1 0 0 0,0 0 0 0 0,1-1 0 0 0,-1 0 0 0 0,0 0 0 0 0,0 1 0 0 0,1-2 0 0 0,-1 1 0 0 0,0 0 0 0 0,0-1 0 0 0,6-1 0 0 0,49-16 4 0 0,-37 11-969 0 0,-1 1 0 0 0,1 1 0 0 0,27-3-1 0 0,-40 8 1658 0 0,0 0 0 0 0,1 1 0 0 0,-1-1-1 0 0,12 4 1 0 0,-11-2-1130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12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17381,'5934'3037'0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13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2 345 2993 0 0,'-1'-11'16881'0'0,"10"0"-17988"0"0,-6 7 2000 0 0,-2 3-923 0 0,0 0 0 0 0,1 1 0 0 0,-1-1 0 0 0,0 0 0 0 0,0 0-1 0 0,1 0 1 0 0,-1 1 0 0 0,0-1 0 0 0,1 1 0 0 0,-1-1 0 0 0,0 1 0 0 0,1-1-1 0 0,-1 1 1 0 0,1 0 0 0 0,-1 0 0 0 0,3 0 0 0 0,23 3-809 0 0,-13-1 614 0 0,6 0 371 0 0,-1 2 0 0 0,0 0 0 0 0,0 1 0 0 0,-1 1 1 0 0,27 12-1 0 0,-24-9 29 0 0,0-1-1 0 0,0-1 1 0 0,35 6 0 0 0,-56-12-176 0 0,1-1 1 0 0,-1 0-1 0 0,1 0 0 0 0,0 0 1 0 0,-1 0-1 0 0,1 0 0 0 0,0 0 0 0 0,-1 0 1 0 0,1-1-1 0 0,0 1 0 0 0,-1 0 1 0 0,1 0-1 0 0,0 0 0 0 0,-1-1 0 0 0,1 1 1 0 0,0 0-1 0 0,-1-1 0 0 0,1 1 1 0 0,-1 0-1 0 0,1-1 0 0 0,-1 1 0 0 0,1-1 1 0 0,-1 1-1 0 0,1-1 0 0 0,-1 1 0 0 0,0-1 1 0 0,1 1-1 0 0,-1-1 0 0 0,1 1 1 0 0,-1-1-1 0 0,0 0 0 0 0,0 1 0 0 0,1-1 1 0 0,-1 1-1 0 0,0-1 0 0 0,0 0 1 0 0,0 1-1 0 0,0-1 0 0 0,0 0 0 0 0,0 1 1 0 0,0-1-1 0 0,0 0 0 0 0,0 1 0 0 0,0-1 1 0 0,0-1-1 0 0,-1-4 2 0 0,0 1 1 0 0,0-1-1 0 0,-3-11 0 0 0,3 14-46 0 0,-14-42-2340 0 0,-13-20 3410 0 0,1 4-759 0 0,13 20-3379 0 0,11 33 2760 0 0,-24-91-297 0 0,26 83-1535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16.4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17427,'5972'3048'0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17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1 279 4609 0 0,'8'-3'15051'0'0,"35"4"-15693"0"0,-1 1 0 0 0,77 16 0 0 0,-77-10 2333 0 0,-39-8-1688 0 0,1 1 0 0 0,0-1 0 0 0,0 0 0 0 0,0 1-1 0 0,0-2 1 0 0,0 1 0 0 0,0 0 0 0 0,4-2 0 0 0,-7 2 3 0 0,0-1 1 0 0,0 1-1 0 0,0 0 0 0 0,0-1 0 0 0,0 1 0 0 0,0-1 0 0 0,0 0 0 0 0,0 1 1 0 0,0-1-1 0 0,-1 0 0 0 0,1 0 0 0 0,0 1 0 0 0,0-1 0 0 0,-1 0 0 0 0,1 0 1 0 0,-1 0-1 0 0,1 0 0 0 0,0 0 0 0 0,-1 0 0 0 0,0 0 0 0 0,1 0 0 0 0,-1 0 1 0 0,0 0-1 0 0,1 0 0 0 0,-1 0 0 0 0,0 0 0 0 0,0 0 0 0 0,0 0 0 0 0,0 0 1 0 0,0 0-1 0 0,0 0 0 0 0,0-1 0 0 0,-1 0 0 0 0,-2-18-6 0 0,-2 0 0 0 0,-1 1 0 0 0,0-1 0 0 0,-13-26 0 0 0,15 37 0 0 0,-6-12 15 0 0,-1 1-1 0 0,-15-22 1 0 0,3 5-4376 0 0,22 37 4527 0 0,1-1 0 0 0,-1 0 0 0 0,1 0 0 0 0,-1 0 0 0 0,1 0 0 0 0,0 0 0 0 0,0 0 0 0 0,-1 1 0 0 0,1-1 0 0 0,0 0 1 0 0,0 0-1 0 0,0 0 0 0 0,0 0 0 0 0,0-2 0 0 0,0-2-958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2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5957 1 14878,'-5956'3583'0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24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1380 0 0,'-16'3'18280'0'0,"6"28"-18280"0"0,-1-1 0 0 0,-21 43 0 0 0,25-59 0 0 0,1-1 0 0 0,0 2 0 0 0,1-1 0 0 0,1 0 0 0 0,0 1 0 0 0,-2 16 0 0 0,5-28 0 0 0,1 0 0 0 0,0 1 0 0 0,0-1 0 0 0,0 0 0 0 0,0 0 0 0 0,1 0 0 0 0,0 4 0 0 0,-1-6 0 0 0,1 0 0 0 0,-1 0 0 0 0,0 0 0 0 0,1 0 0 0 0,-1-1 0 0 0,1 1 0 0 0,-1 0 0 0 0,1 0 0 0 0,0-1 0 0 0,-1 1 0 0 0,1 0 0 0 0,0-1 0 0 0,-1 1 0 0 0,1-1 0 0 0,0 1 0 0 0,-1-1 0 0 0,1 1 0 0 0,0-1 0 0 0,0 0 0 0 0,0 1 0 0 0,0-1 0 0 0,-1 0 0 0 0,1 0 0 0 0,0 1 0 0 0,0-1 0 0 0,0 0 0 0 0,0 0 0 0 0,0 0 0 0 0,1 0 0 0 0,25-2-690 0 0,0-1 0 0 0,-1-1 0 0 0,36-11 0 0 0,-35 9-945 0 0,-8 0 150 0 0,0 0-1 0 0,-1-1 1 0 0,0 0-1 0 0,29-18 1 0 0,-31 15-1884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27.4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6009 1 17437,'-6009'3487'0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28.8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8 1380 0 0,'-2'-7'16653'0'0,"1"13"-16382"0"0,0 0 0 0 0,0-1 1 0 0,-1 1-1 0 0,1 0 0 0 0,-4 7 0 0 0,-34 71-271 0 0,8-27 0 0 0,16-31 0 0 0,-16 37 0 0 0,30-62 0 0 0,0 1 0 0 0,1 0 0 0 0,-1-1 0 0 0,1 1 0 0 0,0-1 0 0 0,-1 1 0 0 0,1 0 0 0 0,0-1 0 0 0,0 1 0 0 0,0 0 0 0 0,0-1 0 0 0,0 1 0 0 0,0 0 0 0 0,0-1 0 0 0,1 1 0 0 0,-1 0 0 0 0,1-1 0 0 0,-1 1 0 0 0,1-1 0 0 0,-1 1 0 0 0,3 2 0 0 0,-2-3 0 0 0,0 0 0 0 0,0 0 0 0 0,0 0 0 0 0,1 0 0 0 0,-1 0 0 0 0,0 0 0 0 0,1 0 0 0 0,-1-1 0 0 0,0 1 0 0 0,1-1 0 0 0,-1 1 0 0 0,1-1 0 0 0,0 1 0 0 0,-1-1 0 0 0,1 0 0 0 0,-1 0 0 0 0,1 1 0 0 0,-1-1 0 0 0,1 0 0 0 0,-1-1 0 0 0,1 1 0 0 0,0 0 0 0 0,2-1 0 0 0,23-5-201 0 0,29-9 0 0 0,66-32-8004 0 0,-63 24 5912 0 0,-43 17-922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44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15148,'9113'3231'0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45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25 235 688 0 0,'-22'-1'19180'0'0,"21"0"-18567"0"0,-1-7-1434 0 0,2 7 793 0 0,1 1 0 0 0,-1-1-1 0 0,0 1 1 0 0,0-1 0 0 0,1 1-1 0 0,-1 0 1 0 0,0-1 0 0 0,1 1-1 0 0,-1-1 1 0 0,0 1 0 0 0,1 0-1 0 0,-1 0 1 0 0,1-1 0 0 0,-1 1-1 0 0,0 0 1 0 0,1-1 0 0 0,-1 1-1 0 0,1 0 1 0 0,-1 0 0 0 0,1 0-1 0 0,-1 0 1 0 0,1 0 0 0 0,-1-1-1 0 0,1 1 1 0 0,-1 0 0 0 0,1 0-1 0 0,-1 0 1 0 0,1 0 0 0 0,-1 0-1 0 0,1 1 1 0 0,-1-1 0 0 0,1 0-1 0 0,0 0 1 0 0,22 3 335 0 0,-18-2-336 0 0,22 4 277 0 0,-1 1-1 0 0,41 16 1 0 0,-40-12-267 0 0,0-1 0 0 0,35 5-1 0 0,-55-12-8 0 0,1-1 0 0 0,0-1 0 0 0,0 0 1 0 0,-1 0-1 0 0,1 0 0 0 0,0-1 0 0 0,0 0 0 0 0,9-3 0 0 0,-14 3 36 0 0,-1 0 1 0 0,0 1-1 0 0,1-1 0 0 0,-1 0 1 0 0,0-1-1 0 0,0 1 1 0 0,0 0-1 0 0,1-1 0 0 0,-1 1 1 0 0,-1-1-1 0 0,1 0 0 0 0,0 1 1 0 0,0-1-1 0 0,-1 0 1 0 0,1 0-1 0 0,-1 0 0 0 0,1 0 1 0 0,-1-1-1 0 0,0 1 0 0 0,0 0 1 0 0,0 0-1 0 0,0-1 1 0 0,-1 1-1 0 0,1-1 0 0 0,0 1 1 0 0,-1 0-1 0 0,0-1 0 0 0,1 1 1 0 0,-1-4-1 0 0,-1-3-26 0 0,1 0-1 0 0,-1 0 0 0 0,-1 1 1 0 0,0-1-1 0 0,0 1 1 0 0,-4-10-1 0 0,-23-45 96 0 0,20 45-59 0 0,1 0 0 0 0,-9-26-1 0 0,15 38-418 0 0,0-1 1148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2:49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17618,'9103'3143'0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2:52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82 372 460 0 0,'-8'-1'3387'0'0,"-1"1"1"0"0,1-1-1 0 0,-10-2 1 0 0,-7-6 3367 0 0,11-1-7860 0 0,45 9 688 0 0,3 3 1317 0 0,19 8-4888 0 0,0-1-51 0 0,-14-5 10411 0 0,0-4-4869 0 0,-32-1-1535 0 0,-1 0-1 0 0,0 0 0 0 0,0 0 0 0 0,0 0 1 0 0,0-1-1 0 0,0 0 0 0 0,0 0 0 0 0,0-1 0 0 0,0 0 1 0 0,6-4-1 0 0,-9 5 34 0 0,-1 0 1 0 0,0-1 0 0 0,0 1-1 0 0,0-1 1 0 0,0 1-1 0 0,-1-1 1 0 0,1 1-1 0 0,-1-1 1 0 0,1 0 0 0 0,-1 0-1 0 0,0 0 1 0 0,0 0-1 0 0,0 0 1 0 0,-1 0-1 0 0,1 0 1 0 0,-1 0 0 0 0,1 0-1 0 0,-1 0 1 0 0,0 0-1 0 0,0 0 1 0 0,-1-5 0 0 0,-1-9-13 0 0,-1 1 1 0 0,-7-27 0 0 0,8 37 3 0 0,-43-152-6222 0 0,44 155 6452 0 0,-5-20-645 0 0,7 10 3260 0 0,2 11-3248 0 0,0 1 104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3:15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9296 0 17715,'-9295'3637'0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3:22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46 1840 0 0,'19'-21'14257'0'0,"-2"6"-10909"0"0,-16 14-3338 0 0,0 0 1 0 0,1 0-1 0 0,-1 0 0 0 0,1 0 0 0 0,-1 0 1 0 0,1 0-1 0 0,-1 1 0 0 0,1-1 0 0 0,-1 1 1 0 0,1-1-1 0 0,-1 1 0 0 0,1 0 0 0 0,0-1 1 0 0,-1 1-1 0 0,1 0 0 0 0,0 0 0 0 0,-1 0 0 0 0,1 0 1 0 0,0 1-1 0 0,2-1 0 0 0,-4 0-15 0 0,0 0-1 0 0,0 1 0 0 0,1-1 1 0 0,-1 0-1 0 0,0 0 0 0 0,0 0 1 0 0,1 0-1 0 0,-1 1 0 0 0,0-1 1 0 0,0 0-1 0 0,1 0 0 0 0,-1 0 1 0 0,0 1-1 0 0,0-1 1 0 0,0 0-1 0 0,1 0 0 0 0,-1 1 1 0 0,0-1-1 0 0,0 0 0 0 0,0 1 1 0 0,0-1-1 0 0,0 0 0 0 0,0 0 1 0 0,0 1-1 0 0,0-1 0 0 0,1 0 1 0 0,-1 1-1 0 0,0-1 1 0 0,0 0-1 0 0,0 1 0 0 0,-4 12 417 0 0,-11 10-3108 0 0,-16 22-2635 0 0,-14 22 4890 0 0,-8 11 1000 0 0,50-74-521 0 0,0 1 0 0 0,0 0 0 0 0,0 0 0 0 0,1 0 1 0 0,0 0-1 0 0,0 0 0 0 0,1 0 0 0 0,-1 0 0 0 0,-1 11 0 0 0,3-13 1 0 0,0 0 0 0 0,0 0 0 0 0,0 0-1 0 0,1 0 1 0 0,-1 0 0 0 0,1-1-1 0 0,-1 1 1 0 0,1 0 0 0 0,0 0-1 0 0,0-1 1 0 0,0 1 0 0 0,0 0-1 0 0,1-1 1 0 0,-1 1 0 0 0,1-1-1 0 0,-1 1 1 0 0,1-1 0 0 0,0 0-1 0 0,0 0 1 0 0,2 2 0 0 0,2 1 33 0 0,-1-2-1 0 0,1 1 1 0 0,0 0 0 0 0,0-1 0 0 0,0 0-1 0 0,0-1 1 0 0,0 1 0 0 0,1-1 0 0 0,6 2 0 0 0,10 0-26 0 0,30 2 1 0 0,-49-6-49 0 0,61 6 5383 0 0,-56-5-5742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3:26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9244 1 18113,'-9244'3702'0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3:28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46 2765 0 0,'-3'-30'15823'0'0,"9"22"-14751"0"0,-5 8-1072 0 0,-1-1 0 0 0,1 0 0 0 0,-1 1 0 0 0,1-1 0 0 0,0 1 0 0 0,-1-1 0 0 0,1 1 0 0 0,0-1 0 0 0,-1 1 0 0 0,1 0 0 0 0,0-1 0 0 0,0 1 0 0 0,-1 0 0 0 0,1-1 0 0 0,0 1 0 0 0,0 0 0 0 0,-1 0 0 0 0,1 0 0 0 0,2 0 0 0 0,-3 0 0 0 0,0 0 0 0 0,1 0 0 0 0,-1 0 0 0 0,0 0 0 0 0,1 0 0 0 0,-1 1 0 0 0,0-1 0 0 0,1 0 0 0 0,-1 0 0 0 0,0 1 0 0 0,1-1 0 0 0,-1 0 0 0 0,0 0 0 0 0,0 1 0 0 0,1-1 0 0 0,-1 0 0 0 0,0 1 0 0 0,0-1 0 0 0,0 0 0 0 0,0 1 0 0 0,1-1 0 0 0,-1 0 0 0 0,0 1 0 0 0,0-1 0 0 0,0 0 0 0 0,0 1 0 0 0,0-1 0 0 0,0 1 0 0 0,0-1 0 0 0,0 0 0 0 0,0 1 0 0 0,0-1 0 0 0,0 0 0 0 0,0 1 0 0 0,0-1 0 0 0,0 1 0 0 0,0-1 0 0 0,0 0 0 0 0,-1 1 0 0 0,1-1 0 0 0,0 0 0 0 0,0 1 0 0 0,0-1 0 0 0,-1 0 0 0 0,1 1 0 0 0,-10 24 0 0 0,1 1 0 0 0,1-1 0 0 0,1 2 0 0 0,2-1 0 0 0,1 1 0 0 0,-2 30 0 0 0,6-47 0 0 0,1 1 0 0 0,0 0 0 0 0,0 0 0 0 0,1-1 0 0 0,0 1 0 0 0,4 10 0 0 0,-5-18 0 0 0,0 0 0 0 0,0 0 0 0 0,0 0 0 0 0,1-1 0 0 0,-1 1 0 0 0,1 0 0 0 0,0-1 0 0 0,0 1 0 0 0,0-1 0 0 0,0 0 0 0 0,0 0 0 0 0,0 0 0 0 0,1 0 0 0 0,-1 0 0 0 0,0 0 0 0 0,1 0 0 0 0,0-1 0 0 0,-1 1 0 0 0,1-1 0 0 0,0 0 0 0 0,0 0 0 0 0,0 0 0 0 0,0 0 0 0 0,0 0 0 0 0,5 0 0 0 0,5-1-310 0 0,1 0 1 0 0,0-1-1 0 0,0 0 0 0 0,-1-1 1 0 0,16-4-1 0 0,64-24-5273 0 0,37-22 3959 0 0,-118 48-2194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4:05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9667 0 17006,'-9667'3277'0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4:07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60 460 0 0,'17'-20'13657'0'0,"0"0"-8861"0"0,-16 18-4739 0 0,1 0 1 0 0,0 0-1 0 0,0 1 1 0 0,0-1-1 0 0,0 1 1 0 0,0 0-1 0 0,0-1 1 0 0,1 1-1 0 0,-1 0 1 0 0,0 0-1 0 0,1 0 1 0 0,4-1-1 0 0,-6 2-57 0 0,-1 0 0 0 0,1 0 0 0 0,0 0 0 0 0,0 0 0 0 0,0 0 0 0 0,-1 0 0 0 0,1 0 0 0 0,0 0 0 0 0,0 0 0 0 0,0 0 0 0 0,-1 1 0 0 0,1-1 0 0 0,0 0 0 0 0,0 1 0 0 0,-1-1 0 0 0,1 0 0 0 0,0 1 0 0 0,0-1 0 0 0,-1 1 0 0 0,1-1 0 0 0,-1 1 0 0 0,1-1 0 0 0,0 2 0 0 0,1 0 0 0 0,-1-1 0 0 0,0 1 0 0 0,-1 0 0 0 0,1-1 0 0 0,0 1 0 0 0,0 0 0 0 0,-1 0 0 0 0,1 0 0 0 0,0 3 0 0 0,-1 0 0 0 0,1-1 0 0 0,-1 0 0 0 0,0 0 0 0 0,0 1 0 0 0,-1-1 0 0 0,1 0 0 0 0,-1 0 0 0 0,-2 8 0 0 0,-9 10 0 0 0,-1-2 0 0 0,-1 1 0 0 0,0-2 0 0 0,-32 33 0 0 0,33-37 0 0 0,6-8 0 0 0,0 0 0 0 0,1 1 0 0 0,0 0 0 0 0,-8 13 0 0 0,13-20 0 0 0,1 0 0 0 0,-1 0 0 0 0,1-1 0 0 0,-1 1 0 0 0,1 0 0 0 0,0 0 0 0 0,-1 0 0 0 0,1 0 0 0 0,0 0 0 0 0,0 0 0 0 0,0 1 0 0 0,0-1 0 0 0,0 0 0 0 0,0 0 0 0 0,0 0 0 0 0,0 0 0 0 0,0 0 0 0 0,1 1 0 0 0,-1-1 0 0 0,1-1 0 0 0,-1 1 0 0 0,0 0 0 0 0,1-1 0 0 0,0 1 0 0 0,-1-1 0 0 0,1 1 0 0 0,-1-1 0 0 0,1 1 0 0 0,0-1 0 0 0,-1 1 0 0 0,1-1 0 0 0,0 1 0 0 0,0-1 0 0 0,-1 0 0 0 0,1 1 0 0 0,0-1 0 0 0,1 0 0 0 0,4 1 0 0 0,1 0 0 0 0,0 0 0 0 0,-1-1 0 0 0,13-1 0 0 0,1 0 0 0 0,133 20-495 0 0,-128-14-4871 0 0,-16-3 4844 0 0,0 0 0 0 0,0-1 0 0 0,-1 0 0 0 0,1 0 0 0 0,11-1 0 0 0,-10-1 29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4:1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9345 1 17453,'-9345'3128'0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4:12.5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9 100 688 0 0,'14'-19'12014'0'0,"-1"-2"-6859"0"0,1-2-3352 0 0,-10 18-1803 0 0,-2 1 0 0 0,1 0 0 0 0,0 0 0 0 0,0 0 0 0 0,0 1 0 0 0,1-1 0 0 0,5-4 0 0 0,-9 8 0 0 0,1 0 0 0 0,-1 0 0 0 0,0 0 0 0 0,0 0 0 0 0,1 0 0 0 0,-1 0 0 0 0,0 0 0 0 0,0 0 0 0 0,1 1 0 0 0,-1-1 0 0 0,0 0 0 0 0,0 0 0 0 0,0 0 0 0 0,1 0 0 0 0,-1 0 0 0 0,0 1 0 0 0,0-1 0 0 0,0 0 0 0 0,0 0 0 0 0,1 1 0 0 0,-1-1 0 0 0,0 0 0 0 0,0 0 0 0 0,0 0 0 0 0,0 1 0 0 0,0-1 0 0 0,0 0 0 0 0,0 1 0 0 0,0-1 0 0 0,0 0 0 0 0,1 0 0 0 0,-1 1 0 0 0,0-1 0 0 0,0 0 0 0 0,0 0 0 0 0,-1 1 0 0 0,1-1 0 0 0,0 0 0 0 0,0 0 0 0 0,0 1 0 0 0,0-1 0 0 0,0 14 0 0 0,0-13 0 0 0,-5 43 0 0 0,4-32 26 0 0,0-1 0 0 0,0 1 1 0 0,-1 0-1 0 0,-6 19 0 0 0,-21 46-1221 0 0,12-33-3694 0 0,8-24 2333 0 0,7-17 2544 0 0,0 0 1 0 0,1 1-1 0 0,-1-1 1 0 0,1 1-1 0 0,0 0 0 0 0,0 0 1 0 0,0-1-1 0 0,-1 7 0 0 0,2-10 15 0 0,0 0 1 0 0,0 0-1 0 0,0 1 0 0 0,1-1 0 0 0,-1 0 0 0 0,0 0 0 0 0,0 0 0 0 0,0 1 0 0 0,0-1 0 0 0,0 0 0 0 0,0 0 0 0 0,0 0 0 0 0,0 1 1 0 0,1-1-1 0 0,-1 0 0 0 0,0 0 0 0 0,0 0 0 0 0,0 1 0 0 0,0-1 0 0 0,1 0 0 0 0,-1 0 0 0 0,0 0 0 0 0,0 0 0 0 0,0 0 1 0 0,1 0-1 0 0,-1 0 0 0 0,0 1 0 0 0,0-1 0 0 0,0 0 0 0 0,1 0 0 0 0,15 3 7120 0 0,-6 6-5959 0 0,16 11-887 0 0,-24-18-280 0 0,0-1-1 0 0,0 0 0 0 0,0 0 1 0 0,0 0-1 0 0,0 0 1 0 0,0-1-1 0 0,1 1 1 0 0,-1-1-1 0 0,0 1 1 0 0,1-1-1 0 0,-1 0 1 0 0,4 0-1 0 0,13-2-194 0 0,24-7 0 0 0,-28 5-397 0 0,-1 1-1 0 0,1 1 0 0 0,19-1 0 0 0,-31 3-30 0 0,0 1 0 0 0,0-1-1 0 0,0 1 1 0 0,1 0 0 0 0,-1 0-1 0 0,0 0 1 0 0,0 0 0 0 0,0 0-1 0 0,-1 1 1 0 0,1 0-1 0 0,0-1 1 0 0,4 5 0 0 0,2 1-491 0 0,0 1 0 0 0,7 10 0 0 0,-6-8 82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5:21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6515 1 16688,'-6514'3118'0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5:22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5 2304 0 0,'-13'-5'11646'0'0,"13"6"-11071"0"0,-12 19 7453 0 0,7-11-9204 0 0,-1 4-541 0 0,1-1 1717 0 0,1 1 0 0 0,0-1 0 0 0,-3 24 0 0 0,-4 11 0 0 0,-2-7 0 0 0,3-8 0 0 0,-11 53 0 0 0,21-83 0 0 0,-1-1 0 0 0,1 1 0 0 0,0-1 0 0 0,0 0 0 0 0,-1 1 0 0 0,1-1 0 0 0,0 1 0 0 0,0-1 0 0 0,1 1 0 0 0,-1-1 0 0 0,0 1 0 0 0,0-1 0 0 0,1 1 0 0 0,-1-1 0 0 0,1 0 0 0 0,-1 1 0 0 0,1-1 0 0 0,0 0 0 0 0,-1 1 0 0 0,1-1 0 0 0,0 0 0 0 0,0 0 0 0 0,0 0 0 0 0,0 0 0 0 0,0 0 0 0 0,0 0 0 0 0,0 0 0 0 0,0 0 0 0 0,2 1 0 0 0,0-1 0 0 0,1 0 0 0 0,-1 0 0 0 0,1 0 0 0 0,0 0 0 0 0,-1-1 0 0 0,1 1 0 0 0,0-1 0 0 0,-1 0 0 0 0,1 0 0 0 0,6-2 0 0 0,62-10 24 0 0,-50 7-437 0 0,-1 2 0 0 0,1 0 0 0 0,0 1 0 0 0,0 1 0 0 0,30 2 0 0 0,-45 0-515 0 0,-1 0-1 0 0,1 1 1 0 0,0 0-1 0 0,-1 0 1 0 0,10 5-1 0 0,-8-4 736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5:24.2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6310 0 15033,'-6309'3076'0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5:25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13 2533 0 0,'-24'-13'16931'0'0,"24"14"-16735"0"0,-12 24-196 0 0,2 1 0 0 0,0 0 0 0 0,2 0 0 0 0,-7 37 0 0 0,15-59 0 0 0,-1-1 0 0 0,1 1 0 0 0,-1 0 0 0 0,1-1 0 0 0,0 1 0 0 0,1 0 0 0 0,-1-1 0 0 0,0 1 0 0 0,1 0 0 0 0,0-1 0 0 0,0 1 0 0 0,0-1 0 0 0,0 1 0 0 0,1-1 0 0 0,0 0 0 0 0,-1 0 0 0 0,1 0 0 0 0,0 1 0 0 0,0-2 0 0 0,1 1 0 0 0,-1 0 0 0 0,1 0 0 0 0,-1-1 0 0 0,1 1 0 0 0,0-1 0 0 0,4 3 0 0 0,0 0 0 0 0,1-1 0 0 0,-1 0 0 0 0,1 0 0 0 0,0-1 0 0 0,1 0 0 0 0,-1 0 0 0 0,0-1 0 0 0,1 0 0 0 0,-1-1 0 0 0,10 1 0 0 0,165 3-207 0 0,-169-3-415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5:56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2895 0 18106,'-2894'2894'0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5:57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50 3917 0 0,'3'-33'14507'0'0,"-1"29"-13653"0"0,6-8-472 0 0,-8 12-382 0 0,1 0 0 0 0,-1 0 0 0 0,0 0 0 0 0,1 0 0 0 0,-1-1 0 0 0,0 1 0 0 0,0 0 0 0 0,1 0 0 0 0,-1 0 0 0 0,0 0 0 0 0,0 0 0 0 0,1 0 0 0 0,-1 0 0 0 0,0 0 0 0 0,1 0 0 0 0,-1 0 0 0 0,0 0 0 0 0,0 1 0 0 0,1-1 0 0 0,-1 0 0 0 0,0 0 0 0 0,0 0 0 0 0,1 0 0 0 0,-1 0 0 0 0,0 0 0 0 0,0 1 0 0 0,1-1 0 0 0,-1 0 0 0 0,0 0 0 0 0,0 0 0 0 0,0 1 0 0 0,0-1 0 0 0,1 0 0 0 0,-1 0 0 0 0,0 0 0 0 0,0 1 0 0 0,0-1 0 0 0,0 0 0 0 0,0 0 0 0 0,1 1 0 0 0,-1-1 0 0 0,0 0 0 0 0,0 0 0 0 0,0 1 0 0 0,0-1 0 0 0,0 0 0 0 0,0 1 0 0 0,0-1 0 0 0,0 1 0 0 0,4 14 0 0 0,-4 17 0 0 0,0 1 0 0 0,-2-1 0 0 0,-2 0 0 0 0,-8 37 0 0 0,-3 28 0 0 0,14-90 0 0 0,1 0 0 0 0,0 0 0 0 0,0 1 0 0 0,0-1 0 0 0,1 0 0 0 0,3 13 0 0 0,-3-17 0 0 0,0 0 0 0 0,0 0 0 0 0,1 0 0 0 0,-1 0 0 0 0,0 0 0 0 0,1 0 0 0 0,0 0 0 0 0,0-1 0 0 0,0 1 0 0 0,0 0 0 0 0,0-1 0 0 0,0 0 0 0 0,1 1 0 0 0,-1-1 0 0 0,1 0 0 0 0,-1 0 0 0 0,4 1 0 0 0,-2-1 6 0 0,-1-1-1 0 0,1 0 0 0 0,-1 0 1 0 0,1-1-1 0 0,-1 1 0 0 0,1-1 1 0 0,-1 1-1 0 0,1-1 0 0 0,-1 0 1 0 0,1 0-1 0 0,0-1 0 0 0,-1 1 1 0 0,1-1-1 0 0,-1 0 0 0 0,7-2 1 0 0,4-2-252 0 0,0-1 0 0 0,19-11 0 0 0,-22 11-389 0 0,97-48-8707 0 0,-92 49 5452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5:59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3180 0 17819,'-3180'3180'0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6:01.0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 1152 0 0,'6'-15'17195'0'0,"-6"16"-16877"0"0,1 4-193 0 0,0-1-1 0 0,0 1 0 0 0,-1-1 1 0 0,1 1-1 0 0,-1-1 1 0 0,0 1-1 0 0,-2 8 0 0 0,-2 32-124 0 0,2-15 0 0 0,0-15 0 0 0,-3 50 0 0 0,5-59 0 0 0,0 0 0 0 0,1 0 0 0 0,0 1 0 0 0,0-1 0 0 0,0 0 0 0 0,1 0 0 0 0,0 0 0 0 0,3 7 0 0 0,-4-12 0 0 0,-1 0 0 0 0,1 1 0 0 0,0-1 0 0 0,0 0 0 0 0,0 0 0 0 0,0 0 0 0 0,0 0 0 0 0,1 0 0 0 0,-1 0 0 0 0,0-1 0 0 0,0 1 0 0 0,0 0 0 0 0,1-1 0 0 0,-1 1 0 0 0,0 0 0 0 0,1-1 0 0 0,-1 0 0 0 0,1 1 0 0 0,-1-1 0 0 0,0 0 0 0 0,1 0 0 0 0,-1 1 0 0 0,1-1 0 0 0,-1 0 0 0 0,1-1 0 0 0,2 1 0 0 0,4-1 0 0 0,1-1 0 0 0,0 0 0 0 0,11-4 0 0 0,-6 1 0 0 0,35-3-1 0 0,-35 6 3 0 0,26-6 0 0 0,-36 7-8 0 0,1-1 1 0 0,-1 1-1 0 0,0-1 0 0 0,0 0 0 0 0,1-1 1 0 0,-1 1-1 0 0,-1-1 0 0 0,1 0 0 0 0,5-5 1 0 0,3-2-2367 0 0,-7 7 4227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6:54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18137,'9776'3632'0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6:56.7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0 211 228 0 0,'10'-2'19348'0'0,"0"2"-17647"0"0,25 4-4832 0 0,-20-1 4645 0 0,6 5-1514 0 0,0 1 0 0 0,-1 1 0 0 0,20 13 0 0 0,-15-9 0 0 0,34 15 0 0 0,-59-28 0 0 0,1-1 0 0 0,-1 0 0 0 0,1 1 0 0 0,0-1 0 0 0,-1 0 0 0 0,1 0 0 0 0,0 0 0 0 0,-1 1 0 0 0,1-1 0 0 0,0 0 0 0 0,-1 0 0 0 0,1 0 0 0 0,0 0 0 0 0,-1 0 0 0 0,1 0 0 0 0,0 0 0 0 0,0 0 0 0 0,-1 0 0 0 0,1-1 0 0 0,0 1 0 0 0,-1 0 0 0 0,1 0 0 0 0,-1-1 0 0 0,1 1 0 0 0,0 0 0 0 0,-1-1 0 0 0,1 1 0 0 0,-1 0 0 0 0,1-1 0 0 0,0 1 0 0 0,-1-1 0 0 0,0 1 0 0 0,1-1 0 0 0,-1 1 0 0 0,1-1 0 0 0,-1 0 0 0 0,0 1 0 0 0,1-1 0 0 0,-1 1 0 0 0,0-1 0 0 0,1 0 0 0 0,-1 1 0 0 0,0-1 0 0 0,0 0 0 0 0,0 1 0 0 0,0-1 0 0 0,1 0 0 0 0,-1 1 0 0 0,0-1 0 0 0,0 0 0 0 0,-1 0 0 0 0,1 0 0 0 0,0-7 0 0 0,0 0 0 0 0,-1 1 0 0 0,-3-14 0 0 0,3 16 0 0 0,-32-203-536 0 0,32 207 520 0 0,1-1 0 0 0,0 1 0 0 0,0-1 0 0 0,0 1 1 0 0,0 0-1 0 0,0-1 0 0 0,0 1 0 0 0,0 0 0 0 0,1-1 0 0 0,-1 1 0 0 0,0 0 1 0 0,1-1-1 0 0,-1 1 0 0 0,1 0 0 0 0,-1-1 0 0 0,1 1 0 0 0,0 0 0 0 0,-1 0 1 0 0,1 0-1 0 0,0 0 0 0 0,0 0 0 0 0,0 0 0 0 0,0 0 0 0 0,0 0 0 0 0,0 0 1 0 0,0 0-1 0 0,0 0 0 0 0,2-1 0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7:02.1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17680,'9440'3830'0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7:04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24 249 2533 0 0,'-24'-2'19746'0'0,"33"4"-22365"0"0,4 0 2619 0 0,1 1 0 0 0,-1 0 0 0 0,0 1 0 0 0,0 1 0 0 0,15 7 0 0 0,14 5 0 0 0,8 2 0 0 0,-34-12 0 0 0,1 0 0 0 0,0-1 0 0 0,1-1 0 0 0,31 5 0 0 0,-47-9 0 0 0,0-1 0 0 0,-1 0 0 0 0,1 0 0 0 0,0 0 0 0 0,-1 0 0 0 0,1 0 0 0 0,-1-1 0 0 0,1 1 0 0 0,0 0 0 0 0,-1-1 0 0 0,1 1 0 0 0,-1-1 0 0 0,1 0 0 0 0,-1 1 0 0 0,1-1 0 0 0,-1 0 0 0 0,1 0 0 0 0,-1 0 0 0 0,0 0 0 0 0,3-2 0 0 0,-3 0 0 0 0,1 1 0 0 0,-1 0 0 0 0,0 0 0 0 0,0-1 0 0 0,0 1 0 0 0,0-1 0 0 0,0 1 0 0 0,0-1 0 0 0,0 1 0 0 0,-1-1 0 0 0,1-5 0 0 0,-1 0 0 0 0,0 0 0 0 0,0 0 0 0 0,-1 0 0 0 0,0 0 0 0 0,-1 0 0 0 0,1 0 0 0 0,-6-12 0 0 0,-5-8-272 0 0,-24-41-1 0 0,-23-22-3796 0 0,55 85 4394 0 0,-5-8-1669 0 0,8 13 1588 0 0,1 0 1 0 0,0 1-1 0 0,0-1 1 0 0,-1 0-1 0 0,1 1 0 0 0,0-1 1 0 0,0 1-1 0 0,0-1 0 0 0,0 0 1 0 0,0 1-1 0 0,0-1 0 0 0,0 0 1 0 0,0 1-1 0 0,0-1 0 0 0,0 0 1 0 0,0 1-1 0 0,0-1 0 0 0,1 0 1 0 0,-1 1-1 0 0,0-1 0 0 0,1-1 1 0 0,1-1-524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9:02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18405,'5982'3588'0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9:04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4 309 7834 0 0,'-4'-8'8599'0'0,"4"7"-8094"0"0,4-10 2116 0 0,-3 9-2613 0 0,-1 1 1 0 0,1-1-1 0 0,0 1 1 0 0,0 0-1 0 0,1-1 1 0 0,-1 1-1 0 0,0 0 0 0 0,0 0 1 0 0,1 0-1 0 0,-1 0 1 0 0,2-2-1 0 0,5 1-8 0 0,-1-1 0 0 0,1 1 0 0 0,0 0 0 0 0,-1 1 0 0 0,1-1 0 0 0,0 2 0 0 0,0-1 0 0 0,15 2 0 0 0,5 1 0 0 0,32 9 0 0 0,5 0 0 0 0,-42-9 0 0 0,0 0 0 0 0,0-2 0 0 0,29-2 0 0 0,-52 2 0 0 0,1 0 0 0 0,0 0 0 0 0,-1 0 0 0 0,1 0 0 0 0,-1-1 0 0 0,1 1 0 0 0,0 0 0 0 0,-1 0 0 0 0,1-1 0 0 0,0 1 0 0 0,-1 0 0 0 0,1 0 0 0 0,-1-1 0 0 0,1 1 0 0 0,-1-1 0 0 0,1 1 0 0 0,-1-1 0 0 0,1 1 0 0 0,-1-1 0 0 0,1 1 0 0 0,-1-1 0 0 0,0 1 0 0 0,1-1 0 0 0,-1 1 0 0 0,1-2 0 0 0,0-17 0 0 0,-2 17 0 0 0,1 0 0 0 0,0 0 0 0 0,0-1 0 0 0,0 1 0 0 0,1 0 0 0 0,-1 0 0 0 0,0 0 0 0 0,2-4 0 0 0,-1 5-3 0 0,-1 0-1 0 0,1 0 1 0 0,-1-1-1 0 0,1 1 1 0 0,-1 0-1 0 0,0 0 1 0 0,1 0-1 0 0,-1 0 1 0 0,0 0-1 0 0,0 0 1 0 0,0 0-1 0 0,0-1 1 0 0,0 1-1 0 0,0 0 1 0 0,0 0-1 0 0,0 0 1 0 0,0 0-1 0 0,0-1 1 0 0,-1 1-1 0 0,1 0 1 0 0,0 0-1 0 0,-1 0 1 0 0,1 0-1 0 0,-1 0 1 0 0,1 0-1 0 0,-1 0 1 0 0,0 0-1 0 0,1 0 1 0 0,-1 0-1 0 0,-2-1 1 0 0,2 0 1 0 0,-1 0-1 0 0,1 0 1 0 0,-1 0-1 0 0,1-1 1 0 0,0 1 0 0 0,0 0-1 0 0,0-1 1 0 0,0 1 0 0 0,0 0-1 0 0,1-1 1 0 0,-1 1 0 0 0,1-1-1 0 0,-1 1 1 0 0,1-1 0 0 0,0 1-1 0 0,0-1 1 0 0,0 0-1 0 0,1 1 1 0 0,0-4 0 0 0,-1-4-374 0 0,0 6 392 0 0,0 1 0 0 0,-1 0 0 0 0,0 0 0 0 0,0-1 1 0 0,0 1-1 0 0,0 0 0 0 0,0 0 0 0 0,-1 0 0 0 0,1 0 1 0 0,-1 0-1 0 0,0 0 0 0 0,0 0 0 0 0,0 1 0 0 0,-3-4 0 0 0,-13-20-1701 0 0,11 7 164 0 0,6 14 1340 0 0,-1 0 1 0 0,0 1-1 0 0,0-1 0 0 0,0 1 1 0 0,0 0-1 0 0,-1 0 0 0 0,-3-5 1 0 0,0 6 2915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9:08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16556,'6160'3560'0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9:12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7 330 2993 0 0,'-7'-17'15937'0'0,"12"12"-15207"0"0,-4 4-730 0 0,1 0 0 0 0,-1 0 0 0 0,1 1 0 0 0,-1-1 0 0 0,1 0 0 0 0,0 1 0 0 0,-1-1 0 0 0,1 0 0 0 0,0 1 0 0 0,-1 0 0 0 0,1-1 0 0 0,0 1 0 0 0,0 0 0 0 0,0 0 0 0 0,-1 0 0 0 0,1 0 0 0 0,0 1 0 0 0,0-1 0 0 0,-1 0 0 0 0,1 1 0 0 0,0-1 0 0 0,-1 1 0 0 0,1-1 0 0 0,2 2 0 0 0,6 3 0 0 0,0-2 0 0 0,0 1 0 0 0,0-1 0 0 0,0-1 0 0 0,1 0 0 0 0,12 1 0 0 0,19 4 0 0 0,1 4 62 0 0,42 8-4710 0 0,-85-19 4572 0 0,1 0-1 0 0,-1 0 1 0 0,1 0 0 0 0,0 0 0 0 0,-1 1 0 0 0,1-1-1 0 0,0 0 1 0 0,0 0 0 0 0,-1 0 0 0 0,1 0 0 0 0,0 0-1 0 0,-1 0 1 0 0,1-1 0 0 0,0 1 0 0 0,-1 0 0 0 0,1 0-1 0 0,-1 0 1 0 0,1-1 0 0 0,0 1 0 0 0,-1 0 0 0 0,1-1-1 0 0,-1 1 1 0 0,1 0 0 0 0,0-1 0 0 0,-1 1 0 0 0,1-1-1 0 0,-1 1 1 0 0,1-2 0 0 0,-1 1 20 0 0,1 0 1 0 0,-1 0-1 0 0,0 0 0 0 0,0 0 1 0 0,0 0-1 0 0,0-1 0 0 0,0 1 1 0 0,-1 0-1 0 0,1 0 1 0 0,0 0-1 0 0,0 0 0 0 0,-1 0 1 0 0,1 0-1 0 0,-1 0 0 0 0,0-2 1 0 0,-3-5 50 0 0,-1 0 0 0 0,-11-14 0 0 0,5 9 21 0 0,0-1 0 0 0,2 0 0 0 0,0-1 0 0 0,0 0 0 0 0,1 0 0 0 0,1-1 0 0 0,1 0 0 0 0,0 0 0 0 0,1 0 0 0 0,1-1 0 0 0,-4-23 0 0 0,6 26-82 0 0,-1 0 1 0 0,-5-18 0 0 0,0 4 4524 0 0,8 25-4434 0 0,0 1-401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9:41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17012,'2857'3577'0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9:42.8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0 238 6221 0 0,'20'6'13439'0'0,"11"4"-13439"0"0,-1 2 0 0 0,50 26 0 0 0,-67-33 0 0 0,0 0 0 0 0,0 0 0 0 0,1-1 0 0 0,0-1 0 0 0,-1 0 0 0 0,1-1 0 0 0,23 0 0 0 0,-34-1 0 0 0,-1-1 0 0 0,1 0 0 0 0,-1 0 0 0 0,0 0 0 0 0,1 0 0 0 0,-1-1 0 0 0,1 1 0 0 0,-1-1 0 0 0,1 1 0 0 0,-1-1 0 0 0,0 0 0 0 0,1 0 0 0 0,-1 0 0 0 0,0 0 0 0 0,0 0 0 0 0,0-1 0 0 0,0 1 0 0 0,3-3 0 0 0,-4 2 0 0 0,1 0 0 0 0,-1 0 0 0 0,1-1 0 0 0,-1 1 0 0 0,0 0 0 0 0,0-1 0 0 0,0 1 0 0 0,0-1 0 0 0,-1 0 0 0 0,1 1 0 0 0,-1-1 0 0 0,1 0 0 0 0,-1 1 0 0 0,0-1 0 0 0,0 0 0 0 0,-1-4 0 0 0,-15-110-1881 0 0,4 37-1384 0 0,4 23 1375 0 0,6 40 1685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09:45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18814,'2901'3542'0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09:46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27 345 2072 0 0,'-26'-2'17141'0'0,"26"0"-16694"0"0,0 2-447 0 0,-1-1 0 0 0,1 1 0 0 0,0-1 0 0 0,0 0 0 0 0,1 1 0 0 0,-1-1 0 0 0,0 1 0 0 0,0-1 0 0 0,0 0 0 0 0,0 1 0 0 0,0-1 0 0 0,1 1 0 0 0,-1-1 0 0 0,0 1 0 0 0,0-1 0 0 0,1 1 0 0 0,-1-1 0 0 0,0 1 0 0 0,1-1 0 0 0,-1 1 0 0 0,1 0 0 0 0,-1-1 0 0 0,1 1 0 0 0,-1-1 0 0 0,1 1 0 0 0,-1 0 0 0 0,1-1 0 0 0,-1 1 0 0 0,1 0 0 0 0,-1 0 0 0 0,1 0 0 0 0,-1-1 0 0 0,1 1 0 0 0,-1 0 0 0 0,1 0 0 0 0,0 0 0 0 0,-1 0 0 0 0,2 0 0 0 0,22-3 0 0 0,-10 4 0 0 0,0 0 0 0 0,0 1 0 0 0,-1 0 0 0 0,1 1 0 0 0,18 7 0 0 0,64 29 0 0 0,-78-31 0 0 0,28 9 0 0 0,-42-16 0 0 0,0 0 0 0 0,1 0 0 0 0,0 0 0 0 0,-1-1 0 0 0,1 0 0 0 0,-1 0 0 0 0,1 0 0 0 0,7-1 0 0 0,-11 0 0 0 0,1 1 0 0 0,-1-1 0 0 0,1 1 0 0 0,-1-1 0 0 0,0 1 0 0 0,1-1 0 0 0,-1 0 0 0 0,0 0 0 0 0,0 0 0 0 0,1 0 0 0 0,-1 0 0 0 0,0 0 0 0 0,0 0 0 0 0,0 0 0 0 0,0 0 0 0 0,0 0 0 0 0,0-1 0 0 0,-1 1 0 0 0,1 0 0 0 0,0-1 0 0 0,-1 1 0 0 0,1-1 0 0 0,-1 1 0 0 0,1-1 0 0 0,0-1 0 0 0,0-5 0 0 0,0 0 0 0 0,-1 0 0 0 0,0-15 0 0 0,0 2 0 0 0,1-31-43 0 0,-2 33-351 0 0,1 0-1 0 0,2 0 1 0 0,0 0-1 0 0,0 0 0 0 0,7-21 1 0 0,2 6-2646 0 0,16-56-467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 17508 0 0,'0'0'104'0'0,"0"0"0"0"0,0-1 1 0 0,0 1-1 0 0,0 0 1 0 0,0 0-1 0 0,0-1 0 0 0,0 1 1 0 0,0 0-1 0 0,0-1 0 0 0,0 1 1 0 0,0 0-1 0 0,0-1 1 0 0,-1 1-1 0 0,1 0 0 0 0,0 0 1 0 0,0-1-1 0 0,0 1 0 0 0,-1 0 1 0 0,1 0-1 0 0,0 0 1 0 0,0-1-1 0 0,0 1 0 0 0,-1 0 1 0 0,1 0-1 0 0,0 0 0 0 0,0-1 1 0 0,-1 1-1 0 0,1 0 0 0 0,0 0 1 0 0,-1 0-1 0 0,1 0 1 0 0,0 0-1 0 0,-1 0 0 0 0,1 0 1 0 0,0 0-1 0 0,-1 0 0 0 0,1 0 1 0 0,-7 11 1509 0 0,-1 21-624 0 0,6-16-803 0 0,1 0 0 0 0,1 0 0 0 0,0 0 0 0 0,4 29 0 0 0,-2-34-85 0 0,0-1 1 0 0,1 0-1 0 0,0 1 1 0 0,0-1-1 0 0,1-1 1 0 0,1 1-1 0 0,-1-1 0 0 0,9 13 1 0 0,-11-19-63 0 0,1 0 1 0 0,-1-1-1 0 0,1 1 1 0 0,-1-1-1 0 0,1 1 1 0 0,0-1-1 0 0,0 0 0 0 0,0 0 1 0 0,0 0-1 0 0,0 0 1 0 0,1-1-1 0 0,-1 1 1 0 0,1-1-1 0 0,-1 0 1 0 0,1 0-1 0 0,-1 0 1 0 0,1 0-1 0 0,-1-1 0 0 0,1 0 1 0 0,0 1-1 0 0,-1-1 1 0 0,1 0-1 0 0,0-1 1 0 0,-1 1-1 0 0,5-2 1 0 0,-5 2-39 0 0,0-1 0 0 0,0 0 1 0 0,0 0-1 0 0,0-1 0 0 0,0 1 0 0 0,0-1 1 0 0,0 1-1 0 0,0-1 0 0 0,-1 0 1 0 0,1 0-1 0 0,-1 0 0 0 0,1-1 1 0 0,-1 1-1 0 0,0 0 0 0 0,0-1 1 0 0,0 1-1 0 0,0-1 0 0 0,0 0 1 0 0,-1 0-1 0 0,1 0 0 0 0,-1 0 1 0 0,0 0-1 0 0,0 0 0 0 0,0 0 0 0 0,0 0 1 0 0,0 0-1 0 0,-1-1 0 0 0,1-3 1 0 0,-1-1-16 0 0,-1 1 0 0 0,0 0 0 0 0,0 0 0 0 0,0-1 0 0 0,-1 1 1 0 0,0 0-1 0 0,0 0 0 0 0,-1 1 0 0 0,0-1 0 0 0,0 0 0 0 0,-6-8 0 0 0,-7-9-173 0 0,-27-32 0 0 0,42 54 169 0 0,-4-3-95 0 0,1 0 0 0 0,-1 0 1 0 0,0 1-1 0 0,0-1 1 0 0,-8-4-1 0 0,11 8-14 0 0,0-1-1 0 0,0 1 1 0 0,-1 0 0 0 0,1 0-1 0 0,0 0 1 0 0,-1 0-1 0 0,1 0 1 0 0,-1 1 0 0 0,1-1-1 0 0,-1 1 1 0 0,1-1-1 0 0,-1 1 1 0 0,0 0 0 0 0,1 0-1 0 0,-1 0 1 0 0,1 1-1 0 0,-4-1 1 0 0,2 2-482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20996 0 0,'-3'8'676'0'0,"-3"18"20"0"0,0-1 1 0 0,1 1-1 0 0,-1 36 0 0 0,7-53-3138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15667 0 0,'0'0'1626'0'0,"2"20"2993"0"0,8 12-2821 0 0,-3-8-1056 0 0,2 10-113 0 0,4 14 915 0 0,-2 1 1 0 0,9 93-1 0 0,-20-131-1947 0 0,-1-9-673 0 0,0-7-633 0 0,1 2 868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 1376 0 0,'0'-1'530'0'0,"-1"0"0"0"0,1 0 1 0 0,0 0-1 0 0,0 0 0 0 0,0 0 0 0 0,0 0 0 0 0,0 0 0 0 0,0 0 0 0 0,0-1 0 0 0,0 1 0 0 0,1 0 1 0 0,1-4 5183 0 0,0 13-2492 0 0,-5 35-746 0 0,1-30-4088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9218 0 0,'0'2'11837'0'0,"1"3"-12460"0"0,-1-2 688 0 0,0 0-1 0 0,0 1 0 0 0,0-1 1 0 0,0 0-1 0 0,-1 0 0 0 0,0 1 1 0 0,1-1-1 0 0,-3 4 0 0 0,1-3-575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10138 0 0,'-1'-2'538'0'0,"1"0"-1"0"0,-1 0 0 0 0,1 0 1 0 0,-1 0-1 0 0,0 0 0 0 0,0 0 1 0 0,0 0-1 0 0,0 0 1 0 0,0 0-1 0 0,-2-2 0 0 0,3 4-409 0 0,-1 0 0 0 0,1-1-1 0 0,0 1 1 0 0,-1 0 0 0 0,1 0-1 0 0,0 0 1 0 0,0-1 0 0 0,-1 1-1 0 0,1 0 1 0 0,0 0 0 0 0,-1 0-1 0 0,1 0 1 0 0,-1-1 0 0 0,1 1-1 0 0,0 0 1 0 0,-1 0 0 0 0,1 0-1 0 0,0 0 1 0 0,-1 0 0 0 0,1 0-1 0 0,-1 0 1 0 0,1 0 0 0 0,-1 0-1 0 0,0 1-10 0 0,0-1-1 0 0,1 1 1 0 0,-1-1-1 0 0,0 1 0 0 0,0-1 1 0 0,1 1-1 0 0,-1 0 0 0 0,1-1 1 0 0,-1 1-1 0 0,0 0 1 0 0,1-1-1 0 0,-1 1 0 0 0,1 0 1 0 0,-1 1-1 0 0,-3 7 167 0 0,0-1 0 0 0,1 1 0 0 0,0 0 0 0 0,0 1-1 0 0,-1 14 1 0 0,-4 48 18 0 0,8-64-236 0 0,-2 16 60 0 0,3 23-1 0 0,-1-39-70 0 0,1 0 1 0 0,0 0-1 0 0,1 0 0 0 0,-1-1 0 0 0,1 1 0 0 0,6 13 0 0 0,-7-20-42 0 0,0 1 0 0 0,-1-1 0 0 0,1 0 0 0 0,0 0 0 0 0,0 0 0 0 0,0 0 0 0 0,0 0 0 0 0,0 0 0 0 0,0 0 0 0 0,0 0-1 0 0,0 0 1 0 0,0 0 0 0 0,0 0 0 0 0,0-1 0 0 0,1 1 0 0 0,-1 0 0 0 0,0-1 0 0 0,0 1 0 0 0,1-1 0 0 0,-1 0 0 0 0,0 1 0 0 0,1-1-1 0 0,-1 0 1 0 0,1 0 0 0 0,-1 0 0 0 0,0 0 0 0 0,1 0 0 0 0,-1 0 0 0 0,1 0 0 0 0,-1 0 0 0 0,0-1 0 0 0,1 1 0 0 0,-1-1 0 0 0,0 1-1 0 0,1-1 1 0 0,-1 1 0 0 0,0-1 0 0 0,0 0 0 0 0,2 0 0 0 0,1-2 17 0 0,1 0 0 0 0,0 0 0 0 0,-1 0 0 0 0,0-1 0 0 0,0 1 0 0 0,0-1 0 0 0,0 0 0 0 0,6-9 0 0 0,-5 5-61 0 0,-1 0 1 0 0,0-1-1 0 0,0 1 1 0 0,-1-1 0 0 0,0 0-1 0 0,0 0 1 0 0,-1-1-1 0 0,-1 1 1 0 0,1 0-1 0 0,-1-1 1 0 0,-1 1-1 0 0,0 0 1 0 0,0-1-1 0 0,-1 1 1 0 0,0-1-1 0 0,0 1 1 0 0,-1 0 0 0 0,-1 0-1 0 0,1-1 1 0 0,-2 2-1 0 0,-6-16 1 0 0,8 21 3 0 0,1 1 1 0 0,0-1 0 0 0,-1 1 0 0 0,0 0 0 0 0,1 0-1 0 0,-1-1 1 0 0,0 1 0 0 0,0 0 0 0 0,-5-3 0 0 0,7 5-70 0 0,-1 0 0 0 0,1-1 1 0 0,-1 1-1 0 0,0 0 1 0 0,1-1-1 0 0,-1 1 1 0 0,0 0-1 0 0,0 0 1 0 0,1-1-1 0 0,-1 1 1 0 0,0 0-1 0 0,0 0 1 0 0,1 0-1 0 0,-1 0 1 0 0,0 0-1 0 0,1 0 1 0 0,-1 0-1 0 0,0 0 1 0 0,0 1-1 0 0,1-1 0 0 0,-1 0 1 0 0,0 0-1 0 0,1 1 1 0 0,-1-1-1 0 0,0 0 1 0 0,1 1-1 0 0,-1-1 1 0 0,0 0-1 0 0,1 1 1 0 0,-1-1-1 0 0,1 1 1 0 0,-1-1-1 0 0,1 1 1 0 0,-1 0-1 0 0,1-1 1 0 0,-1 1-1 0 0,1-1 1 0 0,0 1-1 0 0,-1 0 1 0 0,1-1-1 0 0,-1 2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10594 0 0,'-3'24'7137'0'0,"-1"0"-3428"0"0,1-12-3252 0 0,1 0 0 0 0,-2 0 0 0 0,-9 22 0 0 0,11-30-752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0,'1'23'6611'0'0,"6"37"-3164"0"0,22 88-1 0 0,-27-142-3396 0 0,-2-5-177 0 0,1 0 1 0 0,-1 0 0 0 0,1 0-1 0 0,-1 1 1 0 0,0-1-1 0 0,1 0 1 0 0,-1 0-1 0 0,0 0 1 0 0,0 0 0 0 0,0 0-1 0 0,0 0 1 0 0,0 0-1 0 0,0 2 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75 2304 0 0,'2'-25'4822'0'0,"-1"21"-3681"0"0,0 0 0 0 0,-1 0 1 0 0,1 0-1 0 0,-1-1 0 0 0,0 1 0 0 0,0 0 1 0 0,-1 0-1 0 0,1 0 0 0 0,-2-5 1 0 0,2 9-1055 0 0,0 0 1 0 0,-1-1 0 0 0,1 1-1 0 0,0 0 1 0 0,0-1 0 0 0,-1 1 0 0 0,1 0-1 0 0,0 0 1 0 0,-1-1 0 0 0,1 1-1 0 0,0 0 1 0 0,-1 0 0 0 0,1 0-1 0 0,0 0 1 0 0,-1 0 0 0 0,1-1-1 0 0,-1 1 1 0 0,1 0 0 0 0,0 0 0 0 0,-1 0-1 0 0,1 0 1 0 0,0 0 0 0 0,-1 0-1 0 0,1 0 1 0 0,-1 0 0 0 0,1 0-1 0 0,0 0 1 0 0,-1 0 0 0 0,1 1 0 0 0,0-1-1 0 0,-1 0 1 0 0,1 0 0 0 0,-1 0-1 0 0,1 0 1 0 0,0 1 0 0 0,-1-1-1 0 0,1 0 1 0 0,0 0 0 0 0,0 1-1 0 0,-1-1 1 0 0,1 0 0 0 0,0 0 0 0 0,0 1-1 0 0,-1-1 1 0 0,-14 14 487 0 0,10-7-440 0 0,0 0 0 0 0,1 1 1 0 0,0-1-1 0 0,0 1 0 0 0,0 0 0 0 0,1 0 1 0 0,0 0-1 0 0,1 0 0 0 0,0 1 1 0 0,-2 14-1 0 0,2-5-58 0 0,1 0 0 0 0,1 1 0 0 0,0-1 0 0 0,3 20 0 0 0,-2-32-19 0 0,1 0 0 0 0,-1 1 0 0 0,1-1 0 0 0,0 0 0 0 0,1 0 0 0 0,-1-1 0 0 0,1 1 0 0 0,0 0 0 0 0,1-1 0 0 0,-1 0 0 0 0,1 1 0 0 0,7 6 0 0 0,-9-10-59 0 0,-1-1 0 0 0,1 1 0 0 0,0-1 1 0 0,0 1-1 0 0,0-1 0 0 0,0 0 0 0 0,0 1 1 0 0,1-1-1 0 0,-1 0 0 0 0,0 0 0 0 0,0-1 0 0 0,1 1 1 0 0,-1 0-1 0 0,0-1 0 0 0,1 1 0 0 0,-1-1 1 0 0,1 0-1 0 0,-1 0 0 0 0,1 0 0 0 0,-1 0 0 0 0,0 0 1 0 0,1-1-1 0 0,-1 1 0 0 0,1-1 0 0 0,-1 1 1 0 0,0-1-1 0 0,1 0 0 0 0,-1 0 0 0 0,0 0 0 0 0,0 0 1 0 0,0-1-1 0 0,0 1 0 0 0,0 0 0 0 0,0-1 1 0 0,2-2-1 0 0,-1 2 6 0 0,0-1-1 0 0,0 0 1 0 0,0 0 0 0 0,0-1-1 0 0,0 1 1 0 0,-1-1 0 0 0,0 1-1 0 0,0-1 1 0 0,0 0 0 0 0,0 0 0 0 0,0 0-1 0 0,-1 0 1 0 0,2-6 0 0 0,-2 4-38 0 0,0-1 0 0 0,-1 0 0 0 0,0 0 0 0 0,0 0 0 0 0,0 0 0 0 0,-1 0 0 0 0,-2-11 0 0 0,-1 1-157 0 0,-2 0-1 0 0,0 1 0 0 0,-1 0 1 0 0,0 0-1 0 0,-16-25 0 0 0,22 40 71 0 0,-13-18 27 0 0,14 19 6 0 0,0-1 0 0 0,0 1 0 0 0,-1-1 0 0 0,1 1 0 0 0,-1-1 0 0 0,1 1 0 0 0,0 0 0 0 0,-1-1 0 0 0,1 1 0 0 0,-1 0 0 0 0,1-1 0 0 0,-1 1 0 0 0,1 0 0 0 0,0-1 0 0 0,-1 1 0 0 0,0 0 0 0 0,1 0 0 0 0,-1 0 0 0 0,1-1 0 0 0,-1 1 0 0 0,1 0 0 0 0,-1 0 0 0 0,1 0 0 0 0,-1 0 0 0 0,1 0 0 0 0,-1 0 0 0 0,0 0 0 0 0,1 0 0 0 0,-1 0 0 0 0,1 0 0 0 0,-1 1 0 0 0,1-1 0 0 0,-1 0 0 0 0,0 1 0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13363 0 0,'2'19'8365'0'0,"7"14"-6397"0"0,-3-12-1044 0 0,19 109 1752 0 0,-13-42-4957 0 0,-12-86 1623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20 8754 0 0,'-5'-4'3468'0'0,"5"3"-2730"0"0,-1 0 0 0 0,0 0 0 0 0,0 0 1 0 0,0 0-1 0 0,0 0 0 0 0,0 0 0 0 0,0 1 0 0 0,0-1 1 0 0,0 0-1 0 0,-1 0 0 0 0,1 1-652 0 0,1 0-1 0 0,-1 0 1 0 0,0 0 0 0 0,1 0 0 0 0,-1 0-1 0 0,1 1 1 0 0,-1-1 0 0 0,1 0-1 0 0,-1 0 1 0 0,0 1 0 0 0,1-1 0 0 0,-1 0-1 0 0,1 0 1 0 0,-1 1 0 0 0,1-1-1 0 0,0 0 1 0 0,-1 1 0 0 0,1-1-1 0 0,-1 1 1 0 0,1-1 0 0 0,0 1 0 0 0,-1-1-1 0 0,1 1 1 0 0,0-1 0 0 0,-1 1-1 0 0,1-1 1 0 0,0 1 0 0 0,0 0 0 0 0,-4 7 64 0 0,1 0 1 0 0,0-1-1 0 0,0 1 1 0 0,1 1-1 0 0,0-1 1 0 0,0 0-1 0 0,0 16 1 0 0,1-9-88 0 0,1 1 0 0 0,1 0 0 0 0,3 20 0 0 0,-3-31-16 0 0,0 1 1 0 0,1-1-1 0 0,-1 0 1 0 0,1 0-1 0 0,0 0 1 0 0,1 0-1 0 0,-1 0 1 0 0,1 0-1 0 0,7 8 1 0 0,-9-12-34 0 0,0 0 0 0 0,0 1 0 0 0,0-1 0 0 0,0 0 0 0 0,0 0 0 0 0,1 0 0 0 0,-1 0 0 0 0,0 0 0 0 0,1-1 0 0 0,-1 1 0 0 0,1 0 0 0 0,-1-1 0 0 0,1 1 0 0 0,-1-1 0 0 0,1 1 0 0 0,-1-1 0 0 0,1 0 0 0 0,-1 1 0 0 0,1-1 0 0 0,0 0 0 0 0,-1 0 0 0 0,1 0 0 0 0,-1 0 0 0 0,1-1 0 0 0,0 1 0 0 0,-1 0 0 0 0,1-1 0 0 0,-1 1 0 0 0,1-1 0 0 0,-1 0 0 0 0,1 1 0 0 0,-1-1 0 0 0,0 0 0 0 0,1 0 0 0 0,-1 0 0 0 0,0 0 0 0 0,3-2 0 0 0,0 0-35 0 0,0-1 1 0 0,-1 0-1 0 0,1 0 1 0 0,-1-1 0 0 0,0 1-1 0 0,0-1 1 0 0,0 1-1 0 0,0-1 1 0 0,-1 0 0 0 0,0 0-1 0 0,0 0 1 0 0,0 0-1 0 0,-1-1 1 0 0,0 1-1 0 0,0 0 1 0 0,0-1 0 0 0,0 1-1 0 0,-1-1 1 0 0,0 1-1 0 0,-1-8 1 0 0,1 5-68 0 0,-2 0 0 0 0,1 0 0 0 0,-1-1 0 0 0,0 1 0 0 0,-1 1 0 0 0,0-1-1 0 0,0 0 1 0 0,0 0 0 0 0,-1 1 0 0 0,-1 0 0 0 0,1 0 0 0 0,-10-11 0 0 0,12 16 71 0 0,0-1 1 0 0,-1 1-1 0 0,1 0 0 0 0,0 1 1 0 0,-1-1-1 0 0,0 0 1 0 0,1 1-1 0 0,-6-3 0 0 0,8 4-72 0 0,-1 0-1 0 0,0-1 1 0 0,0 1-1 0 0,0 0 0 0 0,0 0 1 0 0,1-1-1 0 0,-1 1 1 0 0,0 0-1 0 0,0 0 1 0 0,0 0-1 0 0,0 0 0 0 0,0 0 1 0 0,0 0-1 0 0,1 1 1 0 0,-1-1-1 0 0,0 0 1 0 0,0 0-1 0 0,0 1 0 0 0,0-1 1 0 0,1 0-1 0 0,-1 1 1 0 0,0-1-1 0 0,0 1 1 0 0,0-1-1 0 0,1 1 0 0 0,-1-1 1 0 0,0 1-1 0 0,1-1 1 0 0,-1 1-1 0 0,1 0 1 0 0,-1-1-1 0 0,1 1 0 0 0,-1 0 1 0 0,0 1-1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20764 0 0,'3'8'547'0'0,"0"0"0"0"0,-1 0 0 0 0,0 0 0 0 0,0 1-1 0 0,0 11 1 0 0,0-1 69 0 0,12 87 1410 0 0,-8-35-3641 0 0,-6-64 83 0 0,1-5 749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5529 0 0,'0'-1'489'0'0,"1"0"0"0"0,-1 1 0 0 0,1-1 0 0 0,-1 0 0 0 0,1 0 0 0 0,-1 1 0 0 0,1-1 0 0 0,0 0 0 0 0,-1 1-1 0 0,1-1 1 0 0,0 0 0 0 0,-1 1 0 0 0,1-1 0 0 0,0 1 0 0 0,0 0 0 0 0,-1-1 0 0 0,1 1 0 0 0,0-1 0 0 0,0 1 0 0 0,2-1 0 0 0,22-6 2131 0 0,-22 6-2034 0 0,19-6 879 0 0,14-5 67 0 0,-33 12-1443 0 0,-1-1 0 0 0,1 1 0 0 0,0-1 0 0 0,0 1 0 0 0,0 0 0 0 0,0 0 0 0 0,0 0 0 0 0,0 1 0 0 0,4 0 0 0 0,-6-1-63 0 0,0 1-1 0 0,0-1 0 0 0,-1 1 0 0 0,1-1 1 0 0,0 1-1 0 0,0-1 0 0 0,-1 1 1 0 0,1 0-1 0 0,0-1 0 0 0,-1 1 1 0 0,1 0-1 0 0,-1 0 0 0 0,1-1 1 0 0,-1 1-1 0 0,1 0 0 0 0,-1 0 1 0 0,1 0-1 0 0,-1 0 0 0 0,0 0 0 0 0,0 0 1 0 0,1-1-1 0 0,-1 1 0 0 0,0 0 1 0 0,0 0-1 0 0,0 0 0 0 0,0 0 1 0 0,0 0-1 0 0,0 0 0 0 0,0 0 1 0 0,0 0-1 0 0,-1 0 0 0 0,1 0 1 0 0,0 0-1 0 0,-1 1 0 0 0,-1 6 79 0 0,-1-1 0 0 0,-6 16 0 0 0,6-16-83 0 0,-40 111 1067 0 0,40-110-956 0 0,1-1-1 0 0,0 1 1 0 0,0 0 0 0 0,0 0-1 0 0,0 14 1 0 0,2-20-91 0 0,0 0 1 0 0,0 0 0 0 0,0 0 0 0 0,0-1 0 0 0,0 1 0 0 0,1 0 0 0 0,-1 0-1 0 0,1 0 1 0 0,-1-1 0 0 0,1 1 0 0 0,-1 0 0 0 0,1-1 0 0 0,0 1 0 0 0,0-1-1 0 0,0 1 1 0 0,0 0 0 0 0,0-1 0 0 0,0 0 0 0 0,1 1 0 0 0,-1-1-1 0 0,0 0 1 0 0,1 0 0 0 0,-1 0 0 0 0,0 1 0 0 0,1-2 0 0 0,0 1 0 0 0,-1 0-1 0 0,1 0 1 0 0,0 0 0 0 0,-1-1 0 0 0,3 1 0 0 0,33 6 1246 0 0,-18-8-2551 0 0,-3-5-6953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 4609 0 0,'-2'18'17529'0'0,"5"-19"-17493"0"0,4-4 135 0 0,0 0-1 0 0,0 1 1 0 0,11-5 0 0 0,-16 8-134 0 0,0 0 1 0 0,0 1 0 0 0,0-1-1 0 0,0 1 1 0 0,0-1 0 0 0,0 1-1 0 0,1 0 1 0 0,2 0 0 0 0,-4 0-31 0 0,0 0 0 0 0,0 0 0 0 0,0 1-1 0 0,0-1 1 0 0,0 0 0 0 0,0 1 0 0 0,-1-1 0 0 0,1 0 0 0 0,0 1 0 0 0,0-1 0 0 0,0 1 0 0 0,-1-1 0 0 0,1 1 0 0 0,0 0 0 0 0,-1-1-1 0 0,1 1 1 0 0,-1-1 0 0 0,1 1 0 0 0,0 0 0 0 0,0 1 0 0 0,-1 0-3 0 0,1-1 0 0 0,-1 0 0 0 0,1 1 0 0 0,-1-1-1 0 0,0 1 1 0 0,1-1 0 0 0,-1 1 0 0 0,0 0 0 0 0,0-1 0 0 0,0 1 0 0 0,0-1 0 0 0,-1 1-1 0 0,1-1 1 0 0,0 1 0 0 0,-1-1 0 0 0,1 1 0 0 0,-1-1 0 0 0,0 3 0 0 0,-17 27 122 0 0,9-17-86 0 0,-1 3 107 0 0,-13 26 200 0 0,21-40-275 0 0,1 1 0 0 0,-1 0 1 0 0,1 0-1 0 0,0 0 0 0 0,0 0 0 0 0,0 0 1 0 0,1 0-1 0 0,-1 8 0 0 0,1-11-46 0 0,1 0-1 0 0,-1 1 0 0 0,0-1 1 0 0,1 0-1 0 0,0 1 1 0 0,-1-1-1 0 0,1 0 0 0 0,0 0 1 0 0,-1 0-1 0 0,1 0 1 0 0,0 0-1 0 0,0 0 0 0 0,0 0 1 0 0,0 0-1 0 0,0 0 1 0 0,0 0-1 0 0,0 0 0 0 0,0-1 1 0 0,1 1-1 0 0,-1 0 1 0 0,0-1-1 0 0,0 1 0 0 0,0-1 1 0 0,1 1-1 0 0,-1-1 1 0 0,0 0-1 0 0,3 1 0 0 0,5 1 51 0 0,0-1-1 0 0,17 1 0 0 0,-20-2-60 0 0,6 0-221 0 0,1 0-1 0 0,23-4 1 0 0,4-4-3189 0 0,-31 5-4433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54 7834 0 0,'-9'-1'1735'0'0,"7"1"-1346"0"0,0 0 1 0 0,0 0 0 0 0,1 0 0 0 0,-1-1-1 0 0,0 1 1 0 0,0 0 0 0 0,0-1 0 0 0,1 0-1 0 0,-1 1 1 0 0,0-1 0 0 0,1 0 0 0 0,-1 0-1 0 0,1 0 1 0 0,-1 0 0 0 0,-2-2 0 0 0,4 2-233 0 0,0 1 1 0 0,1-1 0 0 0,-1 1-1 0 0,0-1 1 0 0,0 1 0 0 0,1-1-1 0 0,-1 1 1 0 0,0-1 0 0 0,1 1-1 0 0,-1-1 1 0 0,0 1 0 0 0,1-1-1 0 0,-1 1 1 0 0,1-1 0 0 0,-1 1-1 0 0,1 0 1 0 0,-1-1 0 0 0,1 1-1 0 0,-1 0 1 0 0,1-1 0 0 0,-1 1-1 0 0,1 0 1 0 0,0 0 0 0 0,-1 0-1 0 0,2-1 1 0 0,16-5 691 0 0,-18 6-823 0 0,14-5 88 0 0,37-10 487 0 0,-45 14-555 0 0,-1 0 0 0 0,1 0-1 0 0,-1 0 1 0 0,1 1 0 0 0,-1 0 0 0 0,1 0 0 0 0,6 1 0 0 0,-12-1-45 0 0,0 0-1 0 0,1 0 1 0 0,-1 1 0 0 0,0-1 0 0 0,1 0 0 0 0,-1 0 0 0 0,0 0-1 0 0,1 0 1 0 0,-1 0 0 0 0,0 0 0 0 0,1 1 0 0 0,-1-1 0 0 0,0 0 0 0 0,0 0-1 0 0,1 0 1 0 0,-1 1 0 0 0,0-1 0 0 0,0 0 0 0 0,1 0 0 0 0,-1 1 0 0 0,0-1-1 0 0,0 0 1 0 0,0 1 0 0 0,1-1 0 0 0,-1 0 0 0 0,0 1 0 0 0,0-1 0 0 0,0 0-1 0 0,0 1 1 0 0,0-1 0 0 0,0 1 0 0 0,-4 12 61 0 0,-12 8 45 0 0,-14 6 83 0 0,21-20-32 0 0,1 0 1 0 0,-10 10-1 0 0,18-17-156 0 0,0 0-1 0 0,0 0 1 0 0,0 0-1 0 0,0 1 1 0 0,0-1-1 0 0,0 0 1 0 0,0 0 0 0 0,0 0-1 0 0,0 0 1 0 0,0 0-1 0 0,-1 0 1 0 0,1 0-1 0 0,0 1 1 0 0,0-1-1 0 0,0 0 1 0 0,0 0-1 0 0,0 0 1 0 0,0 0 0 0 0,0 0-1 0 0,0 0 1 0 0,0 1-1 0 0,0-1 1 0 0,0 0-1 0 0,0 0 1 0 0,0 0-1 0 0,1 0 1 0 0,-1 0 0 0 0,0 0-1 0 0,0 0 1 0 0,0 1-1 0 0,0-1 1 0 0,0 0-1 0 0,0 0 1 0 0,0 0-1 0 0,0 0 1 0 0,0 0-1 0 0,0 0 1 0 0,1 0-1 0 0,6 4 21 0 0,14 1-37 0 0,-13-3 8 0 0,-5-1-2 0 0,0 0-1 0 0,1 0 0 0 0,-1 1 1 0 0,0-1-1 0 0,0 1 1 0 0,0-1-1 0 0,0 1 1 0 0,0 0-1 0 0,-1 1 0 0 0,1-1 1 0 0,-1 0-1 0 0,1 1 1 0 0,-1-1-1 0 0,0 1 1 0 0,0 0-1 0 0,0-1 0 0 0,2 5 1 0 0,-3-4 10 0 0,0-1 1 0 0,0 0-1 0 0,0 1 1 0 0,-1-1-1 0 0,0 0 1 0 0,1 1-1 0 0,-1-1 1 0 0,0 1-1 0 0,0-1 1 0 0,0 1-1 0 0,0-1 1 0 0,0 0-1 0 0,-1 1 1 0 0,1-1-1 0 0,-1 1 1 0 0,0-1-1 0 0,0 0 1 0 0,0 0-1 0 0,0 1 1 0 0,0-1-1 0 0,0 0 1 0 0,0 0-1 0 0,-1 0 1 0 0,1 0-1 0 0,-3 2 1 0 0,1 0 52 0 0,-1-1 0 0 0,0 1 0 0 0,-1-1 0 0 0,1 0 0 0 0,-1 0 1 0 0,1 0-1 0 0,-1-1 0 0 0,0 1 0 0 0,-8 2 0 0 0,10-4-23 0 0,-1 0 1 0 0,1 0-1 0 0,-1 0 1 0 0,1 0-1 0 0,-1-1 1 0 0,1 1-1 0 0,-1-1 1 0 0,0 0-1 0 0,1 0 0 0 0,-1 0 1 0 0,1-1-1 0 0,-1 1 1 0 0,1-1-1 0 0,-1 0 1 0 0,-4-2-1 0 0,-4-7-2143 0 0,11 9 967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24 8754 0 0,'3'-3'704'0'0,"0"1"0"0"0,1 0 0 0 0,-1 0 0 0 0,0 0 1 0 0,1 1-1 0 0,4-2 0 0 0,-6 2-448 0 0,2 0-31 0 0,0-1 0 0 0,0 1 0 0 0,0 0 0 0 0,0 0 0 0 0,0 0 0 0 0,1 1 0 0 0,-1-1 0 0 0,0 1 0 0 0,0 0-1 0 0,5 1 1 0 0,-7-1-204 0 0,-1 0 0 0 0,0 0 0 0 0,0 1-1 0 0,0-1 1 0 0,0 0 0 0 0,0 1-1 0 0,0-1 1 0 0,0 1 0 0 0,0 0 0 0 0,0-1-1 0 0,0 1 1 0 0,0 0 0 0 0,0-1-1 0 0,0 1 1 0 0,0 0 0 0 0,-1 0 0 0 0,2 1-1 0 0,-2-1 2 0 0,1 0 0 0 0,0 1-1 0 0,-1-1 1 0 0,0 0 0 0 0,1 1 0 0 0,-1-1-1 0 0,0 0 1 0 0,0 1 0 0 0,0-1-1 0 0,0 1 1 0 0,0-1 0 0 0,0 0-1 0 0,0 1 1 0 0,0-1 0 0 0,0 0 0 0 0,-1 1-1 0 0,0 1 1 0 0,-1 3 179 0 0,-1 0 0 0 0,0-1 0 0 0,0 1 0 0 0,0-1 0 0 0,-1 0 0 0 0,0 0 0 0 0,0 0 1 0 0,0-1-1 0 0,0 0 0 0 0,-1 1 0 0 0,1-1 0 0 0,-10 5 0 0 0,21-9-280 0 0,0 1 1 0 0,0 0-1 0 0,13 2 0 0 0,-17-2 34 0 0,0 0 0 0 0,-1 0 0 0 0,1 0 1 0 0,0 0-1 0 0,-1 0 0 0 0,1 1 0 0 0,0-1 0 0 0,-1 1 0 0 0,0-1 0 0 0,1 1 0 0 0,-1 0 0 0 0,0 0 0 0 0,2 3 1 0 0,-3-4 54 0 0,0 0-1 0 0,-1 0 1 0 0,1 0 0 0 0,0 0 0 0 0,-1 0 0 0 0,1 0 0 0 0,-1 0 0 0 0,0 0 0 0 0,1 0 0 0 0,-1 1 0 0 0,0-1 0 0 0,0 0 0 0 0,1 0 0 0 0,-1 0 0 0 0,0 1 0 0 0,0-1 0 0 0,0 0-1 0 0,-1 0 1 0 0,1 0 0 0 0,0 1 0 0 0,0-1 0 0 0,-1 0 0 0 0,1 0 0 0 0,0 0 0 0 0,-1 0 0 0 0,1 0 0 0 0,-1 0 0 0 0,0 0 0 0 0,1 0 0 0 0,-1 0 0 0 0,0 0 0 0 0,0 0 0 0 0,-1 1-1 0 0,-2 3 193 0 0,-1-1-1 0 0,0 0 0 0 0,0-1 0 0 0,-1 1 0 0 0,1-1 0 0 0,-1 0 1 0 0,0 0-1 0 0,-9 3 0 0 0,6-3-102 0 0,1-1 1 0 0,-1 0-1 0 0,0 0 1 0 0,0-1-1 0 0,-14 1 1 0 0,23-2-111 0 0,0 0-64 0 0,0 0 0 0 0,-1 1 0 0 0,1-1-1 0 0,0 0 1 0 0,0 0 0 0 0,-1 0 0 0 0,1 0 0 0 0,0 0 0 0 0,-1 0 0 0 0,1 0 0 0 0,0 0-1 0 0,0 0 1 0 0,-1 0 0 0 0,1 0 0 0 0,0 0 0 0 0,-1-1 0 0 0,1 1 0 0 0,0 0-1 0 0,0 0 1 0 0,-1 0 0 0 0,1 0 0 0 0,0 0 0 0 0,0 0 0 0 0,-1-1 0 0 0,1 1-1 0 0,0 0 1 0 0,0 0 0 0 0,0 0 0 0 0,-1-1 0 0 0,1 1 0 0 0,0 0 0 0 0,0 0-1 0 0,0-1 1 0 0,0 1 0 0 0,-1 0 0 0 0,1 0 0 0 0,0-1 0 0 0,0 1 0 0 0,0 0-1 0 0,0-1 1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56 9218 0 0,'0'0'91'0'0,"0"0"1"0"0,0 0-1 0 0,0 0 0 0 0,0 0 1 0 0,0 0-1 0 0,0 0 0 0 0,-1 0 1 0 0,1 0-1 0 0,0 0 0 0 0,0 0 1 0 0,0 0-1 0 0,0 0 1 0 0,0 0-1 0 0,0 0 0 0 0,0 0 1 0 0,0 0-1 0 0,-1 0 0 0 0,1 0 1 0 0,0-1-1 0 0,0 1 0 0 0,0 0 1 0 0,0 0-1 0 0,0 0 0 0 0,0 0 1 0 0,0 0-1 0 0,0 0 0 0 0,0 0 1 0 0,0 0-1 0 0,0 0 0 0 0,0 0 1 0 0,0 0-1 0 0,-1-1 1 0 0,1 1-1 0 0,0 0 0 0 0,0 0 1 0 0,0 0-1 0 0,0 0 0 0 0,0 0 1 0 0,0 0-1 0 0,0 0 0 0 0,0 0 1 0 0,0-1-1 0 0,0 1 0 0 0,0 0 1 0 0,0 0-1 0 0,0 0 0 0 0,3-6 3316 0 0,4-3-1898 0 0,-1 3-673 0 0,-1 1 0 0 0,13-10 1 0 0,-16 14-757 0 0,0 0 1 0 0,-1 0-1 0 0,1-1 0 0 0,0 1 0 0 0,-1 1 1 0 0,1-1-1 0 0,0 0 0 0 0,0 0 0 0 0,0 1 1 0 0,0-1-1 0 0,0 1 0 0 0,0-1 1 0 0,0 1-1 0 0,0 0 0 0 0,0 0 0 0 0,2 0 1 0 0,-3 0-64 0 0,0 1 0 0 0,0-1 0 0 0,0 1 0 0 0,-1-1 0 0 0,1 1 0 0 0,0-1 0 0 0,0 1 1 0 0,-1 0-1 0 0,1-1 0 0 0,0 1 0 0 0,0 0 0 0 0,-1-1 0 0 0,1 1 0 0 0,-1 0 0 0 0,1 0 0 0 0,-1 0 0 0 0,1 0 1 0 0,-1 0-1 0 0,0-1 0 0 0,1 1 0 0 0,-1 0 0 0 0,0 0 0 0 0,0 0 0 0 0,1 0 0 0 0,-1 0 0 0 0,0 0 0 0 0,0 0 0 0 0,0 0 1 0 0,0 0-1 0 0,0 0 0 0 0,-1 1 0 0 0,0 6 27 0 0,0-1 1 0 0,0 0-1 0 0,-3 8 1 0 0,2-7-7 0 0,-37 117 606 0 0,29-98-747 0 0,9-24 191 0 0,0 1 0 0 0,0-1 0 0 0,0 1 1 0 0,0 0-1 0 0,1-1 0 0 0,-1 5 0 0 0,1-7-70 0 0,0 0 1 0 0,0 0-1 0 0,0-1 0 0 0,0 1 1 0 0,0 0-1 0 0,1 0 1 0 0,-1 0-1 0 0,0-1 0 0 0,0 1 1 0 0,1 0-1 0 0,-1 0 1 0 0,0-1-1 0 0,1 1 0 0 0,-1 0 1 0 0,1-1-1 0 0,-1 1 0 0 0,1-1 1 0 0,-1 1-1 0 0,1 0 1 0 0,0-1-1 0 0,-1 1 0 0 0,1-1 1 0 0,-1 0-1 0 0,1 1 1 0 0,0-1-1 0 0,0 1 0 0 0,-1-1 1 0 0,1 0-1 0 0,0 0 0 0 0,0 1 1 0 0,-1-1-1 0 0,1 0 1 0 0,0 0-1 0 0,1 0 0 0 0,14 2 157 0 0,24-2-1 0 0,-29-1-81 0 0,0 1 1 0 0,0 1-1 0 0,0-1 0 0 0,0 2 0 0 0,18 4 1 0 0,-22-3-513 0 0,-6-2-11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12899 0 0,'3'-4'238'0'0,"1"0"0"0"0,-1 0 0 0 0,1 0 0 0 0,0 1-1 0 0,0-1 1 0 0,0 1 0 0 0,0 0 0 0 0,6-3 0 0 0,0-1 671 0 0,-10 7-857 0 0,12-9 937 0 0,20-9 0 0 0,-29 16-832 0 0,0 0 0 0 0,0 1 0 0 0,1 0 0 0 0,-1 0 0 0 0,0 0 0 0 0,1 0-1 0 0,-1 0 1 0 0,0 1 0 0 0,1-1 0 0 0,-1 1 0 0 0,1 0 0 0 0,5 0 0 0 0,-9 0-132 0 0,0 0 0 0 0,1 1 0 0 0,-1-1-1 0 0,0 0 1 0 0,0 0 0 0 0,0 0 0 0 0,1 0 0 0 0,-1 0 0 0 0,0 0 0 0 0,0 0 0 0 0,0 1-1 0 0,1-1 1 0 0,-1 0 0 0 0,0 0 0 0 0,0 0 0 0 0,0 0 0 0 0,0 1 0 0 0,1-1 0 0 0,-1 0-1 0 0,0 0 1 0 0,0 0 0 0 0,0 1 0 0 0,0-1 0 0 0,0 0 0 0 0,0 0 0 0 0,0 0 0 0 0,0 1-1 0 0,0-1 1 0 0,0 0 0 0 0,0 0 0 0 0,0 1 0 0 0,0-1 0 0 0,-2 11 360 0 0,-8 7-36 0 0,-14 14-110 0 0,17-25-146 0 0,2 0-1 0 0,-1 0 1 0 0,1 0 0 0 0,0 1-1 0 0,-4 8 1 0 0,9-15-92 0 0,0-1 0 0 0,0 0-1 0 0,0 1 1 0 0,0-1 0 0 0,0 0 0 0 0,0 1 0 0 0,0-1 0 0 0,0 0 0 0 0,0 1-1 0 0,0-1 1 0 0,0 0 0 0 0,0 1 0 0 0,0-1 0 0 0,0 0 0 0 0,0 1 0 0 0,0-1-1 0 0,1 0 1 0 0,-1 1 0 0 0,0-1 0 0 0,0 0 0 0 0,0 0 0 0 0,0 1 0 0 0,1-1 0 0 0,-1 0-1 0 0,0 0 1 0 0,0 1 0 0 0,1-1 0 0 0,-1 0 0 0 0,0 0 0 0 0,0 0 0 0 0,1 1-1 0 0,-1-1 1 0 0,0 0 0 0 0,1 0 0 0 0,-1 0 0 0 0,0 0 0 0 0,1 0 0 0 0,-1 0-1 0 0,0 0 1 0 0,0 0 0 0 0,1 0 0 0 0,-1 0 0 0 0,0 0 0 0 0,1 0 0 0 0,-1 0-1 0 0,0 0 1 0 0,1 0 0 0 0,-1 0 0 0 0,0 0 0 0 0,1 0 0 0 0,-1 0 0 0 0,26-3 45 0 0,-16 2-37 0 0,-4 1-14 0 0,1 1 0 0 0,-1 0 0 0 0,0 0 0 0 0,1 0 0 0 0,-1 1 0 0 0,0 0 0 0 0,0 0-1 0 0,0 1 1 0 0,0 0 0 0 0,0 0 0 0 0,-1 0 0 0 0,1 0 0 0 0,-1 1 0 0 0,0 0 0 0 0,0 0 0 0 0,0 1 0 0 0,5 6 0 0 0,-9-10 22 0 0,0 1 1 0 0,0-1-1 0 0,-1 0 0 0 0,1 0 1 0 0,0 1-1 0 0,-1-1 0 0 0,1 0 0 0 0,-1 1 1 0 0,0-1-1 0 0,1 1 0 0 0,-1-1 1 0 0,0 0-1 0 0,0 1 0 0 0,0-1 0 0 0,0 1 1 0 0,0-1-1 0 0,0 1 0 0 0,0-1 1 0 0,-1 0-1 0 0,0 3 0 0 0,0-1 27 0 0,0-1-1 0 0,0 1 0 0 0,-1 0 1 0 0,0-1-1 0 0,1 1 1 0 0,-1-1-1 0 0,0 0 0 0 0,0 1 1 0 0,-3 2-1 0 0,-3 1 69 0 0,1-1-1 0 0,-1 1 1 0 0,0-1 0 0 0,0 0-1 0 0,-12 4 1 0 0,15-7-163 0 0,0 0 0 0 0,0 0 0 0 0,0-1 0 0 0,0 0 0 0 0,-1 0 0 0 0,1 0 0 0 0,0 0 0 0 0,-1-1 0 0 0,1 0 0 0 0,-1 0 0 0 0,1 0 0 0 0,-1-1 0 0 0,1 0 0 0 0,0 0 0 0 0,-1 0 1 0 0,1-1-1 0 0,-10-4 0 0 0,9 3-536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9674 0 0,'0'-1'335'0'0,"1"0"0"0"0,-1 0-1 0 0,0 0 1 0 0,1-1 0 0 0,-1 1 0 0 0,1 0-1 0 0,-1 0 1 0 0,1 0 0 0 0,0 0 0 0 0,-1 0-1 0 0,1 0 1 0 0,0 0 0 0 0,0 0 0 0 0,-1 0-1 0 0,1 0 1 0 0,1 0 0 0 0,18-13 3067 0 0,-18 12-2816 0 0,-1 1-446 0 0,0 0-1 0 0,0 0 0 0 0,1 1 0 0 0,-1-1 0 0 0,0 0 0 0 0,0 1 0 0 0,0-1 0 0 0,1 1 0 0 0,-1-1 0 0 0,0 1 0 0 0,1 0 0 0 0,-1-1 0 0 0,0 1 1 0 0,1 0-1 0 0,-1 0 0 0 0,1 0 0 0 0,-1 0 0 0 0,0 0 0 0 0,1 0 0 0 0,-1 0 0 0 0,0 1 0 0 0,2-1 0 0 0,-2 1-103 0 0,1 0-1 0 0,-1 0 0 0 0,0 0 1 0 0,0 0-1 0 0,0 0 0 0 0,0 1 1 0 0,-1-1-1 0 0,1 0 0 0 0,0 0 1 0 0,0 0-1 0 0,-1 1 0 0 0,1-1 1 0 0,0 1-1 0 0,-1-1 0 0 0,0 0 1 0 0,1 1-1 0 0,-1-1 0 0 0,0 1 1 0 0,0-1-1 0 0,1 3 0 0 0,-1 8 58 0 0,0 1 0 0 0,-1-1 1 0 0,0 0-1 0 0,-6 21 0 0 0,0 11 264 0 0,5-28-190 0 0,1-9-53 0 0,-1 1 1 0 0,2-1 0 0 0,-1 1 0 0 0,1-1 0 0 0,2 11-1 0 0,-2-16-89 0 0,0-1-1 0 0,0 1 1 0 0,1-1-1 0 0,-1 0 1 0 0,1 1-1 0 0,-1-1 1 0 0,1 0-1 0 0,0 1 1 0 0,-1-1-1 0 0,1 0 1 0 0,0 0-1 0 0,0 0 1 0 0,0 0-1 0 0,0 0 1 0 0,0 0-1 0 0,0 0 1 0 0,0 0-1 0 0,0 0 1 0 0,1 0-1 0 0,-1 0 1 0 0,0-1-1 0 0,1 1 1 0 0,-1 0-1 0 0,0-1 1 0 0,1 1-1 0 0,-1-1 1 0 0,0 0-1 0 0,1 1 1 0 0,-1-1-1 0 0,1 0 1 0 0,-1 0-1 0 0,1 0 1 0 0,1 0 0 0 0,12-1 100 0 0,-1 0 1 0 0,-1-1-1 0 0,24-7 1 0 0,-4 0-6719 0 0,-29 8 4931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9 101 8754 0 0,'-1'0'132'0'0,"1"-1"0"0"0,-1 1 0 0 0,0-1 0 0 0,1 1 0 0 0,-1 0 0 0 0,1-1 0 0 0,-1 1 0 0 0,1-1 0 0 0,0 0 0 0 0,-1 1 0 0 0,1-1 0 0 0,-1 1 0 0 0,1-1 0 0 0,0 0 1 0 0,0 1-1 0 0,-1-1 0 0 0,1 0 0 0 0,0 1 0 0 0,0-1 0 0 0,0 0 0 0 0,0 1 0 0 0,0-1 0 0 0,0 0 0 0 0,0 1 0 0 0,0-2 0 0 0,0 0 139 0 0,1 1 1 0 0,-1-1-1 0 0,1 0 1 0 0,-1 1-1 0 0,1-1 0 0 0,0 1 1 0 0,0-1-1 0 0,0 1 0 0 0,0-1 1 0 0,1 0-1 0 0,2-3 540 0 0,0 0 0 0 0,1 1 0 0 0,-1 0 0 0 0,11-7 0 0 0,-2 3-224 0 0,1 1 1 0 0,14-7-1 0 0,-24 13-485 0 0,0-1-1 0 0,1 1 1 0 0,-1 0-1 0 0,0 0 1 0 0,0 0-1 0 0,1 0 1 0 0,-1 1-1 0 0,0-1 1 0 0,0 1-1 0 0,1 0 1 0 0,-1 1-1 0 0,6 0 1 0 0,-9-1-95 0 0,0 0 0 0 0,0 1 0 0 0,-1-1 0 0 0,1 0 0 0 0,0 1 0 0 0,0-1 0 0 0,-1 1 0 0 0,1-1 0 0 0,0 0 0 0 0,-1 1-1 0 0,1 0 1 0 0,-1-1 0 0 0,1 1 0 0 0,0-1 0 0 0,-1 1 0 0 0,1 0 0 0 0,-1-1 0 0 0,1 1 0 0 0,-1 0 0 0 0,0-1 0 0 0,1 1 0 0 0,-1 0 0 0 0,0 0 0 0 0,0 0 0 0 0,1 0 0 0 0,-1 2-2 0 0,0-1 0 0 0,0 1 0 0 0,0-1 0 0 0,0 0 0 0 0,0 1-1 0 0,-1-1 1 0 0,1 0 0 0 0,-1 0 0 0 0,0 3 0 0 0,-3 5-7 0 0,0-1 1 0 0,-1 0-1 0 0,-5 10 1 0 0,7-15 2 0 0,-7 13 20 0 0,10-17-11 0 0,-1 1 0 0 0,1 0 0 0 0,0 0 0 0 0,-1-1-1 0 0,1 1 1 0 0,0 0 0 0 0,0 0 0 0 0,-1 0 0 0 0,1 0-1 0 0,0 0 1 0 0,0-1 0 0 0,0 1 0 0 0,0 0 0 0 0,0 0 0 0 0,0 0-1 0 0,0 1 1 0 0,2-2 6 0 0,-1 0 1 0 0,1 1-1 0 0,0-1 0 0 0,-1 0 1 0 0,1 0-1 0 0,-1-1 0 0 0,1 1 0 0 0,0 0 1 0 0,-1 0-1 0 0,1-1 0 0 0,-1 1 1 0 0,1-1-1 0 0,2-1 0 0 0,2 0 23 0 0,-3 2-27 0 0,1-1 0 0 0,-1 1 0 0 0,1 0 0 0 0,-1 0-1 0 0,1 0 1 0 0,-1 0 0 0 0,1 1 0 0 0,-1-1 0 0 0,1 1 0 0 0,-1 0 0 0 0,0 0 0 0 0,0 0 0 0 0,1 1-1 0 0,-1-1 1 0 0,0 1 0 0 0,0 0 0 0 0,0 0 0 0 0,5 4 0 0 0,-7-5-4 0 0,1 1 0 0 0,-1-1 1 0 0,1 1-1 0 0,-1 0 0 0 0,0-1 0 0 0,0 1 0 0 0,0 0 0 0 0,0 0 1 0 0,0 0-1 0 0,0 0 0 0 0,-1 0 0 0 0,1 0 0 0 0,-1 0 1 0 0,1 0-1 0 0,-1 0 0 0 0,0 0 0 0 0,1 0 0 0 0,-1 0 1 0 0,0 1-1 0 0,-1-1 0 0 0,1 0 0 0 0,0 0 0 0 0,0 0 1 0 0,-1 0-1 0 0,0 0 0 0 0,1 0 0 0 0,-1 0 0 0 0,0 0 0 0 0,0 0 1 0 0,0 0-1 0 0,-2 3 0 0 0,0-1-22 0 0,1 0-1 0 0,-1 1 1 0 0,-1-1 0 0 0,1-1-1 0 0,0 1 1 0 0,-1 0 0 0 0,0-1-1 0 0,0 1 1 0 0,0-1 0 0 0,0 0-1 0 0,-1-1 1 0 0,1 1 0 0 0,-1-1-1 0 0,1 0 1 0 0,-1 0 0 0 0,0 0-1 0 0,0-1 1 0 0,0 1 0 0 0,0-1-1 0 0,0 0 1 0 0,0-1 0 0 0,0 1-1 0 0,0-1 1 0 0,0 0 0 0 0,0-1-1 0 0,-1 1 1 0 0,-5-2 0 0 0,-5-2-1828 0 0,12 2 580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64 3681 0 0,'-1'-10'3877'0'0,"1"7"-2374"0"0,0 0 0 0 0,0 0-1 0 0,0 0 1 0 0,0 0 0 0 0,1 1-1 0 0,-1-1 1 0 0,2-4 0 0 0,-1 5-1231 0 0,-1 1-1 0 0,1 0 1 0 0,0-1 0 0 0,0 1 0 0 0,0 0 0 0 0,0 0 0 0 0,0 0 0 0 0,0-1-1 0 0,0 1 1 0 0,2-1 0 0 0,-1 1-257 0 0,0-1-1 0 0,-1 1 1 0 0,1 0 0 0 0,0 0-1 0 0,0 0 1 0 0,0 0 0 0 0,0 1-1 0 0,0-1 1 0 0,0 0 0 0 0,0 1-1 0 0,0-1 1 0 0,0 1-1 0 0,0 0 1 0 0,0 0 0 0 0,0 0-1 0 0,0 0 1 0 0,1 0 0 0 0,-1 0-1 0 0,0 0 1 0 0,3 2 0 0 0,-3-2-7 0 0,-1 1 0 0 0,0 0 0 0 0,1 0 1 0 0,-1 0-1 0 0,0 0 0 0 0,0 0 0 0 0,1 0 1 0 0,-1 0-1 0 0,0 0 0 0 0,0 0 0 0 0,0 0 1 0 0,0 0-1 0 0,-1 1 0 0 0,1-1 0 0 0,0 0 1 0 0,0 1-1 0 0,-1-1 0 0 0,1 1 0 0 0,-1-1 1 0 0,1 1-1 0 0,-1-1 0 0 0,0 1 0 0 0,0-1 1 0 0,1 1-1 0 0,-1-1 0 0 0,0 1 0 0 0,0-1 1 0 0,-1 4-1 0 0,0 1 13 0 0,0 0 1 0 0,0 1-1 0 0,0-1 0 0 0,-1 0 0 0 0,0 0 1 0 0,-5 9-1 0 0,-21 34 266 0 0,1-1-99 0 0,25-44-140 0 0,0 0 5 0 0,0 0 0 0 0,0 1 0 0 0,1-1 0 0 0,-1 1 1 0 0,0 7-1 0 0,1-11-46 0 0,1-1 1 0 0,0 1 0 0 0,0 0-1 0 0,0 0 1 0 0,0-1-1 0 0,1 1 1 0 0,-1 0 0 0 0,0-1-1 0 0,0 1 1 0 0,0 0-1 0 0,1-1 1 0 0,-1 1-1 0 0,0 0 1 0 0,0-1 0 0 0,1 1-1 0 0,-1-1 1 0 0,1 1-1 0 0,0 0 1 0 0,0 0 2 0 0,-1-1 0 0 0,1 1-1 0 0,0-1 1 0 0,0 1 0 0 0,0-1 0 0 0,0 1 0 0 0,0-1-1 0 0,0 0 1 0 0,0 0 0 0 0,0 1 0 0 0,0-1 0 0 0,0 0-1 0 0,0 0 1 0 0,0 0 0 0 0,0 0 0 0 0,2 0 0 0 0,19-2 122 0 0,0 0-31 0 0,1 2-1 0 0,35 2 1 0 0,-13 0-599 0 0,-40-2 52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66 11058 0 0,'-2'-1'2573'0'0,"2"1"-2481"0"0,0 0 0 0 0,0 0 0 0 0,0 0 0 0 0,0-1 0 0 0,0 1 0 0 0,0 0-1 0 0,0 0 1 0 0,0 0 0 0 0,0 0 0 0 0,0 0 0 0 0,0 0 0 0 0,0 0 0 0 0,0 0 0 0 0,0 0 0 0 0,0 0-1 0 0,0-1 1 0 0,0 1 0 0 0,0 0 0 0 0,0 0 0 0 0,0 0 0 0 0,0 0 0 0 0,0 0 0 0 0,3-7 2039 0 0,6-3-355 0 0,-1 4-1434 0 0,1 0 0 0 0,-1 1-1 0 0,1 0 1 0 0,-1 1 0 0 0,15-6-1 0 0,-18 8-289 0 0,0 0 0 0 0,1 1 0 0 0,-1 0-1 0 0,1 0 1 0 0,-1 0 0 0 0,1 0 0 0 0,-1 1-1 0 0,1 0 1 0 0,0 0 0 0 0,-1 0 0 0 0,6 2-1 0 0,-10-2-42 0 0,0 0 0 0 0,0 0-1 0 0,0 0 1 0 0,0 1-1 0 0,0-1 1 0 0,0 0 0 0 0,-1 1-1 0 0,1-1 1 0 0,0 0-1 0 0,0 1 1 0 0,0-1 0 0 0,-1 1-1 0 0,1-1 1 0 0,0 1-1 0 0,-1 0 1 0 0,1-1 0 0 0,-1 1-1 0 0,1 0 1 0 0,0-1-1 0 0,-1 1 1 0 0,1 0-1 0 0,-1 0 1 0 0,1 1 0 0 0,-1-1-4 0 0,0 1 1 0 0,0-1 0 0 0,0 0 0 0 0,0 0-1 0 0,0 0 1 0 0,0 0 0 0 0,0 1-1 0 0,-1-1 1 0 0,1 0 0 0 0,-1 0 0 0 0,1 0-1 0 0,0 0 1 0 0,-1 0 0 0 0,0 0 0 0 0,0 2-1 0 0,-3 2 13 0 0,0 0 1 0 0,-1 0-1 0 0,1 0 0 0 0,-1 0 0 0 0,-6 4 0 0 0,-41 25 57 0 0,56-36-92 0 0,-1 0 0 0 0,0 0 0 0 0,1 0 0 0 0,0 1 0 0 0,-1-1 0 0 0,1 1 0 0 0,0 0 1 0 0,0 1-1 0 0,0-1 0 0 0,0 0 0 0 0,0 1 0 0 0,0 0 0 0 0,0 0 0 0 0,0 0 0 0 0,0 1 0 0 0,-1-1 0 0 0,1 1 0 0 0,0 0 0 0 0,0 0 1 0 0,0 0-1 0 0,-1 0 0 0 0,1 1 0 0 0,0 0 0 0 0,-1-1 0 0 0,1 1 0 0 0,-1 1 0 0 0,0-1 0 0 0,0 0 0 0 0,0 1 0 0 0,0 0 0 0 0,0-1 1 0 0,0 1-1 0 0,-1 0 0 0 0,4 7 0 0 0,-4-8 41 0 0,0 1-1 0 0,0 0 1 0 0,-1 0 0 0 0,1 1 0 0 0,-1-1 0 0 0,0 0-1 0 0,0 0 1 0 0,0 0 0 0 0,-1 1 0 0 0,1-1 0 0 0,-1 1 0 0 0,0-1-1 0 0,0 0 1 0 0,0 1 0 0 0,0-1 0 0 0,0 0 0 0 0,-1 1 0 0 0,0-1-1 0 0,-1 6 1 0 0,0-5 12 0 0,0 0 0 0 0,0 0 0 0 0,0-1 0 0 0,-1 1 0 0 0,0 0 0 0 0,1-1-1 0 0,-1 0 1 0 0,0 0 0 0 0,-1 0 0 0 0,1 0 0 0 0,0 0 0 0 0,-1 0 0 0 0,0-1 0 0 0,-6 4 0 0 0,0-2 127 0 0,1 0 1 0 0,-1 0-1 0 0,0-1 1 0 0,0-1-1 0 0,-15 3 1 0 0,20-4-156 0 0,1 0 0 0 0,-1-1 0 0 0,0 0 1 0 0,0 0-1 0 0,1 0 0 0 0,-1 0 0 0 0,0-1 1 0 0,0 0-1 0 0,1 0 0 0 0,-1 0 0 0 0,0-1 0 0 0,1 1 1 0 0,-9-5-1 0 0,8 2-1244 0 0,1-1-4423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11979 0 0,'4'-2'6000'0'0,"2"-3"-3400"0"0,9-8-1146 0 0,-13 12-1382 0 0,0 0 0 0 0,0 0 0 0 0,-1 0 0 0 0,1 0 0 0 0,0 0 0 0 0,0 1 0 0 0,0-1 0 0 0,0 0 0 0 0,0 1 0 0 0,0 0 0 0 0,0-1 0 0 0,0 1 0 0 0,0 0 0 0 0,0 0 0 0 0,0 0 0 0 0,4 1 0 0 0,-5 0-57 0 0,0-1 0 0 0,0 1 0 0 0,1 0 0 0 0,-1-1 0 0 0,0 1 0 0 0,0 0 1 0 0,0 0-1 0 0,0 0 0 0 0,0 0 0 0 0,0 0 0 0 0,0 0 0 0 0,-1 0 0 0 0,1 0 0 0 0,0 0 0 0 0,-1 0 0 0 0,1 1 0 0 0,0-1 0 0 0,-1 0 0 0 0,1 0 0 0 0,-1 1 0 0 0,0-1 0 0 0,1 0 1 0 0,-1 1-1 0 0,0-1 0 0 0,0 0 0 0 0,0 3 0 0 0,0 10 107 0 0,-1 0-1 0 0,0 1 1 0 0,-1-1 0 0 0,-1 0 0 0 0,-6 22 0 0 0,-4 19 182 0 0,12-49-309 0 0,0 0 56 0 0,-1 1-1 0 0,2-1 1 0 0,-1 1-1 0 0,1-1 0 0 0,0 1 1 0 0,1 8-1 0 0,0-14-32 0 0,-1 0 0 0 0,0 1 0 0 0,1-1 0 0 0,-1 0 0 0 0,1 1 0 0 0,0-1 0 0 0,-1 0 0 0 0,1 0 0 0 0,0 0 0 0 0,0 0 0 0 0,0 1-1 0 0,0-1 1 0 0,0 0 0 0 0,0 0 0 0 0,0-1 0 0 0,0 1 0 0 0,0 0 0 0 0,0 0 0 0 0,1-1 0 0 0,-1 1 0 0 0,0 0 0 0 0,1-1 0 0 0,-1 1 0 0 0,0-1 0 0 0,1 0-1 0 0,-1 1 1 0 0,0-1 0 0 0,1 0 0 0 0,-1 0 0 0 0,1 0 0 0 0,-1 0 0 0 0,0 0 0 0 0,1 0 0 0 0,2-1 0 0 0,9 1-102 0 0,20-3 188 0 0,-11 1-2914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11979 0 0,'0'0'277'0'0,"0"-1"1"0"0,1 1-1 0 0,-1-1 1 0 0,0 1 0 0 0,0-1-1 0 0,0 1 1 0 0,0-1-1 0 0,0 1 1 0 0,1-1 0 0 0,-1 1-1 0 0,0-1 1 0 0,0 1-1 0 0,1-1 1 0 0,-1 1 0 0 0,0 0-1 0 0,1-1 1 0 0,-1 1 0 0 0,0-1-1 0 0,1 1 1 0 0,-1 0-1 0 0,1-1 1 0 0,-1 1 0 0 0,1 0-1 0 0,-1 0 1 0 0,1-1-1 0 0,0 1 1 0 0,15-10 1615 0 0,-6 5-1542 0 0,0 0 1 0 0,1 0-1 0 0,14-3 0 0 0,-20 6-325 0 0,0 1 0 0 0,1 0 1 0 0,-1 0-1 0 0,1 1 0 0 0,-1-1 0 0 0,1 1 0 0 0,-1 0 0 0 0,11 2 1 0 0,-15-2-28 0 0,0 1 0 0 0,0-1 0 0 0,-1 0 1 0 0,1 0-1 0 0,0 0 0 0 0,0 1 0 0 0,-1-1 1 0 0,1 0-1 0 0,0 1 0 0 0,-1-1 0 0 0,1 1 1 0 0,0-1-1 0 0,-1 1 0 0 0,1-1 0 0 0,0 1 0 0 0,-1-1 1 0 0,1 1-1 0 0,-1 0 0 0 0,1-1 0 0 0,-1 1 1 0 0,0 0-1 0 0,1-1 0 0 0,-1 1 0 0 0,0 0 1 0 0,1 0-1 0 0,-1 0 0 0 0,0 1-5 0 0,0 0 0 0 0,1 0 0 0 0,-2 0 1 0 0,1-1-1 0 0,0 1 0 0 0,0 0 0 0 0,0 0 0 0 0,-1 0 0 0 0,1-1 0 0 0,-1 1 0 0 0,-1 2 0 0 0,-1 3-22 0 0,-1 0 1 0 0,0 1-1 0 0,-10 12 0 0 0,-26 26 295 0 0,43-47-246 0 0,0 0 0 0 0,0 0 1 0 0,0 1-1 0 0,0-1 0 0 0,0 1 1 0 0,0-1-1 0 0,0 1 0 0 0,0 0 1 0 0,0 0-1 0 0,0 0 0 0 0,5 2 1 0 0,-4-2-6 0 0,0 1 0 0 0,0 0 0 0 0,-1 0 0 0 0,1 0 0 0 0,0 0 0 0 0,0 1 0 0 0,-1 0 0 0 0,1-1 1 0 0,-1 1-1 0 0,0 1 0 0 0,1-1 0 0 0,-1 0 0 0 0,0 1 0 0 0,3 3 0 0 0,-4-4 3 0 0,-1-1 1 0 0,-1 0-1 0 0,1 0 0 0 0,0 1 0 0 0,0-1 1 0 0,0 0-1 0 0,-1 1 0 0 0,1-1 0 0 0,-1 1 1 0 0,1-1-1 0 0,-1 1 0 0 0,1-1 0 0 0,-1 1 1 0 0,0-1-1 0 0,0 1 0 0 0,0 0 0 0 0,0-1 1 0 0,0 1-1 0 0,0-1 0 0 0,0 1 0 0 0,-1-1 1 0 0,1 1-1 0 0,0-1 0 0 0,-1 1 0 0 0,1-1 1 0 0,-1 1-1 0 0,0-1 0 0 0,1 1 0 0 0,-1-1 1 0 0,0 0-1 0 0,0 0 0 0 0,0 1 0 0 0,0-1 1 0 0,0 0-1 0 0,0 0 0 0 0,0 0 0 0 0,0 0 1 0 0,-2 1-1 0 0,-2 2 76 0 0,0 0 0 0 0,0 0 0 0 0,-1-1 0 0 0,1 0 0 0 0,-1 0 0 0 0,1 0 1 0 0,-1 0-1 0 0,0-1 0 0 0,0 0 0 0 0,-9 1 0 0 0,0-1-1075 0 0,1 0 1 0 0,0-1-1 0 0,-22-2 0 0 0,28 1-6776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69 1840 0 0,'-15'1'4833'0'0,"14"-1"-4395"0"0,1 1 0 0 0,-1-1 0 0 0,0 0 0 0 0,0 0 0 0 0,0 0 0 0 0,0 1 0 0 0,0-1-1 0 0,0 0 1 0 0,0 0 0 0 0,0 0 0 0 0,1-1 0 0 0,-1 1 0 0 0,0 0 0 0 0,0 0 0 0 0,0 0 0 0 0,0-1 0 0 0,0 1 0 0 0,-1-1 0 0 0,1 0-118 0 0,1 0 1 0 0,0 1-1 0 0,0-1 1 0 0,0 0-1 0 0,0 0 1 0 0,0 0-1 0 0,0 0 1 0 0,0 1-1 0 0,0-1 1 0 0,0 0-1 0 0,0 0 1 0 0,0 0-1 0 0,0 1 0 0 0,0-1 1 0 0,1 0-1 0 0,-1 0 1 0 0,0 1-1 0 0,1-1 1 0 0,0-1-1 0 0,7-14 716 0 0,11-7-354 0 0,-18 22-653 0 0,1 0 1 0 0,-1-1 0 0 0,1 1-1 0 0,-1 0 1 0 0,0 0-1 0 0,1 0 1 0 0,0 0 0 0 0,-1 1-1 0 0,1-1 1 0 0,0 0 0 0 0,-1 1-1 0 0,1-1 1 0 0,0 1-1 0 0,2-1 1 0 0,-3 1-30 0 0,-1 1 0 0 0,1-1 0 0 0,0 0 0 0 0,0 1-1 0 0,-1-1 1 0 0,1 1 0 0 0,0-1 0 0 0,0 1 0 0 0,-1 0 0 0 0,1-1 0 0 0,0 1-1 0 0,-1-1 1 0 0,1 1 0 0 0,-1 0 0 0 0,1 0 0 0 0,-1-1 0 0 0,1 1 0 0 0,-1 0 0 0 0,0 0-1 0 0,1 0 1 0 0,-1-1 0 0 0,0 1 0 0 0,0 0 0 0 0,1 0 0 0 0,-1 0 0 0 0,0 0 0 0 0,0 0-1 0 0,0 0 1 0 0,0 0 0 0 0,0 1 0 0 0,0 2-1 0 0,0 1 0 0 0,0 0 1 0 0,0 0-1 0 0,-2 7 0 0 0,-4 8 148 0 0,-1 0 0 0 0,-11 21 0 0 0,10-24-13 0 0,1 1 1 0 0,0-1-1 0 0,-4 23 1 0 0,10-39-121 0 0,1 0 1 0 0,0 0-1 0 0,-1 0 1 0 0,1 0-1 0 0,0 1 1 0 0,0-1-1 0 0,0 0 1 0 0,0 0-1 0 0,0 1 1 0 0,0-1-1 0 0,0 0 1 0 0,0 0-1 0 0,0 0 1 0 0,1 1-1 0 0,-1-1 1 0 0,0 0-1 0 0,1 0 0 0 0,-1 0 1 0 0,1 0-1 0 0,0 0 1 0 0,-1 0-1 0 0,1 0 1 0 0,0 0-1 0 0,-1 0 1 0 0,1 0-1 0 0,0 0 1 0 0,0 0-1 0 0,0 0 1 0 0,1 0-1 0 0,2 1 54 0 0,0-1 0 0 0,0 0 0 0 0,0 0 0 0 0,0 0 0 0 0,0 0 0 0 0,-1-1 0 0 0,9 1-1 0 0,17 0-49 0 0,1-2-1 0 0,41-5 0 0 0,-68 5-1954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10138 0 0,'12'-20'5459'0'0,"-1"4"-3990"0"0,-5 8-1077 0 0,0 2 1 0 0,1-1-1 0 0,0 1 0 0 0,0 0 0 0 0,0 0 0 0 0,1 1 1 0 0,0 0-1 0 0,0 0 0 0 0,0 1 0 0 0,1 0 0 0 0,0 1 1 0 0,9-4-1 0 0,-17 7-374 0 0,0 0 0 0 0,0 0-1 0 0,0-1 1 0 0,0 1 0 0 0,-1 0 0 0 0,1 0 0 0 0,0 0 0 0 0,0 0 0 0 0,0 0 0 0 0,0 0-1 0 0,0 0 1 0 0,0 0 0 0 0,0 0 0 0 0,-1 1 0 0 0,1-1 0 0 0,0 0 0 0 0,0 0 0 0 0,0 1-1 0 0,-1-1 1 0 0,1 1 0 0 0,0-1 0 0 0,0 1 0 0 0,-1-1 0 0 0,1 1 0 0 0,0 0 0 0 0,0 0-8 0 0,0 0 0 0 0,-1 0 0 0 0,1 0 0 0 0,-1 0 1 0 0,0 1-1 0 0,1-1 0 0 0,-1 0 0 0 0,0 0 0 0 0,0 0 1 0 0,0 1-1 0 0,0-1 0 0 0,0 0 0 0 0,0 0 0 0 0,0 0 1 0 0,-1 3-1 0 0,0 2 8 0 0,-1 0 0 0 0,1 0 0 0 0,-1-1 0 0 0,-1 1 0 0 0,-5 10 0 0 0,-53 68-7 0 0,64-88-85 0 0,1 0 1 0 0,0 0 0 0 0,1 0 0 0 0,7-5 0 0 0,-9 7 82 0 0,0 0 0 0 0,0 0 0 0 0,0 0 0 0 0,0 0 0 0 0,0 1 0 0 0,0-1 0 0 0,1 1 0 0 0,-1 0 0 0 0,1 0 0 0 0,3 0 0 0 0,-4 1-2 0 0,0 0 1 0 0,-1 0 0 0 0,1 1-1 0 0,0-1 1 0 0,0 1 0 0 0,0 0-1 0 0,-1 0 1 0 0,1 0 0 0 0,0 0-1 0 0,-1 0 1 0 0,1 0 0 0 0,-1 1-1 0 0,1-1 1 0 0,-1 1 0 0 0,0 0-1 0 0,1 0 1 0 0,-1 0-1 0 0,3 4 1 0 0,-4-5 3 0 0,0 1 0 0 0,0-1 0 0 0,0 1 0 0 0,0-1 0 0 0,-1 1-1 0 0,1 0 1 0 0,-1-1 0 0 0,1 1 0 0 0,-1 0 0 0 0,1 0 0 0 0,-1-1 0 0 0,0 1 0 0 0,0 0-1 0 0,0 0 1 0 0,0-1 0 0 0,0 1 0 0 0,0 0 0 0 0,-1 0 0 0 0,1-1 0 0 0,0 1 0 0 0,-1 0-1 0 0,0-1 1 0 0,1 1 0 0 0,-1 0 0 0 0,0-1 0 0 0,0 1 0 0 0,0-1 0 0 0,0 1 0 0 0,0-1 0 0 0,0 0-1 0 0,-2 3 1 0 0,-3 2 69 0 0,-1 1 0 0 0,-1-1 0 0 0,1 0 0 0 0,-1 0 0 0 0,0-1 0 0 0,-10 6 0 0 0,13-9-54 0 0,0 0 1 0 0,0 0-1 0 0,1 0 1 0 0,-1 0-1 0 0,-1-1 1 0 0,1 1-1 0 0,0-1 1 0 0,0-1-1 0 0,0 1 1 0 0,-1-1-1 0 0,1 0 1 0 0,-9-1-1 0 0,-5-7-1467 0 0,17 7 773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93 2304 0 0,'-7'-11'7353'0'0,"1"-3"472"0"0,5 12-7604 0 0,1 1 0 0 0,0 0 1 0 0,0 0-1 0 0,1 0 1 0 0,-1-1-1 0 0,0 1 1 0 0,0 0-1 0 0,0 0 0 0 0,1 0 1 0 0,-1 0-1 0 0,1 0 1 0 0,-1-1-1 0 0,1 1 1 0 0,0-1-1 0 0,2-3 7 0 0,1 1 1 0 0,-1-1-1 0 0,1 0 0 0 0,0 1 0 0 0,0 0 1 0 0,7-6-1 0 0,-8 9-199 0 0,-1-1-1 0 0,0 1 1 0 0,0-1-1 0 0,0 1 1 0 0,1 0 0 0 0,-1 0-1 0 0,5-1 1 0 0,-6 2-10 0 0,1 0 0 0 0,-1-1-1 0 0,0 1 1 0 0,0 0 0 0 0,0 0 0 0 0,0 0-1 0 0,0 0 1 0 0,0 1 0 0 0,0-1-1 0 0,0 0 1 0 0,0 0 0 0 0,0 1 0 0 0,0-1-1 0 0,0 0 1 0 0,0 1 0 0 0,0-1 0 0 0,0 1-1 0 0,0-1 1 0 0,1 2 0 0 0,-1-1-7 0 0,0 0 0 0 0,0 1 0 0 0,-1-1 0 0 0,1 0 0 0 0,0 0 0 0 0,-1 1 0 0 0,1-1 0 0 0,0 0 0 0 0,-1 1 0 0 0,0-1 0 0 0,1 1-1 0 0,-1-1 1 0 0,0 1 0 0 0,0-1 0 0 0,0 1 0 0 0,0-1 0 0 0,0 1 0 0 0,0-1 0 0 0,0 3 0 0 0,-9 32 51 0 0,7-28-53 0 0,-4 11 122 0 0,-11 24 0 0 0,10-29-36 0 0,1 1 0 0 0,1 0 0 0 0,-4 16 0 0 0,9-30-84 0 0,0 0 0 0 0,-1 0 0 0 0,1-1-1 0 0,0 1 1 0 0,0 0 0 0 0,0 0 0 0 0,0 0-1 0 0,0-1 1 0 0,0 1 0 0 0,0 0 0 0 0,0 0 0 0 0,0 0-1 0 0,0-1 1 0 0,0 1 0 0 0,1 0 0 0 0,-1 0 0 0 0,0 0-1 0 0,1-1 1 0 0,-1 1 0 0 0,0 0 0 0 0,1-1 0 0 0,-1 1-1 0 0,1 0 1 0 0,-1-1 0 0 0,1 1 0 0 0,-1 0 0 0 0,1-1-1 0 0,-1 1 1 0 0,1-1 0 0 0,0 1 0 0 0,-1-1 0 0 0,1 1-1 0 0,0-1 1 0 0,0 0 0 0 0,-1 1 0 0 0,1-1 0 0 0,1 1-1 0 0,3-1 100 0 0,0 1 0 0 0,-1-1-1 0 0,1 0 1 0 0,0 0-1 0 0,8-2 1 0 0,5 1 140 0 0,4 1-336 0 0,25 0 651 0 0,-18-5-3061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 8754 0 0,'0'0'410'0'0,"0"1"1"0"0,-1-1 0 0 0,1 0-1 0 0,-1 0 1 0 0,1 1-1 0 0,0-1 1 0 0,-1 0 0 0 0,1 1-1 0 0,0-1 1 0 0,-1 1 0 0 0,1-1-1 0 0,0 0 1 0 0,-1 1-1 0 0,1-1 1 0 0,0 1 0 0 0,0-1-1 0 0,0 1 1 0 0,-1-1-1 0 0,1 1 1 0 0,0-1 0 0 0,0 1-1 0 0,0-1 1 0 0,0 1-1 0 0,0-1 1 0 0,0 1 0 0 0,13 3 2851 0 0,-11-4-3480 0 0,-1 0 254 0 0,1-1-1 0 0,0 1 1 0 0,-1-1 0 0 0,1 1-1 0 0,0-1 1 0 0,-1 0 0 0 0,1 0-1 0 0,-1 1 1 0 0,1-1-1 0 0,-1 0 1 0 0,3-2 0 0 0,9-5 51 0 0,-10 7-27 0 0,1 0 0 0 0,0-1-1 0 0,0 2 1 0 0,0-1 0 0 0,0 0 0 0 0,-1 1 0 0 0,1 0-1 0 0,7 0 1 0 0,-10 0-47 0 0,0 0 0 0 0,0 0 0 0 0,0 0 0 0 0,0 0 0 0 0,0 1 0 0 0,0-1 0 0 0,0 0-1 0 0,0 1 1 0 0,0-1 0 0 0,0 1 0 0 0,0-1 0 0 0,0 1 0 0 0,0-1 0 0 0,0 1 0 0 0,0 0 0 0 0,0-1 0 0 0,0 1 0 0 0,-1 0-1 0 0,1 0 1 0 0,0 0 0 0 0,-1 0 0 0 0,1 0 0 0 0,0-1 0 0 0,-1 1 0 0 0,1 0 0 0 0,-1 0 0 0 0,0 0 0 0 0,1 0-1 0 0,-1 1 1 0 0,0-1 0 0 0,0 0 0 0 0,1 0 0 0 0,-1 0 0 0 0,0 0 0 0 0,0 2 0 0 0,-1 2-14 0 0,1 0 0 0 0,-1 0 0 0 0,0-1 0 0 0,-1 1 0 0 0,1 0 0 0 0,-1 0 0 0 0,0-1 0 0 0,0 1 0 0 0,0-1 0 0 0,-1 1 0 0 0,1-1 0 0 0,-1 0-1 0 0,-7 7 1 0 0,-11 20-87 0 0,21-31 85 0 0,0 0-1 0 0,0 0 1 0 0,0 0-1 0 0,0 0 1 0 0,0 1-1 0 0,0-1 1 0 0,0 0 0 0 0,-1 0-1 0 0,1 0 1 0 0,0 0-1 0 0,0 1 1 0 0,0-1-1 0 0,0 0 1 0 0,0 0-1 0 0,0 0 1 0 0,0 1-1 0 0,0-1 1 0 0,0 0 0 0 0,0 0-1 0 0,0 0 1 0 0,0 1-1 0 0,0-1 1 0 0,0 0-1 0 0,0 0 1 0 0,0 0-1 0 0,0 0 1 0 0,1 1-1 0 0,-1-1 1 0 0,0 0 0 0 0,0 0-1 0 0,0 0 1 0 0,0 0-1 0 0,0 1 1 0 0,0-1-1 0 0,0 0 1 0 0,1 0-1 0 0,8 2-262 0 0,12-6-188 0 0,-19 4 442 0 0,4-1 41 0 0,1 1 1 0 0,-1-1-1 0 0,1 1 1 0 0,-1 0-1 0 0,1 1 1 0 0,-1 0-1 0 0,1 0 1 0 0,-1 0-1 0 0,1 1 0 0 0,-1 0 1 0 0,11 5-1 0 0,-13-6-4 0 0,-1 1-1 0 0,-1 0 0 0 0,1-1 1 0 0,0 1-1 0 0,0 1 0 0 0,-1-1 1 0 0,1 0-1 0 0,-1 0 0 0 0,0 1 1 0 0,4 5-1 0 0,-4-6-14 0 0,-1 0-1 0 0,0 0 1 0 0,-1 0 0 0 0,1 0-1 0 0,0 1 1 0 0,-1-1 0 0 0,1 0-1 0 0,-1 0 1 0 0,1 1 0 0 0,-1-1-1 0 0,0 0 1 0 0,0 1 0 0 0,0-1-1 0 0,-1 0 1 0 0,1 1-1 0 0,0-1 1 0 0,-2 3 0 0 0,1-1 65 0 0,-1-1-1 0 0,1 0 1 0 0,-1 0 0 0 0,0 0 0 0 0,0-1 0 0 0,0 1-1 0 0,0 0 1 0 0,-1-1 0 0 0,1 1 0 0 0,-1-1-1 0 0,1 0 1 0 0,-1 0 0 0 0,0 0 0 0 0,0 0 0 0 0,0 0-1 0 0,0-1 1 0 0,-3 2 0 0 0,-2 0 13 0 0,1 0 1 0 0,0-1 0 0 0,-1 1-1 0 0,1-2 1 0 0,-1 1-1 0 0,-11 0 1 0 0,14-2-151 0 0,1 0 1 0 0,0 0 0 0 0,0 0-1 0 0,0-1 1 0 0,0 0 0 0 0,-7-2-1 0 0,-10-8-3240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18 9218 0 0,'0'-1'417'0'0,"0"0"0"0"0,-1 0 0 0 0,1 0 0 0 0,0 0 1 0 0,-1 0-1 0 0,1 0 0 0 0,0 1 0 0 0,-1-1 0 0 0,1 0 0 0 0,-1 0 0 0 0,0 1 0 0 0,1-1 1 0 0,-1 0-1 0 0,1 1 0 0 0,-1-1 0 0 0,0 0 0 0 0,0 1 0 0 0,1-1 0 0 0,-1 1 0 0 0,0-1 1 0 0,0 1-1 0 0,-1-1 0 0 0,1 1-235 0 0,0 0 0 0 0,0 0 0 0 0,0 0 0 0 0,0 0-1 0 0,0 0 1 0 0,0 0 0 0 0,1 1 0 0 0,-1-1 0 0 0,0 0 0 0 0,0 1 0 0 0,0-1 0 0 0,0 1 0 0 0,1-1 0 0 0,-1 1 0 0 0,0-1 0 0 0,0 1 0 0 0,1-1 0 0 0,-2 2-1 0 0,-1 1-143 0 0,1-1 0 0 0,-1 1 0 0 0,1 0 0 0 0,0 1 0 0 0,0-1 0 0 0,0 0 0 0 0,0 1 0 0 0,0-1 0 0 0,-2 7 0 0 0,1 6 41 0 0,1-1 1 0 0,0 1-1 0 0,1 24 1 0 0,1-32-40 0 0,0 0 1 0 0,1 0 0 0 0,0 0 0 0 0,1 0 0 0 0,0 0 0 0 0,0-1-1 0 0,0 1 1 0 0,7 13 0 0 0,-8-20-25 0 0,0 1 0 0 0,0 0-1 0 0,0-1 1 0 0,0 1 0 0 0,0-1 0 0 0,0 1-1 0 0,0-1 1 0 0,0 0 0 0 0,1 1 0 0 0,-1-1 0 0 0,0 0-1 0 0,1 0 1 0 0,-1 0 0 0 0,1 0 0 0 0,0 0-1 0 0,-1 0 1 0 0,1 0 0 0 0,0-1 0 0 0,-1 1 0 0 0,1-1-1 0 0,0 1 1 0 0,0-1 0 0 0,-1 0 0 0 0,1 1 0 0 0,0-1-1 0 0,0 0 1 0 0,3-1 0 0 0,-2 1-21 0 0,-1-1 0 0 0,1 0-1 0 0,0 0 1 0 0,-1 0 0 0 0,1-1 0 0 0,-1 1 0 0 0,1-1 0 0 0,-1 1 0 0 0,0-1-1 0 0,0 0 1 0 0,0 0 0 0 0,0 0 0 0 0,0 0 0 0 0,0 0 0 0 0,0 0 0 0 0,-1 0 0 0 0,3-4-1 0 0,-2 1-30 0 0,1 0-1 0 0,-1 0 1 0 0,-1-1-1 0 0,1 1 1 0 0,-1 0-1 0 0,1-1 1 0 0,-1 1-1 0 0,-1-1 1 0 0,1 1-1 0 0,-1-1 1 0 0,0 1-1 0 0,-1-1 1 0 0,1 1-1 0 0,-1-1 1 0 0,0 1-1 0 0,0-1 1 0 0,-3-6-1 0 0,1 2-45 0 0,-1 1 0 0 0,0 0-1 0 0,-1 0 1 0 0,1 0-1 0 0,-2 0 1 0 0,1 1-1 0 0,-1 0 1 0 0,-13-13-1 0 0,15 17-1075 0 0,0 0-3970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34 8754 0 0,'1'-7'613'0'0,"-1"-3"5094"0"0,0 10-5590 0 0,-1 0-1 0 0,1 0 1 0 0,0 1 0 0 0,0-1 0 0 0,-1 0-1 0 0,1 0 1 0 0,0 0 0 0 0,-1 0 0 0 0,1 0 0 0 0,0 0-1 0 0,-1 0 1 0 0,1 0 0 0 0,0 1 0 0 0,0-1-1 0 0,-1 0 1 0 0,1 0 0 0 0,0 0 0 0 0,0 1 0 0 0,0-1-1 0 0,-1 0 1 0 0,1 0 0 0 0,0 1 0 0 0,0-1-1 0 0,0 0 1 0 0,0 0 0 0 0,-1 1 0 0 0,1-1 0 0 0,0 0-1 0 0,0 1 1 0 0,0-1 0 0 0,0 1 0 0 0,-6 8 267 0 0,0 0 1 0 0,1 0 0 0 0,0 1-1 0 0,1 0 1 0 0,0 0-1 0 0,1 0 1 0 0,-1 0 0 0 0,-1 19-1 0 0,3-21-336 0 0,1-1 0 0 0,1 1-1 0 0,-1 0 1 0 0,2 0 0 0 0,-1 0-1 0 0,1 0 1 0 0,0-1-1 0 0,0 1 1 0 0,1 0 0 0 0,0-1-1 0 0,0 1 1 0 0,7 11 0 0 0,-9-17-46 0 0,1-1 0 0 0,0 1 1 0 0,-1-1-1 0 0,1 0 0 0 0,0 1 1 0 0,0-1-1 0 0,0 0 0 0 0,0 1 1 0 0,1-1-1 0 0,-1 0 0 0 0,0 0 1 0 0,0 0-1 0 0,1 0 0 0 0,-1 0 1 0 0,1 0-1 0 0,-1 0 1 0 0,1-1-1 0 0,-1 1 0 0 0,1 0 1 0 0,-1-1-1 0 0,1 1 0 0 0,-1-1 1 0 0,1 0-1 0 0,0 1 0 0 0,-1-1 1 0 0,1 0-1 0 0,0 0 0 0 0,-1 0 1 0 0,1 0-1 0 0,0 0 0 0 0,-1-1 1 0 0,1 1-1 0 0,0-1 1 0 0,-1 1-1 0 0,1-1 0 0 0,-1 1 1 0 0,1-1-1 0 0,-1 0 0 0 0,3-1 1 0 0,0 0-41 0 0,-1-1 1 0 0,0 1 0 0 0,0-1-1 0 0,0 0 1 0 0,0 0 0 0 0,0 0 0 0 0,-1 0-1 0 0,1 0 1 0 0,-1 0 0 0 0,0-1-1 0 0,0 1 1 0 0,0-1 0 0 0,0 0-1 0 0,-1 1 1 0 0,2-8 0 0 0,-2 3 32 0 0,0 1 0 0 0,-1-1 0 0 0,1 1 0 0 0,-2-1 0 0 0,1 1 1 0 0,-1-1-1 0 0,-1 1 0 0 0,1-1 0 0 0,-4-8 0 0 0,-4-11-212 0 0,-15-28 1 0 0,17 39-486 0 0,6 14 403 0 0,-6-11 84 0 0,7 13 81 0 0,0 0-1 0 0,0-1 1 0 0,0 1-1 0 0,-1 0 1 0 0,1-1-1 0 0,0 1 0 0 0,0 0 1 0 0,-1-1-1 0 0,1 1 1 0 0,0 0-1 0 0,0-1 1 0 0,-1 1-1 0 0,1 0 0 0 0,0 0 1 0 0,-1 0-1 0 0,1-1 1 0 0,0 1-1 0 0,-1 0 1 0 0,1 0-1 0 0,-1 0 0 0 0,1 0 1 0 0,0 0-1 0 0,-1 0 1 0 0,1-1-1 0 0,-1 1 1 0 0,1 0-1 0 0,0 0 1 0 0,-1 0-1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24 8290 0 0,'0'-1'606'0'0,"0"-1"0"0"0,0 1 0 0 0,0 0 1 0 0,0-1-1 0 0,-1 1 0 0 0,1-1 0 0 0,0 1 0 0 0,-1 0 1 0 0,1-1-1 0 0,-1 1 0 0 0,1 0 0 0 0,-1 0 1 0 0,1-1-1 0 0,-3-1 0 0 0,3 3-476 0 0,0 0 1 0 0,0 0-1 0 0,0 0 0 0 0,-1-1 1 0 0,1 1-1 0 0,0 0 0 0 0,0 0 1 0 0,0 0-1 0 0,-1 0 0 0 0,1 0 1 0 0,0 0-1 0 0,0 0 0 0 0,-1 0 1 0 0,1 0-1 0 0,0 0 0 0 0,0 0 1 0 0,0 0-1 0 0,-1 0 0 0 0,1 0 1 0 0,0 0-1 0 0,0 0 0 0 0,-1 0 1 0 0,1 0-1 0 0,0 0 0 0 0,0 0 1 0 0,-1 0-1 0 0,1 0 0 0 0,0 0 1 0 0,0 1-1 0 0,-9 10 1401 0 0,4 0-1515 0 0,1 0 1 0 0,0 0 0 0 0,1 1 0 0 0,0-1 0 0 0,1 1 0 0 0,-1 17 0 0 0,2-12 109 0 0,0 1 0 0 0,2-1-1 0 0,4 32 1 0 0,-4-46-82 0 0,0 1 0 0 0,0-1 0 0 0,0 1 0 0 0,0-1-1 0 0,1 1 1 0 0,0-1 0 0 0,-1 0 0 0 0,1 0 0 0 0,1 0 0 0 0,-1 0 0 0 0,4 4 0 0 0,-5-6-38 0 0,0 0 0 0 0,0-1 0 0 0,-1 1 0 0 0,1 0 0 0 0,0-1 0 0 0,0 1 0 0 0,0-1 1 0 0,0 1-1 0 0,0-1 0 0 0,0 1 0 0 0,0-1 0 0 0,0 0 0 0 0,0 1 0 0 0,1-1 1 0 0,-1 0-1 0 0,0 0 0 0 0,0 0 0 0 0,0 0 0 0 0,0 0 0 0 0,0 0 0 0 0,0 0 1 0 0,0 0-1 0 0,0 0 0 0 0,1 0 0 0 0,-1-1 0 0 0,0 1 0 0 0,0-1 0 0 0,0 1 0 0 0,0 0 1 0 0,0-1-1 0 0,0 0 0 0 0,0 1 0 0 0,0-1 0 0 0,-1 0 0 0 0,1 1 0 0 0,0-1 1 0 0,0 0-1 0 0,0 0 0 0 0,-1 0 0 0 0,1 1 0 0 0,1-3 0 0 0,1-2-21 0 0,0-1 1 0 0,0 1-1 0 0,0-1 0 0 0,0 1 1 0 0,-1-1-1 0 0,0 0 0 0 0,0 0 1 0 0,0 0-1 0 0,-1 0 0 0 0,0-1 1 0 0,0 1-1 0 0,-1 0 0 0 0,0 0 1 0 0,0-10-1 0 0,-1 4-49 0 0,-1 1 0 0 0,0-1 1 0 0,0 0-1 0 0,-1 1 0 0 0,-1 0 0 0 0,-9-21 0 0 0,13 31 33 0 0,-1-1-1 0 0,0 1 0 0 0,0 0 0 0 0,0-1 1 0 0,0 1-1 0 0,0 0 0 0 0,0-1 0 0 0,0 1 1 0 0,0 0-1 0 0,-1 0 0 0 0,1 0 0 0 0,0 0 1 0 0,-2-1-1 0 0,2 1-319 0 0,-1 1 0 0 0,1-1 0 0 0,-1 1 0 0 0,1 0 0 0 0,-1-1 0 0 0,1 1 0 0 0,-1 0 0 0 0,-3 0 0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9674 0 0,'-4'2'4970'0'0,"-3"7"-1842"0"0,5-3-2692 0 0,0 1 1 0 0,0 0-1 0 0,1 0 1 0 0,0 0 0 0 0,0 0-1 0 0,0 0 1 0 0,1 0-1 0 0,0 0 1 0 0,2 12-1 0 0,2 5-262 0 0,9 34 0 0 0,-11-48-133 0 0,2 0 0 0 0,-1 0 0 0 0,1 0 0 0 0,7 12 0 0 0,-9-19-24 0 0,-1-1 0 0 0,1 1 0 0 0,0-1 0 0 0,0 1 0 0 0,0-1 0 0 0,0 0 1 0 0,0 1-1 0 0,1-1 0 0 0,-1 0 0 0 0,1 0 0 0 0,-1-1 0 0 0,1 1 0 0 0,0-1 0 0 0,-1 1 0 0 0,1-1 0 0 0,0 0 0 0 0,0 0 0 0 0,0 0 0 0 0,4 1 1 0 0,-5-2-22 0 0,0 0 0 0 0,0-1 1 0 0,0 1-1 0 0,0 0 0 0 0,0-1 1 0 0,0 1-1 0 0,0-1 0 0 0,0 0 1 0 0,0 1-1 0 0,0-1 0 0 0,0 0 1 0 0,0 0-1 0 0,0 0 0 0 0,0-1 1 0 0,-1 1-1 0 0,1 0 0 0 0,0-1 1 0 0,-1 1-1 0 0,1-1 0 0 0,-1 1 1 0 0,0-1-1 0 0,0 0 0 0 0,2-3 0 0 0,1-1 3 0 0,0 0 0 0 0,-1-1 0 0 0,0 1-1 0 0,0-1 1 0 0,3-11 0 0 0,-5 12-5 0 0,-1 0 0 0 0,1-1 0 0 0,-1 1 0 0 0,0 0 0 0 0,0-1 0 0 0,-1 1 0 0 0,0 0 0 0 0,0 0 0 0 0,0 0 0 0 0,-1-1 1 0 0,0 1-1 0 0,0 1 0 0 0,-1-1 0 0 0,0 0 0 0 0,1 0 0 0 0,-2 1 0 0 0,1 0 0 0 0,-1 0 0 0 0,0 0 0 0 0,0 0 0 0 0,0 0 1 0 0,-1 1-1 0 0,1 0 0 0 0,-1 0 0 0 0,0 0 0 0 0,-1 0 0 0 0,1 1 0 0 0,0 0 0 0 0,-11-4 0 0 0,12 4-69 0 0,6 2-30 0 0,-1 0-163 0 0,-10-1-287 0 0,3 2-1246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27 5985 0 0,'-1'0'517'0'0,"0"-1"-1"0"0,0 1 1 0 0,0-1-1 0 0,0 1 1 0 0,0 0-1 0 0,0-1 1 0 0,0 1-1 0 0,0 0 1 0 0,0 0-1 0 0,0 0 1 0 0,0-1-1 0 0,-1 1 1 0 0,1 1-1 0 0,0-1 1 0 0,0 0-1 0 0,0 0 1 0 0,0 0-1 0 0,0 0 1 0 0,-2 1-1 0 0,2 0-253 0 0,-1 0 0 0 0,0 1-1 0 0,1-1 1 0 0,-1 0-1 0 0,0 1 1 0 0,1-1 0 0 0,0 1-1 0 0,-1-1 1 0 0,1 1-1 0 0,-2 2 1 0 0,0 2-75 0 0,-1 1 1 0 0,1 0-1 0 0,0 0 1 0 0,0 0-1 0 0,1 0 0 0 0,0 0 1 0 0,0 0-1 0 0,0 1 1 0 0,1-1-1 0 0,0 16 0 0 0,1-11-54 0 0,0 1-1 0 0,1-1 1 0 0,1 1-1 0 0,0-1 0 0 0,7 23 1 0 0,-8-33-107 0 0,-1 1 0 0 0,1 0 0 0 0,0-1 0 0 0,1 0 0 0 0,-1 1 0 0 0,0-1 0 0 0,1 0 0 0 0,-1 1 0 0 0,1-1 0 0 0,0 0 0 0 0,0 0 0 0 0,0 0 0 0 0,0-1 0 0 0,0 1 0 0 0,0 0 0 0 0,3 1 0 0 0,-3-2-20 0 0,0-1-1 0 0,0 1 1 0 0,0 0 0 0 0,0-1-1 0 0,0 0 1 0 0,0 0 0 0 0,0 1 0 0 0,0-1-1 0 0,0 0 1 0 0,0-1 0 0 0,0 1-1 0 0,0 0 1 0 0,0 0 0 0 0,0-1 0 0 0,0 0-1 0 0,0 1 1 0 0,0-1 0 0 0,0 0-1 0 0,0 0 1 0 0,0 0 0 0 0,-1 0-1 0 0,3-1 1 0 0,3-3-5 0 0,-1 1 0 0 0,0-1-1 0 0,0 0 1 0 0,-1-1 0 0 0,1 1 0 0 0,-1-1-1 0 0,0 0 1 0 0,-1 0 0 0 0,0-1 0 0 0,0 1 0 0 0,0-1-1 0 0,0 0 1 0 0,2-8 0 0 0,-5 10-10 0 0,1 0 0 0 0,-1 0-1 0 0,0 0 1 0 0,0-1 0 0 0,-1 1 0 0 0,1 0 0 0 0,-1 0 0 0 0,-1-1 0 0 0,1 1 0 0 0,-1 0 0 0 0,1 0 0 0 0,-2 0 0 0 0,1-1-1 0 0,0 1 1 0 0,-1 0 0 0 0,0 1 0 0 0,0-1 0 0 0,-1 0 0 0 0,-5-8 0 0 0,3 5-197 0 0,-1 0 0 0 0,0 1-1 0 0,-1-1 1 0 0,-9-7 0 0 0,14 13-61 0 0,0 1 0 0 0,0-1 0 0 0,-1 0 0 0 0,0 0 0 0 0,1 1 0 0 0,-1 0 0 0 0,0-1 0 0 0,1 1 0 0 0,-1 0 0 0 0,0 0 0 0 0,0 0 0 0 0,0 1 0 0 0,0-1-1 0 0,0 1 1 0 0,0 0 0 0 0,0 0 0 0 0,-6 0 0 0 0,3 1-5862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 6449 0 0,'0'0'251'0'0,"0"-1"-1"0"0,-1 0 1 0 0,1 0-1 0 0,-1 1 1 0 0,1-1-1 0 0,-1 0 1 0 0,1 1-1 0 0,-1-1 1 0 0,0 0-1 0 0,1 1 1 0 0,-1-1-1 0 0,0 1 0 0 0,1-1 1 0 0,-1 1-1 0 0,0-1 1 0 0,0 1-1 0 0,0 0 1 0 0,1-1-1 0 0,-1 1 1 0 0,0 0-1 0 0,0-1 1 0 0,0 1-1 0 0,0 0 1 0 0,0 0-1 0 0,1 0 0 0 0,-1 0 1 0 0,0 0-1 0 0,0 0 1 0 0,0 0-1 0 0,0 0 1 0 0,0 0-1 0 0,1 1 1 0 0,-1-1-1 0 0,0 0 1 0 0,0 1-1 0 0,0-1 1 0 0,0 0-1 0 0,1 1 1 0 0,-2 0-1 0 0,0 1-8 0 0,0-1 1 0 0,0 1-1 0 0,0 0 1 0 0,0 0-1 0 0,1 0 0 0 0,-1 0 1 0 0,1 0-1 0 0,-1 0 0 0 0,1 1 1 0 0,0-1-1 0 0,0 0 0 0 0,-1 4 1 0 0,-1 7-70 0 0,0 1-1 0 0,0 0 1 0 0,1-1 0 0 0,1 1 0 0 0,1 0-1 0 0,0 0 1 0 0,0 0 0 0 0,2 0 0 0 0,-1-1-1 0 0,2 1 1 0 0,0 0 0 0 0,1-1 0 0 0,0 0-1 0 0,6 14 1 0 0,-9-25-154 0 0,1 1 0 0 0,-1-1 0 0 0,0 0 0 0 0,0 0 0 0 0,1 0 0 0 0,-1 0 0 0 0,1-1 0 0 0,-1 1 0 0 0,1 0 0 0 0,0-1 0 0 0,0 1 0 0 0,0-1 0 0 0,0 1 0 0 0,0-1 0 0 0,0 0 0 0 0,0 0 1 0 0,0 0-1 0 0,1 0 0 0 0,-1 0 0 0 0,0-1 0 0 0,1 1 0 0 0,-1-1 0 0 0,0 1 0 0 0,1-1 0 0 0,-1 0 0 0 0,1 0 0 0 0,-1 0 0 0 0,1 0 0 0 0,3-1 0 0 0,-3 0-17 0 0,0 0 1 0 0,1 0-1 0 0,-1 0 0 0 0,0-1 1 0 0,0 1-1 0 0,0-1 1 0 0,0 0-1 0 0,0 0 0 0 0,0 0 1 0 0,0 0-1 0 0,0-1 1 0 0,-1 1-1 0 0,0-1 0 0 0,1 0 1 0 0,-1 1-1 0 0,0-1 1 0 0,0 0-1 0 0,0 0 0 0 0,2-6 1 0 0,-2 4-6 0 0,0-2 1 0 0,-1 1-1 0 0,1 0 0 0 0,-1 0 1 0 0,-1 0-1 0 0,1-1 1 0 0,-1 1-1 0 0,0 0 0 0 0,0-1 1 0 0,-1 1-1 0 0,0 0 0 0 0,0 0 1 0 0,-1 0-1 0 0,1-1 1 0 0,-5-8-1 0 0,1 3-203 0 0,0 1 1 0 0,-1 0-1 0 0,0 0 0 0 0,-1 0 1 0 0,0 1-1 0 0,-16-18 0 0 0,8 13-1230 0 0,8 9 273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43 5529 0 0,'-2'-9'1700'0'0,"-2"-4"5206"0"0,0 13-3840 0 0,-1 9-1712 0 0,0 4-1074 0 0,0 0 1 0 0,1 0-1 0 0,1 1 1 0 0,0 0-1 0 0,1-1 1 0 0,1 1 0 0 0,0 0-1 0 0,1 0 1 0 0,0 0-1 0 0,1 0 1 0 0,0 0 0 0 0,6 22-1 0 0,-6-34-256 0 0,-1 0 0 0 0,1 0 0 0 0,-1 0 0 0 0,1-1-1 0 0,0 1 1 0 0,0 0 0 0 0,0 0 0 0 0,0-1 0 0 0,0 1 0 0 0,0-1 0 0 0,0 1 0 0 0,0-1 0 0 0,1 1-1 0 0,-1-1 1 0 0,1 0 0 0 0,-1 1 0 0 0,1-1 0 0 0,-1 0 0 0 0,1 0 0 0 0,0 0 0 0 0,3 1 0 0 0,-4-2-21 0 0,1 0 0 0 0,0 0 1 0 0,0 1-1 0 0,-1-2 1 0 0,1 1-1 0 0,0 0 1 0 0,0 0-1 0 0,-1 0 1 0 0,1-1-1 0 0,0 1 0 0 0,0-1 1 0 0,-1 0-1 0 0,1 1 1 0 0,-1-1-1 0 0,1 0 1 0 0,0 0-1 0 0,-1 0 1 0 0,0 0-1 0 0,1 0 0 0 0,-1 0 1 0 0,1 0-1 0 0,-1-1 1 0 0,2-1-1 0 0,0-2-24 0 0,1 1-1 0 0,-1-1 1 0 0,0 0 0 0 0,-1 0-1 0 0,1 0 1 0 0,-1 0-1 0 0,0 0 1 0 0,0-1 0 0 0,-1 1-1 0 0,1 0 1 0 0,-1-1 0 0 0,0 1-1 0 0,-1-1 1 0 0,1 0-1 0 0,-1 1 1 0 0,-1-1 0 0 0,1 1-1 0 0,-1-1 1 0 0,1 0-1 0 0,-4-9 1 0 0,1 5-83 0 0,0 0-1 0 0,-1 0 1 0 0,0 0 0 0 0,-1 1 0 0 0,0 0-1 0 0,0-1 1 0 0,-1 2 0 0 0,0-1-1 0 0,-1 1 1 0 0,-9-10 0 0 0,-2 5-2201 0 0,14 11 1120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16 8754 0 0,'-2'0'190'0'0,"0"-1"-1"0"0,0 0 1 0 0,0 1 0 0 0,1 0 0 0 0,-1-1 0 0 0,0 1-1 0 0,0 0 1 0 0,0 0 0 0 0,0 0 0 0 0,0 0-1 0 0,1 0 1 0 0,-1 1 0 0 0,0-1 0 0 0,0 0 0 0 0,0 1-1 0 0,1 0 1 0 0,-1-1 0 0 0,0 1 0 0 0,-2 1 0 0 0,1 0 94 0 0,1 0 1 0 0,0 0 0 0 0,0 0 0 0 0,0 0 0 0 0,0 0 0 0 0,1 1 0 0 0,-1-1 0 0 0,1 0 0 0 0,-1 1 0 0 0,1-1 0 0 0,-2 5 0 0 0,-1 5 321 0 0,1 0 1 0 0,0 0-1 0 0,1 0 0 0 0,-2 20 0 0 0,4-32-596 0 0,-3 71 1792 0 0,3-64-1645 0 0,1-1 1 0 0,-1 1-1 0 0,1 0 0 0 0,1-1 0 0 0,-1 1 1 0 0,1-1-1 0 0,0 1 0 0 0,4 8 0 0 0,-5-14-152 0 0,-1 0-1 0 0,0 0 1 0 0,1-1-1 0 0,-1 1 1 0 0,1 0-1 0 0,-1 0 1 0 0,1 0-1 0 0,-1 0 1 0 0,1 0-1 0 0,0-1 1 0 0,0 1-1 0 0,-1 0 0 0 0,1-1 1 0 0,0 1-1 0 0,0-1 1 0 0,0 1-1 0 0,-1 0 1 0 0,1-1-1 0 0,0 0 1 0 0,0 1-1 0 0,0-1 1 0 0,0 0-1 0 0,0 1 1 0 0,0-1-1 0 0,0 0 0 0 0,0 0 1 0 0,0 0-1 0 0,0 0 1 0 0,0 0-1 0 0,0 0 1 0 0,0 0-1 0 0,0 0 1 0 0,0 0-1 0 0,0 0 1 0 0,0-1-1 0 0,0 1 1 0 0,0 0-1 0 0,0-1 1 0 0,0 1-1 0 0,0-1 0 0 0,0 1 1 0 0,0-1-1 0 0,-1 1 1 0 0,1-1-1 0 0,0 0 1 0 0,0 1-1 0 0,-1-1 1 0 0,1 0-1 0 0,0 1 1 0 0,0-2-1 0 0,3-2 15 0 0,-1 0-1 0 0,0-1 0 0 0,0 1 1 0 0,0 0-1 0 0,0-1 1 0 0,-1 0-1 0 0,0 0 0 0 0,3-6 1 0 0,-3-1-84 0 0,0 1 0 0 0,0-1 1 0 0,-1 1-1 0 0,-1-1 0 0 0,0 1 0 0 0,-1-1 0 0 0,-1-12 1 0 0,-1 8-66 0 0,0 0 0 0 0,-1 1 0 0 0,-1-1 0 0 0,-10-22 0 0 0,6 21-1411 0 0,2 12-4613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56 3681 0 0,'3'-20'3497'0'0,"-2"17"-2890"0"0,-1 0 0 0 0,1-1 0 0 0,-1 1 1 0 0,1 0-1 0 0,-1 0 0 0 0,0 0 0 0 0,0 0 0 0 0,-2-6 1 0 0,2 9-553 0 0,0 0 1 0 0,0 0 0 0 0,0 0-1 0 0,0 0 1 0 0,0 0-1 0 0,0-1 1 0 0,0 1 0 0 0,0 0-1 0 0,0 0 1 0 0,0 0-1 0 0,0 0 1 0 0,0 0 0 0 0,0 0-1 0 0,0 0 1 0 0,0 0 0 0 0,0 0-1 0 0,0 0 1 0 0,0 0-1 0 0,0 0 1 0 0,0 0 0 0 0,-1 0-1 0 0,1 0 1 0 0,0 0-1 0 0,0 0 1 0 0,0 0 0 0 0,0 0-1 0 0,0 0 1 0 0,0 0-1 0 0,0-1 1 0 0,0 1 0 0 0,0 0-1 0 0,0 0 1 0 0,0 0 0 0 0,-1 0-1 0 0,1 1 1 0 0,0-1-1 0 0,0 0 1 0 0,0 0 0 0 0,0 0-1 0 0,0 0 1 0 0,0 0-1 0 0,0 0 1 0 0,0 0 0 0 0,0 0-1 0 0,0 0 1 0 0,0 0 0 0 0,0 0-1 0 0,0 0 1 0 0,-1 0-1 0 0,1 0 1 0 0,-4 5 1235 0 0,-3 6-251 0 0,3-1-767 0 0,1 0 0 0 0,0 0-1 0 0,1 1 1 0 0,0-1 0 0 0,0 1-1 0 0,1-1 1 0 0,1 1 0 0 0,0 16-1 0 0,2-5-257 0 0,1 1 0 0 0,1-1 0 0 0,7 23 0 0 0,-10-43-2 0 0,-1 1 0 0 0,1-1-1 0 0,0 1 1 0 0,0-1 0 0 0,1 1-1 0 0,-1-1 1 0 0,0 0-1 0 0,1 1 1 0 0,0-1 0 0 0,-1 0-1 0 0,1 0 1 0 0,3 2 0 0 0,-4-3 0 0 0,-1-1-1 0 0,1 1 1 0 0,0-1 0 0 0,0 0 0 0 0,0 1 0 0 0,0-1 0 0 0,0 0 0 0 0,0 1 0 0 0,0-1 0 0 0,0 0 0 0 0,0 0 0 0 0,0 0 0 0 0,0 0 0 0 0,0 0-1 0 0,0 0 1 0 0,0 0 0 0 0,0 0 0 0 0,0 0 0 0 0,0 0 0 0 0,0-1 0 0 0,0 1 0 0 0,0 0 0 0 0,0-1 0 0 0,0 1 0 0 0,0 0 0 0 0,0-1 0 0 0,-1 0-1 0 0,1 1 1 0 0,0-1 0 0 0,0 1 0 0 0,0-1 0 0 0,-1 0 0 0 0,1 0 0 0 0,0 1 0 0 0,0-2 0 0 0,2-2-11 0 0,0 0 0 0 0,0 0 0 0 0,0-1 1 0 0,-1 1-1 0 0,0-1 0 0 0,1 0 0 0 0,-2 0 0 0 0,1 1 0 0 0,0-1 1 0 0,-1 0-1 0 0,0 0 0 0 0,0-1 0 0 0,-1 1 0 0 0,1 0 1 0 0,-1 0-1 0 0,0 0 0 0 0,-1 0 0 0 0,-1-9 0 0 0,-1-2-189 0 0,0 0 0 0 0,-2 0 0 0 0,0 0 0 0 0,-11-23 0 0 0,12 30-731 0 0,-1 0 1 0 0,0 0-1 0 0,-9-10 0 0 0,11 15-132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 6913 0 0,'-1'0'270'0'0,"0"0"-1"0"0,1 1 0 0 0,-1-1 0 0 0,0 1 0 0 0,0-1 0 0 0,0 1 0 0 0,0-1 0 0 0,0 1 0 0 0,1 0 0 0 0,-1-1 1 0 0,0 1-1 0 0,0 0 0 0 0,1-1 0 0 0,-1 1 0 0 0,1 0 0 0 0,-1 0 0 0 0,1 0 0 0 0,-1 0 0 0 0,1 0 0 0 0,-1 0 0 0 0,0 1 1 0 0,-6 21 1819 0 0,4-2-1435 0 0,2 1-1 0 0,0-1 1 0 0,1 1 0 0 0,1 0-1 0 0,1-1 1 0 0,1 0 0 0 0,8 31-1 0 0,-10-49-555 0 0,0 0 1 0 0,0-1-1 0 0,0 1 0 0 0,0 0 0 0 0,0 0 0 0 0,1 0 1 0 0,-1-1-1 0 0,1 1 0 0 0,0 0 0 0 0,0-1 0 0 0,3 4 1 0 0,-4-5-81 0 0,0 0 0 0 0,0-1 1 0 0,0 1-1 0 0,0-1 0 0 0,0 1 1 0 0,1-1-1 0 0,-1 0 0 0 0,0 1 1 0 0,0-1-1 0 0,0 0 0 0 0,0 0 1 0 0,0 0-1 0 0,1 0 0 0 0,-1 0 1 0 0,0 0-1 0 0,0 0 0 0 0,0 0 1 0 0,0 0-1 0 0,0-1 0 0 0,1 1 1 0 0,-1 0-1 0 0,0-1 0 0 0,0 1 1 0 0,0-1-1 0 0,0 1 0 0 0,0-1 1 0 0,0 1-1 0 0,0-1 0 0 0,0 0 1 0 0,0 1-1 0 0,0-1 0 0 0,-1 0 1 0 0,2-1-1 0 0,2-2-19 0 0,-1 0 0 0 0,0 1 0 0 0,0-1 0 0 0,0 0-1 0 0,-1-1 1 0 0,1 1 0 0 0,-1 0 0 0 0,0-1 0 0 0,0 1 0 0 0,-1-1 0 0 0,1 1 0 0 0,-1-1 0 0 0,0 0 0 0 0,0 0-1 0 0,-1 0 1 0 0,1 0 0 0 0,-1 0 0 0 0,0 1 0 0 0,0-1 0 0 0,-1 0 0 0 0,-1-5 0 0 0,0-5-47 0 0,-2 1 1 0 0,0 0-1 0 0,0-1 1 0 0,-2 2-1 0 0,-11-24 1 0 0,9 20-234 0 0,5 11-170 0 0,0-1 0 0 0,0 1 0 0 0,0 0 0 0 0,-1 0 0 0 0,0 1 0 0 0,-8-10 0 0 0,10 14-696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57 4609 0 0,'-1'-1'228'0'0,"0"0"1"0"0,0 0-1 0 0,1 1 1 0 0,-1-1-1 0 0,0 0 0 0 0,0 0 1 0 0,0 1-1 0 0,0-1 1 0 0,0 1-1 0 0,0-1 0 0 0,0 1 1 0 0,0-1-1 0 0,0 1 1 0 0,0 0-1 0 0,0 0 0 0 0,0-1 1 0 0,0 1-1 0 0,0 0 1 0 0,-2 0-1 0 0,2 0-18 0 0,0 1-1 0 0,0-1 1 0 0,0 0-1 0 0,0 1 1 0 0,0-1-1 0 0,1 1 1 0 0,-1-1-1 0 0,0 1 1 0 0,0-1-1 0 0,0 1 1 0 0,1 0 0 0 0,-1-1-1 0 0,0 1 1 0 0,1 0-1 0 0,-1 0 1 0 0,1-1-1 0 0,-2 3 1 0 0,0 1 110 0 0,0 0 1 0 0,0 1 0 0 0,0 0-1 0 0,1 0 1 0 0,0-1 0 0 0,0 1-1 0 0,-1 7 1 0 0,1 8 3 0 0,1 0 0 0 0,0 0-1 0 0,1 0 1 0 0,2 0 0 0 0,0-1 0 0 0,1 1-1 0 0,1 0 1 0 0,13 34 0 0 0,-17-52-277 0 0,0 0 1 0 0,0 0 0 0 0,0 0-1 0 0,0-1 1 0 0,0 1-1 0 0,0 0 1 0 0,0-1-1 0 0,1 1 1 0 0,-1 0-1 0 0,1-1 1 0 0,-1 0 0 0 0,1 1-1 0 0,-1-1 1 0 0,1 0-1 0 0,0 0 1 0 0,0 0-1 0 0,0 0 1 0 0,0 0-1 0 0,-1 0 1 0 0,1 0-1 0 0,4 0 1 0 0,-4-1-42 0 0,0 0 0 0 0,1 0-1 0 0,-1 0 1 0 0,0 0 0 0 0,0-1 0 0 0,0 1 0 0 0,1-1 0 0 0,-1 1-1 0 0,0-1 1 0 0,0 0 0 0 0,0 0 0 0 0,0 0 0 0 0,0 0-1 0 0,0 0 1 0 0,-1 0 0 0 0,1 0 0 0 0,0-1 0 0 0,-1 1 0 0 0,1-1-1 0 0,2-2 1 0 0,-1 0-14 0 0,0 0-1 0 0,-1 0 0 0 0,0 0 1 0 0,1-1-1 0 0,-2 1 1 0 0,1-1-1 0 0,0 1 1 0 0,-1-1-1 0 0,0 1 0 0 0,0-1 1 0 0,0 0-1 0 0,-1 1 1 0 0,1-1-1 0 0,-1 0 0 0 0,0 0 1 0 0,-1 0-1 0 0,-1-7 1 0 0,-1-10-74 0 0,-2 1 0 0 0,-12-32 0 0 0,13 40-54 0 0,4 12 136 0 0,-26-66-1025 0 0,22 60 771 0 0,1 0 0 0 0,-1 0 0 0 0,0 1 0 0 0,0-1 0 0 0,-1 1 0 0 0,0 1 0 0 0,-8-9 0 0 0,13 14 206 0 0,-1 0-1 0 0,1-1 0 0 0,0 1 0 0 0,0 0 1 0 0,0 0-1 0 0,0 0 0 0 0,-1-1 0 0 0,1 1 1 0 0,0 0-1 0 0,0 0 0 0 0,0 0 0 0 0,-1 0 1 0 0,1 0-1 0 0,0 0 0 0 0,0 0 1 0 0,-1-1-1 0 0,1 1 0 0 0,0 0 0 0 0,0 0 1 0 0,-1 0-1 0 0,1 0 0 0 0,0 0 0 0 0,0 0 1 0 0,-1 0-1 0 0,1 0 0 0 0,0 0 0 0 0,0 0 1 0 0,-1 0-1 0 0,1 0 0 0 0,0 1 0 0 0,0-1 1 0 0,0 0-1 0 0,-1 0 0 0 0,1 0 0 0 0,0 0 1 0 0,0 0-1 0 0,-1 0 0 0 0,1 1 0 0 0,0-1 1 0 0,0 0-1 0 0,0 0 0 0 0,0 0 0 0 0,-1 0 1 0 0,1 1-1 0 0,0-1 0 0 0,0 0 0 0 0,-4 12-3274 0 0,4-10 2916 0 0,-2 5 19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39 6913 0 0,'-2'0'345'0'0,"0"0"-1"0"0,0 1 1 0 0,0-1-1 0 0,0 0 1 0 0,0 0-1 0 0,0 1 0 0 0,1-1 1 0 0,-1 1-1 0 0,0 0 1 0 0,0-1-1 0 0,1 1 0 0 0,-1 0 1 0 0,0 0-1 0 0,1 0 1 0 0,-1 0-1 0 0,1 1 1 0 0,-3 1-1 0 0,2-1-41 0 0,0 1 0 0 0,1-1 0 0 0,-1 1 1 0 0,1 0-1 0 0,-1-1 0 0 0,1 1 0 0 0,0 0 0 0 0,0 0 0 0 0,-1 6 0 0 0,0 4 85 0 0,0 0-1 0 0,2 0 1 0 0,-1 0-1 0 0,3 14 1 0 0,-2-23-251 0 0,8 74 1125 0 0,-6-69-1120 0 0,0 1 1 0 0,0-1-1 0 0,1 0 0 0 0,0 1 0 0 0,1-2 0 0 0,5 10 0 0 0,-8-16-134 0 0,-1-1-1 0 0,1 1 1 0 0,0-1-1 0 0,0 1 0 0 0,1-1 1 0 0,-1 1-1 0 0,0-1 1 0 0,0 0-1 0 0,1 0 1 0 0,-1 1-1 0 0,1-1 0 0 0,-1 0 1 0 0,1 0-1 0 0,-1-1 1 0 0,1 1-1 0 0,0 0 0 0 0,3 1 1 0 0,-4-2 4 0 0,1 0 1 0 0,0 0-1 0 0,-1 0 0 0 0,1 0 1 0 0,-1 0-1 0 0,1-1 1 0 0,0 1-1 0 0,-1 0 0 0 0,1-1 1 0 0,-1 1-1 0 0,1-1 1 0 0,0 0-1 0 0,-1 1 0 0 0,0-1 1 0 0,1 0-1 0 0,1-1 0 0 0,1-1 10 0 0,-1 0 0 0 0,1-1-1 0 0,-1 1 1 0 0,0-1-1 0 0,1 1 1 0 0,-2-1-1 0 0,1 0 1 0 0,0-1-1 0 0,-1 1 1 0 0,0 0-1 0 0,0-1 1 0 0,2-4 0 0 0,-2-1-29 0 0,0 1 0 0 0,-1 0 0 0 0,0-1 1 0 0,0 1-1 0 0,-1-1 0 0 0,0 1 1 0 0,-1-1-1 0 0,0 1 0 0 0,0-1 1 0 0,-6-16-1 0 0,-3-5-133 0 0,-25-52 0 0 0,22 55-1091 0 0,2 11-2890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49 5529 0 0,'-5'-7'2166'0'0,"-3"-3"2099"0"0,8 10-4189 0 0,-1 0 0 0 0,1 0 0 0 0,0 0 0 0 0,-1 0 0 0 0,1 0-1 0 0,-1 0 1 0 0,1 0 0 0 0,-1 0 0 0 0,1 0 0 0 0,-1 0 0 0 0,1 0-1 0 0,0 0 1 0 0,-1 1 0 0 0,1-1 0 0 0,-1 0 0 0 0,1 0 0 0 0,0 0-1 0 0,-1 1 1 0 0,1-1 0 0 0,0 0 0 0 0,-1 1 0 0 0,1-1 0 0 0,0 0-1 0 0,-1 1 1 0 0,1-1 0 0 0,0 0 0 0 0,0 1 0 0 0,-1-1 0 0 0,1 0-1 0 0,0 1 1 0 0,0 0 0 0 0,-4 5 167 0 0,1 0 1 0 0,0 0-1 0 0,0 0 1 0 0,1 0-1 0 0,0 1 0 0 0,0-1 1 0 0,0 1-1 0 0,1 0 0 0 0,0-1 1 0 0,0 1-1 0 0,1 7 0 0 0,0 10 602 0 0,6 41-1 0 0,-6-64-836 0 0,2 16 515 0 0,6 26-1 0 0,-7-39-433 0 0,0 0-1 0 0,1 0 1 0 0,-1 0-1 0 0,1 0 1 0 0,0-1-1 0 0,0 1 1 0 0,0 0-1 0 0,1-1 1 0 0,-1 1-1 0 0,1-1 1 0 0,5 6-1 0 0,-7-8-75 0 0,0-1 0 0 0,-1 1 0 0 0,1-1 0 0 0,0 1 0 0 0,-1-1-1 0 0,1 1 1 0 0,0-1 0 0 0,0 0 0 0 0,-1 1 0 0 0,1-1 0 0 0,0 0 0 0 0,0 0 0 0 0,0 1 0 0 0,-1-1-1 0 0,1 0 1 0 0,0 0 0 0 0,0 0 0 0 0,0 0 0 0 0,-1 0 0 0 0,1 0 0 0 0,0 0 0 0 0,0 0-1 0 0,0-1 1 0 0,0 1 0 0 0,-1 0 0 0 0,2-1 0 0 0,0 0-10 0 0,0 0-1 0 0,-1-1 1 0 0,0 1-1 0 0,1 0 1 0 0,-1-1-1 0 0,0 1 1 0 0,1-1 0 0 0,-1 1-1 0 0,0-1 1 0 0,0 1-1 0 0,1-3 1 0 0,1-4-28 0 0,0 0 1 0 0,-1 1-1 0 0,1-1 1 0 0,1-12-1 0 0,-3 6-24 0 0,0 1-1 0 0,-1-1 1 0 0,0 0-1 0 0,-2 1 1 0 0,-2-17-1 0 0,-20-67-424 0 0,21 90 255 0 0,1-1 43 0 0,0 1 0 0 0,-6-13 0 0 0,7 19 25 0 0,1 0 1 0 0,-1-1-1 0 0,0 1 1 0 0,0 0-1 0 0,1 0 1 0 0,-1 0-1 0 0,0 0 1 0 0,0 0-1 0 0,0 0 1 0 0,0 0-1 0 0,0 0 1 0 0,0 0-1 0 0,-1 0 1 0 0,1 0-1 0 0,0 1 1 0 0,0-1 0 0 0,-1 1-1 0 0,1-1 1 0 0,0 1-1 0 0,-1-1 1 0 0,-1 0-1 0 0,-1 2-728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39 5529 0 0,'0'-2'445'0'0,"0"1"0"0"0,0-1 0 0 0,0 1 0 0 0,0-1 0 0 0,-1 1 0 0 0,1-1-1 0 0,-1 1 1 0 0,1-1 0 0 0,-1 1 0 0 0,1-1 0 0 0,-1 1 0 0 0,0 0 0 0 0,1-1 0 0 0,-1 1 0 0 0,0 0-1 0 0,0 0 1 0 0,0-1 0 0 0,-1 0 0 0 0,1 2-243 0 0,1-1-1 0 0,-1 1 0 0 0,1 0 1 0 0,-1 0-1 0 0,1-1 1 0 0,-1 1-1 0 0,1 0 1 0 0,-1 0-1 0 0,1 0 0 0 0,-1 0 1 0 0,1 0-1 0 0,-1 0 1 0 0,1 0-1 0 0,-1 0 1 0 0,1 0-1 0 0,-1 0 1 0 0,1 0-1 0 0,-1 0 0 0 0,1 0 1 0 0,-1 0-1 0 0,0 0 1 0 0,0 1-130 0 0,0-1 0 0 0,0 1 0 0 0,0 0 0 0 0,0-1 1 0 0,0 1-1 0 0,0 0 0 0 0,0 0 0 0 0,0 0 0 0 0,1 0 1 0 0,-1 0-1 0 0,0 0 0 0 0,-1 2 0 0 0,-1 2 48 0 0,1 1-1 0 0,-1 0 1 0 0,1-1-1 0 0,0 1 1 0 0,0 0-1 0 0,1 1 1 0 0,0-1-1 0 0,0 0 1 0 0,0 12-1 0 0,1 1 197 0 0,5 36 0 0 0,-4-44-204 0 0,1-1 0 0 0,0 0 0 0 0,1 0 0 0 0,0 0 0 0 0,5 11 1 0 0,-7-19-102 0 0,0 0 1 0 0,0-1-1 0 0,0 1 1 0 0,0 0 0 0 0,1 0-1 0 0,-1-1 1 0 0,0 1 0 0 0,1-1-1 0 0,0 1 1 0 0,-1-1 0 0 0,1 0-1 0 0,-1 0 1 0 0,1 1 0 0 0,2 0-1 0 0,-2-2-15 0 0,-1 1 0 0 0,1-1 0 0 0,0 0 0 0 0,-1 0 0 0 0,1 1 0 0 0,0-1 0 0 0,-1 0 0 0 0,1-1 0 0 0,0 1 0 0 0,-1 0 0 0 0,1 0-1 0 0,0-1 1 0 0,-1 1 0 0 0,1-1 0 0 0,0 1 0 0 0,-1-1 0 0 0,1 0 0 0 0,-1 1 0 0 0,1-1 0 0 0,1-2 0 0 0,0 2-25 0 0,-1-1 1 0 0,1 0 0 0 0,-1 0-1 0 0,1 0 1 0 0,-1-1 0 0 0,0 1 0 0 0,0 0-1 0 0,0-1 1 0 0,0 0 0 0 0,0 1-1 0 0,-1-1 1 0 0,1 0 0 0 0,-1 0-1 0 0,2-3 1 0 0,-2 0 29 0 0,1 1 0 0 0,-1 0-1 0 0,-1-1 1 0 0,1 1 0 0 0,-1-1 0 0 0,1 1 0 0 0,-2-10-1 0 0,-2-3-45 0 0,-1-1 0 0 0,0 1 0 0 0,-12-30-1 0 0,16 48 46 0 0,-4-12-364 0 0,-8-20-385 0 0,1 16-3117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66 4609 0 0,'0'-4'1012'0'0,"-1"0"0"0"0,1 0 0 0 0,-1 0 0 0 0,0 0 0 0 0,0 1 0 0 0,0-1 1 0 0,-1 0-1 0 0,1 1 0 0 0,-5-7 0 0 0,6 10-918 0 0,0-1 0 0 0,0 1-1 0 0,0 0 1 0 0,-1 0 0 0 0,1 0 0 0 0,0 0 0 0 0,0 0 0 0 0,0 0 0 0 0,-1 0-1 0 0,1 0 1 0 0,0 0 0 0 0,0 0 0 0 0,-1-1 0 0 0,1 1 0 0 0,0 0 0 0 0,0 0-1 0 0,0 0 1 0 0,-1 0 0 0 0,1 1 0 0 0,0-1 0 0 0,0 0 0 0 0,0 0 0 0 0,-1 0 0 0 0,1 0-1 0 0,0 0 1 0 0,0 0 0 0 0,0 0 0 0 0,-1 0 0 0 0,1 0 0 0 0,0 0 0 0 0,0 1-1 0 0,0-1 1 0 0,-1 0 0 0 0,1 0 0 0 0,0 0 0 0 0,0 1 0 0 0,-6 9 1112 0 0,-1 13-612 0 0,5-7-405 0 0,0 0-1 0 0,1 1 1 0 0,0-1-1 0 0,2 1 1 0 0,0-1 0 0 0,0 0-1 0 0,2 1 1 0 0,0-1-1 0 0,1 0 1 0 0,1 0-1 0 0,7 17 1 0 0,-12-31-180 0 0,1-1 1 0 0,0 1-1 0 0,0 0 0 0 0,0-1 1 0 0,0 1-1 0 0,0 0 0 0 0,1-1 1 0 0,-1 1-1 0 0,0-1 0 0 0,1 0 0 0 0,-1 1 1 0 0,1-1-1 0 0,-1 0 0 0 0,1 0 1 0 0,0 0-1 0 0,-1 0 0 0 0,1 0 1 0 0,0 0-1 0 0,0-1 0 0 0,0 1 1 0 0,0-1-1 0 0,0 1 0 0 0,2 0 0 0 0,-2-1-2 0 0,-1-1 0 0 0,1 1 0 0 0,0 0 0 0 0,0 0 0 0 0,-1-1 0 0 0,1 1 0 0 0,0-1 0 0 0,-1 0 0 0 0,1 1-1 0 0,0-1 1 0 0,-1 0 0 0 0,1 0 0 0 0,-1 0 0 0 0,1 0 0 0 0,-1 0 0 0 0,0-1 0 0 0,1 1 0 0 0,-1 0 0 0 0,0 0-1 0 0,0-1 1 0 0,0 1 0 0 0,0-1 0 0 0,0 1 0 0 0,0-1 0 0 0,1-2 0 0 0,1-4-18 0 0,0-1 1 0 0,0 1 0 0 0,-1-1-1 0 0,0 1 1 0 0,-1-1-1 0 0,0 0 1 0 0,0 0-1 0 0,-1 0 1 0 0,0 1 0 0 0,0-1-1 0 0,-1 0 1 0 0,-1 0-1 0 0,-2-10 1 0 0,1 5-20 0 0,-2-1 1 0 0,0 1 0 0 0,0 0-1 0 0,-1 1 1 0 0,-1-1-1 0 0,-16-24 1 0 0,22 36 28 0 0,-1 1 0 0 0,1-1 0 0 0,0 1-1 0 0,-1 0 1 0 0,1-1 0 0 0,0 1 0 0 0,-1 0 0 0 0,-1-1 0 0 0,-6 0-1338 0 0,0 6-4658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4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69 5529 0 0,'-2'-3'568'0'0,"1"-1"0"0"0,0 0 1 0 0,0 1-1 0 0,0-1 0 0 0,1 0 0 0 0,-1-4 0 0 0,-4-16 5033 0 0,5 24-5515 0 0,0 0-1 0 0,0-1 1 0 0,0 1-1 0 0,0 0 1 0 0,0 0-1 0 0,0 0 1 0 0,0 0-1 0 0,0 0 1 0 0,0 0-1 0 0,0-1 0 0 0,0 1 1 0 0,0 0-1 0 0,0 0 1 0 0,0 0-1 0 0,0 0 1 0 0,0 0-1 0 0,-1 0 1 0 0,1 0-1 0 0,0-1 1 0 0,0 1-1 0 0,0 0 1 0 0,0 0-1 0 0,0 0 1 0 0,0 0-1 0 0,-1 0 1 0 0,1 0-1 0 0,0 0 1 0 0,0 0-1 0 0,0 0 0 0 0,0 0 1 0 0,0 0-1 0 0,0 0 1 0 0,-1 0-1 0 0,1 0 1 0 0,0 0-1 0 0,0 0 1 0 0,0 0-1 0 0,0 0 1 0 0,0 0-1 0 0,-1 0 1 0 0,-5 5 1220 0 0,-4 10-838 0 0,9-14-299 0 0,-5 11-46 0 0,0 0 0 0 0,1 0-1 0 0,0 1 1 0 0,1-1 0 0 0,1 1 0 0 0,0 1 0 0 0,1-1-1 0 0,0 0 1 0 0,1 0 0 0 0,0 1 0 0 0,1-1-1 0 0,0 1 1 0 0,2-1 0 0 0,3 19 0 0 0,-5-29-110 0 0,1 1 1 0 0,0-1-1 0 0,1 0 1 0 0,-1 0-1 0 0,0 0 1 0 0,1 0-1 0 0,0 0 1 0 0,0 0-1 0 0,0-1 1 0 0,0 1-1 0 0,0-1 1 0 0,0 1-1 0 0,1-1 1 0 0,-1 1-1 0 0,4 1 1 0 0,-5-3-8 0 0,1 0 0 0 0,-1-1 0 0 0,1 1 1 0 0,0 0-1 0 0,-1-1 0 0 0,1 1 0 0 0,0-1 0 0 0,-1 0 1 0 0,1 1-1 0 0,0-1 0 0 0,0 0 0 0 0,-1 0 0 0 0,1 0 1 0 0,0 0-1 0 0,0-1 0 0 0,-1 1 0 0 0,1 0 0 0 0,0-1 1 0 0,-1 1-1 0 0,1-1 0 0 0,0 1 0 0 0,-1-1 0 0 0,1 0 1 0 0,-1 0-1 0 0,1 0 0 0 0,-1 0 0 0 0,1 0 0 0 0,-1 0 0 0 0,0 0 1 0 0,3-3-1 0 0,-1 1-65 0 0,1-1 1 0 0,-1 0 0 0 0,0-1-1 0 0,-1 1 1 0 0,1 0-1 0 0,0-1 1 0 0,-1 1-1 0 0,0-1 1 0 0,0 0 0 0 0,-1 0-1 0 0,0 0 1 0 0,1 0-1 0 0,-1 0 1 0 0,-1 0-1 0 0,1 0 1 0 0,-1 0 0 0 0,0 0-1 0 0,0-1 1 0 0,0 1-1 0 0,-1 0 1 0 0,-2-8 0 0 0,-2-9-401 0 0,-2 0 1 0 0,-1 0 0 0 0,-16-32 0 0 0,13 28 270 0 0,0 5-1545 0 0,9 16 811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4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4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25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25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2:35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2:35.0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 15203 0 0,'-1'0'200'0'0,"1"0"0"0"0,0 0 0 0 0,0-1 1 0 0,0 1-1 0 0,0 0 0 0 0,0 0 0 0 0,-1-1 0 0 0,1 1 0 0 0,0 0 0 0 0,0 0 0 0 0,0-1 0 0 0,0 1 0 0 0,0 0 0 0 0,0 0 0 0 0,0-1 0 0 0,0 1 1 0 0,0 0-1 0 0,0 0 0 0 0,0-1 0 0 0,0 1 0 0 0,0 0 0 0 0,0-1 0 0 0,0 1 0 0 0,0 0 0 0 0,1 0 0 0 0,-1 0 0 0 0,0-1 0 0 0,0 1 1 0 0,0 0-1 0 0,0-1 0 0 0,1 1-146 0 0,-1 0 1 0 0,0 0 0 0 0,0 0 0 0 0,0 0-1 0 0,1 0 1 0 0,-1 0 0 0 0,0 0 0 0 0,0 0-1 0 0,0 0 1 0 0,1 0 0 0 0,-1 0-1 0 0,0 0 1 0 0,0 0 0 0 0,0 0 0 0 0,1 0-1 0 0,-1 0 1 0 0,0 0 0 0 0,0 0 0 0 0,0 0-1 0 0,1 0 1 0 0,-1 0 0 0 0,0 0 0 0 0,0 1-1 0 0,0-1 1 0 0,0 0 0 0 0,1 0-1 0 0,-1 0 1 0 0,0 0 0 0 0,0 0 0 0 0,0 0-1 0 0,0 1 1 0 0,0-1 0 0 0,0 0 0 0 0,1 0-1 0 0,-1 0 1 0 0,0 0 0 0 0,0 1 0 0 0,0-1-1 0 0,0 0 1 0 0,0 0 0 0 0,0 0 0 0 0,0 1-1 0 0,0-1 1 0 0,0 0 0 0 0,0 0-1 0 0,0 0 1 0 0,0 1 0 0 0,0-1 0 0 0,0 0-1 0 0,0 1 1 0 0,4 13 402 0 0,-1 0-1 0 0,-1 0 0 0 0,0 1 0 0 0,-1-1 1 0 0,-1 23-1 0 0,0-6 127 0 0,1-8-139 0 0,0-4-173 0 0,0-1 0 0 0,-1 0 0 0 0,-2 1 0 0 0,-3 23 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18580 0 0,'1'2'331'0'0,"0"0"0"0"0,1 0 1 0 0,-1 0-1 0 0,0 0 0 0 0,0 0 1 0 0,0 0-1 0 0,-1 0 0 0 0,1 1 0 0 0,0-1 1 0 0,-1 3-1 0 0,1-3-21 0 0,0 1-163 0 0,3 10 891 0 0,-1-1 1 0 0,3 27-1 0 0,-6-37-1033 0 0,0 1 0 0 0,0-1 0 0 0,1 1 0 0 0,-2 0 0 0 0,1-1 0 0 0,0 1 1 0 0,0-1-1 0 0,-1 1 0 0 0,0 0 0 0 0,1-1 0 0 0,-1 1 0 0 0,0-1 0 0 0,0 0 0 0 0,-1 1 0 0 0,1-1 1 0 0,0 0-1 0 0,-1 0 0 0 0,1 0 0 0 0,-1 1 0 0 0,0-2 0 0 0,-3 4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22 14747 0 0,'-1'-1'234'0'0,"1"0"0"0"0,0 0 0 0 0,-1 0 0 0 0,1 0 0 0 0,-1 0 0 0 0,1 0 0 0 0,-1 0-1 0 0,1 0 1 0 0,-1 0 0 0 0,0 0 0 0 0,1 0 0 0 0,-1 0 0 0 0,0 0 0 0 0,0 1 0 0 0,0-1 0 0 0,0 0 0 0 0,1 0 0 0 0,-1 1-1 0 0,0-1 1 0 0,0 1 0 0 0,0-1 0 0 0,-1 1 0 0 0,1-1 0 0 0,0 1 0 0 0,0 0 0 0 0,0-1 0 0 0,0 1 0 0 0,0 0 0 0 0,-2 0-1 0 0,1 0-142 0 0,1 1 0 0 0,-1-1-1 0 0,1 1 1 0 0,-1 0-1 0 0,1 0 1 0 0,0-1-1 0 0,-1 1 1 0 0,1 0 0 0 0,0 0-1 0 0,0 0 1 0 0,-1 0-1 0 0,1 1 1 0 0,0-1-1 0 0,0 0 1 0 0,0 0 0 0 0,1 1-1 0 0,-1-1 1 0 0,0 1-1 0 0,0-1 1 0 0,0 3-1 0 0,-5 10 95 0 0,2 0 1 0 0,0 1-1 0 0,0-1 0 0 0,2 1 0 0 0,-3 26 0 0 0,4-20 23 0 0,1 1 0 0 0,1 0-1 0 0,6 28 1 0 0,-6-44-65 0 0,0 0 0 0 0,0-1 0 0 0,1 1 0 0 0,0-1 0 0 0,1 0 0 0 0,-1 1 0 0 0,1-1 0 0 0,0 0 0 0 0,0 0 0 0 0,7 8 0 0 0,-8-11-99 0 0,-1-1 0 0 0,1 1 1 0 0,-1-1-1 0 0,1 0 0 0 0,0 0 0 0 0,0 0 0 0 0,-1 1 0 0 0,1-1 0 0 0,0-1 1 0 0,0 1-1 0 0,0 0 0 0 0,0 0 0 0 0,0-1 0 0 0,0 1 0 0 0,0-1 1 0 0,0 0-1 0 0,1 0 0 0 0,-1 0 0 0 0,0 0 0 0 0,0 0 0 0 0,0 0 0 0 0,0 0 1 0 0,0 0-1 0 0,0-1 0 0 0,0 1 0 0 0,0-1 0 0 0,0 0 0 0 0,0 0 1 0 0,0 0-1 0 0,0 1 0 0 0,0-2 0 0 0,3-1 0 0 0,-2 1-64 0 0,0 0 0 0 0,0-1-1 0 0,0 1 1 0 0,0 0 0 0 0,0-1 0 0 0,-1 0-1 0 0,1 0 1 0 0,-1 0 0 0 0,0 0 0 0 0,0 0-1 0 0,0 0 1 0 0,0-1 0 0 0,0 1 0 0 0,-1-1-1 0 0,1 1 1 0 0,0-7 0 0 0,-1 5-50 0 0,0 0 0 0 0,-1-1 0 0 0,0 1 0 0 0,0-1 0 0 0,0 1 0 0 0,-1 0 0 0 0,0-1 0 0 0,0 1 0 0 0,0 0 0 0 0,-4-8 0 0 0,-2-4-136 0 0,-1 1-1 0 0,0 0 1 0 0,-2 1-1 0 0,0 0 1 0 0,-21-26 0 0 0,23 33-78 0 0,0-1-1 0 0,0 1 1 0 0,-18-13 0 0 0,1 7-2994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 16355 0 0,'0'0'79'0'0,"0"0"0"0"0,-1 0 0 0 0,1 0-1 0 0,0 0 1 0 0,-1-1 0 0 0,1 1-1 0 0,0 0 1 0 0,-1 0 0 0 0,1 0-1 0 0,0 0 1 0 0,-1 0 0 0 0,1 0-1 0 0,0-1 1 0 0,0 1 0 0 0,-1 0-1 0 0,1 0 1 0 0,0-1 0 0 0,0 1-1 0 0,-1 0 1 0 0,1 0 0 0 0,0-1-1 0 0,0 1 1 0 0,0 0 0 0 0,-1 0-1 0 0,1-1 1 0 0,0 1 0 0 0,0 0-1 0 0,0-1 1 0 0,0 1 0 0 0,0 0-1 0 0,0-1 1 0 0,5-9 1884 0 0,14-5-532 0 0,-11 11-1257 0 0,-1 0 0 0 0,14-4-1 0 0,-19 8-149 0 0,-1-1-1 0 0,1 1 0 0 0,-1-1 1 0 0,1 1-1 0 0,-1 0 0 0 0,1-1 1 0 0,0 1-1 0 0,-1 0 0 0 0,1 0 1 0 0,-1 0-1 0 0,1 0 0 0 0,0 0 1 0 0,-1 1-1 0 0,1-1 0 0 0,-1 0 1 0 0,1 1-1 0 0,-1-1 0 0 0,1 1 1 0 0,-1 0-1 0 0,1-1 0 0 0,-1 1 1 0 0,2 1-1 0 0,-2-1-7 0 0,-1 0 0 0 0,1 0 1 0 0,-1 0-1 0 0,1 0 0 0 0,-1 0 0 0 0,1 0 0 0 0,-1 0 0 0 0,0 0 1 0 0,1 1-1 0 0,-1-1 0 0 0,0 0 0 0 0,0 0 0 0 0,0 0 1 0 0,0 0-1 0 0,0 1 0 0 0,0-1 0 0 0,0 0 0 0 0,0 0 1 0 0,-1 2-1 0 0,-7 24 150 0 0,5-20-96 0 0,-27 64 481 0 0,21-55-288 0 0,1 1-1 0 0,1 0 1 0 0,1 0 0 0 0,-6 27-1 0 0,12-42-206 0 0,-1 0 0 0 0,1-1 0 0 0,0 1 0 0 0,0 0 0 0 0,-1 0 0 0 0,1-1 0 0 0,1 1 0 0 0,-1 0 0 0 0,0 0 0 0 0,0-1 0 0 0,1 1 0 0 0,-1 0 0 0 0,1 0 0 0 0,-1-1 0 0 0,1 1-1 0 0,0-1 1 0 0,0 1 0 0 0,0 0 0 0 0,-1-1 0 0 0,2 1 0 0 0,1 2 0 0 0,-2-3-23 0 0,1-1-1 0 0,-1 1 1 0 0,1 0 0 0 0,0 0-1 0 0,-1-1 1 0 0,1 1 0 0 0,0-1-1 0 0,-1 1 1 0 0,1-1 0 0 0,0 0-1 0 0,0 0 1 0 0,-1 1 0 0 0,1-1-1 0 0,0 0 1 0 0,0-1 0 0 0,-1 1-1 0 0,1 0 1 0 0,0 0 0 0 0,0-1-1 0 0,-1 1 1 0 0,1-1 0 0 0,1 0-1 0 0,24-12-635 0 0,-12 2-3409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18436 0 0,'2'2'343'0'0,"-1"0"0"0"0,0 0 0 0 0,0 0 0 0 0,0 0 0 0 0,-1 1 0 0 0,1-1 0 0 0,-1 0 0 0 0,1 1 0 0 0,-1-1 0 0 0,0 1 0 0 0,0-1 0 0 0,0 3 0 0 0,1 0 78 0 0,-1 4 126 0 0,0 1 0 0 0,0 0 1 0 0,-1-1-1 0 0,-3 19 0 0 0,-2 0-3710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 17052 0 0,'0'0'77'0'0,"0"0"1"0"0,0 0-1 0 0,0 0 1 0 0,0-1-1 0 0,0 1 1 0 0,-1 0-1 0 0,1 0 1 0 0,0 0-1 0 0,0 0 1 0 0,0 0-1 0 0,0 0 1 0 0,0 0-1 0 0,0-1 1 0 0,0 1 0 0 0,-1 0-1 0 0,1 0 1 0 0,0 0-1 0 0,0 0 1 0 0,0 0-1 0 0,0 0 1 0 0,0 0-1 0 0,0 0 1 0 0,-1 0-1 0 0,1 0 1 0 0,0 0-1 0 0,0 0 1 0 0,0 0-1 0 0,0 0 1 0 0,0 0-1 0 0,-1 0 1 0 0,1 0-1 0 0,0 0 1 0 0,0 0-1 0 0,0 0 1 0 0,0 0 0 0 0,0 0-1 0 0,-1 0 1 0 0,1 0-1 0 0,0 0 1 0 0,0 0-1 0 0,0 0 1 0 0,0 0-1 0 0,0 1 1 0 0,-1-1-1 0 0,-7 8 1123 0 0,-5 10-359 0 0,7-6-584 0 0,0 1 0 0 0,2 0 0 0 0,-1 0 0 0 0,1 0 0 0 0,1 1 1 0 0,0 0-1 0 0,1-1 0 0 0,1 1 0 0 0,0 0 0 0 0,1 0 0 0 0,0 0 0 0 0,1-1 0 0 0,1 1 1 0 0,6 25-1 0 0,-7-36-167 0 0,0 1 0 0 0,0-1 1 0 0,1 0-1 0 0,-1 0 1 0 0,1 1-1 0 0,0-1 0 0 0,0 0 1 0 0,0 0-1 0 0,0-1 1 0 0,1 1-1 0 0,-1 0 0 0 0,1-1 1 0 0,-1 1-1 0 0,1-1 0 0 0,0 0 1 0 0,0 0-1 0 0,0 0 1 0 0,0 0-1 0 0,5 1 0 0 0,-6-2-68 0 0,1 0-1 0 0,0-1 0 0 0,0 1 0 0 0,0-1 0 0 0,0 0 1 0 0,0 1-1 0 0,0-1 0 0 0,0-1 0 0 0,0 1 0 0 0,0 0 1 0 0,0-1-1 0 0,0 1 0 0 0,0-1 0 0 0,0 0 0 0 0,-1 0 1 0 0,1 0-1 0 0,0 0 0 0 0,-1-1 0 0 0,1 1 0 0 0,0-1 1 0 0,-1 1-1 0 0,0-1 0 0 0,4-3 0 0 0,-3 1-61 0 0,1 1 0 0 0,-1-1 0 0 0,0 0-1 0 0,-1 0 1 0 0,1 0 0 0 0,-1 0 0 0 0,1-1-1 0 0,-1 1 1 0 0,0 0 0 0 0,-1-1 0 0 0,1 0 0 0 0,-1 1-1 0 0,0-1 1 0 0,0 0 0 0 0,-1 0 0 0 0,1 0 0 0 0,-1 1-1 0 0,0-1 1 0 0,0 0 0 0 0,-1 0 0 0 0,1 0 0 0 0,-3-7-1 0 0,0-1-159 0 0,-1-1 0 0 0,-1 1 0 0 0,0 0 0 0 0,-1 0 0 0 0,0 0-1 0 0,-13-19 1 0 0,17 28 78 0 0,-1 1 1 0 0,1-1-1 0 0,-1 1 0 0 0,0-1 0 0 0,0 1 0 0 0,0 0 0 0 0,-1 0 0 0 0,1 0 0 0 0,-1 0 0 0 0,1 1 0 0 0,-1-1 0 0 0,0 1 1 0 0,0 0-1 0 0,0 0 0 0 0,0 1 0 0 0,0-1 0 0 0,-1 1 0 0 0,1 0 0 0 0,0 0 0 0 0,-1 0 0 0 0,-6 0 0 0 0,1 1-291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63 13827 0 0,'0'-8'6110'0'0,"5"-2"-4216"0"0,8-6-1324 0 0,-9 12-453 0 0,0 1-1 0 0,0 0 1 0 0,1-1 0 0 0,-1 2 0 0 0,7-4 0 0 0,-9 5-95 0 0,-1 0 1 0 0,1 0-1 0 0,0 0 1 0 0,0 0 0 0 0,0 1-1 0 0,0-1 1 0 0,1 1-1 0 0,-1-1 1 0 0,0 1-1 0 0,0 0 1 0 0,0 0-1 0 0,0 0 1 0 0,0 0-1 0 0,0 0 1 0 0,0 1-1 0 0,3 0 1 0 0,-5-1-18 0 0,0 0 1 0 0,1 0-1 0 0,-1 0 0 0 0,1 1 0 0 0,-1-1 1 0 0,0 0-1 0 0,1 0 0 0 0,-1 1 0 0 0,0-1 1 0 0,1 0-1 0 0,-1 1 0 0 0,0-1 0 0 0,1 0 1 0 0,-1 1-1 0 0,0-1 0 0 0,0 0 1 0 0,1 1-1 0 0,-1-1 0 0 0,0 1 0 0 0,0-1 1 0 0,0 0-1 0 0,0 1 0 0 0,0-1 0 0 0,1 1 1 0 0,-1-1-1 0 0,0 1 0 0 0,-3 14 79 0 0,-13 12 58 0 0,9-17-74 0 0,0 0 0 0 0,-1-1 0 0 0,0 1 0 0 0,-1-2 0 0 0,-12 12 0 0 0,15-17-68 0 0,9-7 0 0 0,10-6 0 0 0,-10 9-16 0 0,0 0 0 0 0,0 0-1 0 0,0 0 1 0 0,0 1-1 0 0,0 0 1 0 0,0-1 0 0 0,0 1-1 0 0,0 0 1 0 0,0 0 0 0 0,0 1-1 0 0,-1-1 1 0 0,1 1 0 0 0,0-1-1 0 0,0 1 1 0 0,0 0 0 0 0,0 0-1 0 0,0 0 1 0 0,-1 1 0 0 0,1-1-1 0 0,0 1 1 0 0,-1-1 0 0 0,0 1-1 0 0,1 0 1 0 0,-1 0 0 0 0,0 0-1 0 0,0 0 1 0 0,0 0 0 0 0,0 1-1 0 0,2 2 1 0 0,-1-2-3 0 0,-1 0 0 0 0,0 1 0 0 0,0-1 0 0 0,-1 0 0 0 0,1 1 1 0 0,-1-1-1 0 0,1 1 0 0 0,-1-1 0 0 0,0 1 0 0 0,-1-1 0 0 0,1 1 0 0 0,0 0 0 0 0,-1 0 0 0 0,0-1 0 0 0,0 1 0 0 0,0 0 0 0 0,-1-1 1 0 0,1 1-1 0 0,-1 0 0 0 0,1-1 0 0 0,-1 1 0 0 0,-1 0 0 0 0,-1 4 0 0 0,1-5 119 0 0,-1 1 0 0 0,1-1 0 0 0,-1 1-1 0 0,0-1 1 0 0,0 0 0 0 0,0 0 0 0 0,0-1 0 0 0,0 1 0 0 0,-1-1 0 0 0,1 1-1 0 0,-1-1 1 0 0,0 0 0 0 0,0 0 0 0 0,0-1 0 0 0,0 1 0 0 0,0-1 0 0 0,-6 2 0 0 0,8-3-113 0 0,0 0 1 0 0,0 1 0 0 0,0-1-1 0 0,0 0 1 0 0,0 0-1 0 0,0 0 1 0 0,0 0 0 0 0,0-1-1 0 0,0 1 1 0 0,0 0 0 0 0,0-1-1 0 0,0 0 1 0 0,0 1 0 0 0,0-1-1 0 0,1 0 1 0 0,-1 0 0 0 0,0 0-1 0 0,0 0 1 0 0,1 0 0 0 0,-1-1-1 0 0,0 1 1 0 0,1 0 0 0 0,0-1-1 0 0,-1 1 1 0 0,1-1-1 0 0,0 1 1 0 0,0-1 0 0 0,-1 0-1 0 0,1 1 1 0 0,1-1 0 0 0,-1 0-1 0 0,0 0 1 0 0,0 0 0 0 0,1 0-1 0 0,-1 0 1 0 0,1 0 0 0 0,-1-4-1 0 0,0-3-842 0 0,2 5 286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21461 0 0,'-2'70'4261'0'0,"-4"-34"-4857"0"0,-5-4-6239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19268 0 0,'0'0'89'0'0,"0"-1"1"0"0,0 1-1 0 0,-1-1 0 0 0,1 1 0 0 0,0 0 0 0 0,0-1 1 0 0,0 1-1 0 0,0-1 0 0 0,-1 1 0 0 0,1 0 1 0 0,0-1-1 0 0,0 1 0 0 0,-1 0 0 0 0,1-1 1 0 0,0 1-1 0 0,0 0 0 0 0,-1 0 0 0 0,1-1 0 0 0,0 1 1 0 0,-1 0-1 0 0,1 0 0 0 0,0 0 0 0 0,-1-1 1 0 0,1 1-1 0 0,-1 0 0 0 0,1 0 0 0 0,0 0 0 0 0,-1 0 1 0 0,1 0-1 0 0,-1 0 0 0 0,0 0 8 0 0,0 0 0 0 0,1 0 0 0 0,-1 1 1 0 0,0-1-1 0 0,1 0 0 0 0,-1 1 0 0 0,0-1 0 0 0,1 1 0 0 0,-1-1 0 0 0,1 1 0 0 0,-1-1 0 0 0,1 1 0 0 0,-1 0 1 0 0,0 0-1 0 0,-2 3 77 0 0,1 1 1 0 0,-1-1 0 0 0,1 0-1 0 0,-2 6 1 0 0,1 2-27 0 0,0 1-1 0 0,1-1 1 0 0,0 0 0 0 0,1 1-1 0 0,0 0 1 0 0,2 13 0 0 0,0-6 98 0 0,2 0 0 0 0,0-1 0 0 0,6 23 0 0 0,-8-38-148 0 0,1 0 1 0 0,-1 0 0 0 0,1-1 0 0 0,0 1 0 0 0,0 0-1 0 0,0-1 1 0 0,0 1 0 0 0,0-1 0 0 0,1 1 0 0 0,0-1-1 0 0,0 0 1 0 0,4 4 0 0 0,-5-6-63 0 0,0 0 0 0 0,0 1-1 0 0,-1-1 1 0 0,1-1 0 0 0,0 1 0 0 0,0 0 0 0 0,0 0-1 0 0,0-1 1 0 0,0 1 0 0 0,0-1 0 0 0,0 1 0 0 0,0-1-1 0 0,1 0 1 0 0,-1 0 0 0 0,0 0 0 0 0,0 0 0 0 0,0 0 0 0 0,0-1-1 0 0,0 1 1 0 0,0-1 0 0 0,0 1 0 0 0,0-1 0 0 0,0 0-1 0 0,0 1 1 0 0,0-1 0 0 0,2-2 0 0 0,-1 2-70 0 0,0-1 0 0 0,0 0-1 0 0,0 0 1 0 0,0-1 0 0 0,0 1 0 0 0,-1 0 0 0 0,1-1 0 0 0,-1 0 0 0 0,0 1 0 0 0,0-1-1 0 0,0 0 1 0 0,0 0 0 0 0,0 0 0 0 0,-1-1 0 0 0,3-5 0 0 0,-3 3-8 0 0,0 1 0 0 0,0 0 1 0 0,0 0-1 0 0,-1 0 0 0 0,0-1 1 0 0,0 1-1 0 0,0 0 0 0 0,-1-1 0 0 0,-2-8 1 0 0,-1 0-57 0 0,0 0 0 0 0,-2 1 1 0 0,1 0-1 0 0,-2 0 0 0 0,0 0 0 0 0,-16-23 1 0 0,20 33 2 0 0,1 0 0 0 0,-1 0 0 0 0,1 0 0 0 0,-1 0 0 0 0,0 1 0 0 0,0-1 0 0 0,0 1 0 0 0,0 0 0 0 0,-1 0 0 0 0,1 0 0 0 0,0 0-1 0 0,-1 0 1 0 0,-5-1 0 0 0,-18-2-3001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 12443 0 0,'-4'-9'3247'0'0,"7"5"1131"0"0,3 8-761 0 0,-1 3-3977 0 0,-1 2 629 0 0,-1 0 1 0 0,0 1-1 0 0,-1-1 1 0 0,0 1-1 0 0,0 0 1 0 0,0 17-1 0 0,-1-5 404 0 0,-5 42 1 0 0,-11 11-1277 0 0,16-72-2064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19956 0 0,'1'2'222'0'0,"0"0"0"0"0,0 1 0 0 0,-1-1-1 0 0,1 0 1 0 0,-1 0 0 0 0,0 0 0 0 0,1 1 0 0 0,-1-1 0 0 0,-1 4-1 0 0,2-1 163 0 0,0 26 262 0 0,-4 50 0 0 0,3-79-2629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 18372 0 0,'0'0'94'0'0,"-1"-1"0"0"0,0 1 0 0 0,1 0 0 0 0,-1 0 0 0 0,0 0 0 0 0,1 1 0 0 0,-1-1-1 0 0,0 0 1 0 0,1 0 0 0 0,-1 0 0 0 0,0 0 0 0 0,1 0 0 0 0,-1 1 0 0 0,1-1 0 0 0,-1 0 0 0 0,1 1 0 0 0,-1-1 0 0 0,0 0 0 0 0,1 1 0 0 0,-1-1 0 0 0,1 1 0 0 0,-1-1 0 0 0,1 1 0 0 0,0-1 0 0 0,-1 1 0 0 0,1-1-1 0 0,-1 1 1 0 0,1 0 0 0 0,-11 18 856 0 0,7-9-750 0 0,1 0 0 0 0,1 0 0 0 0,-1 0 0 0 0,2 1 0 0 0,-1-1 0 0 0,1 0 0 0 0,1 1 0 0 0,1 15 0 0 0,-1-17-108 0 0,1-1-1 0 0,1 1 1 0 0,-1-1-1 0 0,1 1 1 0 0,1-1-1 0 0,0 0 1 0 0,0 0 0 0 0,0 0-1 0 0,1-1 1 0 0,9 14-1 0 0,-12-19-77 0 0,1 1-1 0 0,0-1 1 0 0,0 0 0 0 0,0 0-1 0 0,0 0 1 0 0,0-1-1 0 0,1 1 1 0 0,-1 0 0 0 0,0-1-1 0 0,1 0 1 0 0,-1 1-1 0 0,1-1 1 0 0,-1 0-1 0 0,1 0 1 0 0,0-1 0 0 0,-1 1-1 0 0,1 0 1 0 0,0-1-1 0 0,3 1 1 0 0,-2-2 22 0 0,-1 1 1 0 0,1 0-1 0 0,0-1 0 0 0,0 0 1 0 0,0 0-1 0 0,0 0 0 0 0,-1 0 1 0 0,1-1-1 0 0,0 1 0 0 0,-1-1 1 0 0,0 0-1 0 0,6-3 0 0 0,-5 1-3 0 0,1 1-1 0 0,-1 0 1 0 0,0-1-1 0 0,0 0 1 0 0,-1 0-1 0 0,1 0 0 0 0,-1 0 1 0 0,0-1-1 0 0,0 1 1 0 0,0-1-1 0 0,0 0 0 0 0,-1 0 1 0 0,0 0-1 0 0,0 0 1 0 0,0 0-1 0 0,-1 0 0 0 0,0-1 1 0 0,0 1-1 0 0,1-10 1 0 0,-3 6-110 0 0,0 0 0 0 0,-1 0-1 0 0,0 1 1 0 0,-1-1 0 0 0,0 1 0 0 0,0-1 0 0 0,0 1 0 0 0,-1 0 0 0 0,-1 0 0 0 0,1 1 0 0 0,-7-9 0 0 0,7 11 11 0 0,1 1 0 0 0,-1 0 0 0 0,0-1 0 0 0,0 1 0 0 0,-1 1 1 0 0,1-1-1 0 0,-1 1 0 0 0,0-1 0 0 0,1 1 0 0 0,-2 1 0 0 0,1-1 0 0 0,0 1 0 0 0,0 0 0 0 0,-1 0 0 0 0,1 0 0 0 0,-1 1 0 0 0,-11-2 1 0 0,10 3-473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56 13363 0 0,'0'0'35'0'0,"0"0"1"0"0,-1 0-1 0 0,1 0 0 0 0,0 0 0 0 0,0 0 1 0 0,0 0-1 0 0,-1 0 0 0 0,1 0 1 0 0,0 0-1 0 0,0 0 0 0 0,-1 0 1 0 0,1 0-1 0 0,0 0 0 0 0,0 0 1 0 0,0 0-1 0 0,-1 0 0 0 0,1 0 1 0 0,0 0-1 0 0,0 0 0 0 0,0-1 1 0 0,-1 1-1 0 0,1 0 0 0 0,0 0 1 0 0,0 0-1 0 0,0 0 0 0 0,-1 0 1 0 0,1-1-1 0 0,0 1 0 0 0,0 0 1 0 0,0 0-1 0 0,0 0 0 0 0,0 0 1 0 0,0-1-1 0 0,-1 1 0 0 0,1 0 1 0 0,0 0-1 0 0,0 0 0 0 0,0-1 1 0 0,0 1-1 0 0,0 0 0 0 0,0 0 1 0 0,0-1-1 0 0,0 1 0 0 0,0 0 0 0 0,0 0 1 0 0,0 0-1 0 0,0-1 0 0 0,8-12 3005 0 0,19-13 1610 0 0,-26 25-4609 0 0,0 0-26 0 0,0 0 1 0 0,0 0-1 0 0,0 0 1 0 0,0 1-1 0 0,0-1 1 0 0,0 0-1 0 0,0 1 1 0 0,0-1-1 0 0,0 1 0 0 0,0-1 1 0 0,0 1-1 0 0,0-1 1 0 0,0 1-1 0 0,1 0 1 0 0,-1 0-1 0 0,2-1 1 0 0,-2 1-8 0 0,-1 1 1 0 0,1-1 0 0 0,-1 1-1 0 0,1-1 1 0 0,-1 1 0 0 0,1-1 0 0 0,-1 1-1 0 0,1-1 1 0 0,-1 1 0 0 0,0-1-1 0 0,1 1 1 0 0,-1-1 0 0 0,0 1 0 0 0,0-1-1 0 0,1 1 1 0 0,-1 0 0 0 0,0-1-1 0 0,0 1 1 0 0,0 0 0 0 0,0-1 0 0 0,0 1-1 0 0,0-1 1 0 0,0 1 0 0 0,0 0-1 0 0,0-1 1 0 0,0 1 0 0 0,0 0-1 0 0,0-1 1 0 0,0 1 0 0 0,0 0 0 0 0,-1 0-1 0 0,-26 138 355 0 0,0 1 728 0 0,26-138-1067 0 0,1 0 1 0 0,0 1-1 0 0,0-1 1 0 0,0 0-1 0 0,0 0 1 0 0,0 0-1 0 0,0 0 1 0 0,1 0-1 0 0,0 3 0 0 0,-1-5-16 0 0,0 0-1 0 0,0 0 0 0 0,0 0 1 0 0,0 1-1 0 0,0-1 0 0 0,1 0 1 0 0,-1 0-1 0 0,0 0 0 0 0,0 1 0 0 0,0-1 1 0 0,0 0-1 0 0,1 0 0 0 0,-1 0 1 0 0,0 0-1 0 0,0 0 0 0 0,1 1 0 0 0,-1-1 1 0 0,0 0-1 0 0,0 0 0 0 0,0 0 1 0 0,1 0-1 0 0,-1 0 0 0 0,0 0 1 0 0,0 0-1 0 0,1 0 0 0 0,-1 0 0 0 0,0 0 1 0 0,1 0-1 0 0,11-6 145 0 0,-8 2-291 0 0,31-20 638 0 0,-32 22-721 0 0,0 1 0 0 0,-1 0 0 0 0,1 0 0 0 0,0 0 1 0 0,0 0-1 0 0,0 0 0 0 0,0 0 0 0 0,0 1 1 0 0,0-1-1 0 0,0 1 0 0 0,5 0 0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 17508 0 0,'-1'-1'134'0'0,"0"1"1"0"0,1-1-1 0 0,-1 1 1 0 0,0 0-1 0 0,1-1 1 0 0,-1 1-1 0 0,0 0 1 0 0,0 0-1 0 0,0-1 1 0 0,1 1-1 0 0,-1 0 1 0 0,0 0-1 0 0,0 0 1 0 0,0 0-1 0 0,1 0 1 0 0,-1 0-1 0 0,0 0 1 0 0,0 0-1 0 0,0 1 1 0 0,1-1-1 0 0,-1 0 1 0 0,0 0-1 0 0,0 1 1 0 0,1-1-1 0 0,-1 0 1 0 0,0 1-1 0 0,1-1 1 0 0,-1 1-1 0 0,0-1 1 0 0,1 1-1 0 0,-1-1 1 0 0,-1 2-1 0 0,-1 1 29 0 0,1-1 0 0 0,-1 1 0 0 0,0 0 0 0 0,1 0 0 0 0,-4 4 0 0 0,2 2-28 0 0,0 0 1 0 0,0 0 0 0 0,1 0-1 0 0,0 0 1 0 0,1 0 0 0 0,-1 1 0 0 0,2-1-1 0 0,0 1 1 0 0,-1 15 0 0 0,2-11 75 0 0,1 0 0 0 0,0 0 0 0 0,1-1 0 0 0,0 1 1 0 0,1 0-1 0 0,6 13 0 0 0,-8-23-144 0 0,0-1 0 0 0,1 1 0 0 0,-1-1 0 0 0,1 0 0 0 0,0 0 0 0 0,0 0 0 0 0,0 0 0 0 0,0 0 0 0 0,1 0 0 0 0,-1-1 0 0 0,1 1 0 0 0,0-1 0 0 0,-1 0 0 0 0,1 1 0 0 0,6 2 0 0 0,-7-4-34 0 0,0-1 1 0 0,0 1-1 0 0,0 0 0 0 0,0-1 0 0 0,0 0 0 0 0,0 1 0 0 0,1-1 0 0 0,-1 0 0 0 0,0 0 0 0 0,0 0 0 0 0,0 0 0 0 0,0 0 1 0 0,0-1-1 0 0,0 1 0 0 0,1-1 0 0 0,-1 1 0 0 0,0-1 0 0 0,0 0 0 0 0,0 0 0 0 0,-1 0 0 0 0,1 0 0 0 0,0 0 0 0 0,0 0 1 0 0,0-1-1 0 0,-1 1 0 0 0,1 0 0 0 0,2-4 0 0 0,0 1-61 0 0,-1-1 0 0 0,1 1 0 0 0,-1-1 0 0 0,0 0 0 0 0,-1 0 0 0 0,1 0 0 0 0,-1 0 0 0 0,0 0 0 0 0,0-1 0 0 0,-1 1 0 0 0,1-1 0 0 0,-1 0 0 0 0,0 1 0 0 0,-1-1 1 0 0,1 1-1 0 0,-1-1 0 0 0,0 0 0 0 0,-1 0 0 0 0,1 1 0 0 0,-1-1 0 0 0,-2-6 0 0 0,0 0-47 0 0,0 1 0 0 0,-1-1 0 0 0,-1 1 0 0 0,1 0 0 0 0,-2 1 0 0 0,1-1 0 0 0,-2 1 0 0 0,1 0 1 0 0,-11-11-1 0 0,14 18-47 0 0,0 0 0 0 0,0 0 1 0 0,0 0-1 0 0,-1 1 0 0 0,1-1 0 0 0,-1 1 1 0 0,0 0-1 0 0,1 0 0 0 0,-6-2 1 0 0,7 3-299 0 0,0 1 0 0 0,-1-1 0 0 0,1 1 0 0 0,0-1 1 0 0,-1 1-1 0 0,1 0 0 0 0,0 0 0 0 0,-1 0 0 0 0,1 0 1 0 0,0 0-1 0 0,-3 1 0 0 0,2-1-867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77 13363 0 0,'0'-1'314'0'0,"-1"1"0"0"0,0-1 0 0 0,0 0 1 0 0,0 1-1 0 0,1-1 0 0 0,-1 0 0 0 0,0 1 0 0 0,1-1 0 0 0,-1 0 1 0 0,1 0-1 0 0,-1 0 0 0 0,1 0 0 0 0,-1 0 0 0 0,1 1 0 0 0,0-1 1 0 0,-1 0-1 0 0,1 0 0 0 0,0 0 0 0 0,-1-2 0 0 0,1 2-87 0 0,0-1 1 0 0,1 0-1 0 0,-1 1 0 0 0,0-1 0 0 0,0 0 0 0 0,1 1 0 0 0,-1-1 0 0 0,1 0 0 0 0,-1 1 0 0 0,2-3 0 0 0,0 0-122 0 0,0 1-1 0 0,1 0 1 0 0,-1 0-1 0 0,0 0 1 0 0,1 0-1 0 0,0 0 1 0 0,-1 1-1 0 0,1-1 0 0 0,4-2 1 0 0,-6 4-102 0 0,0 1 0 0 0,0-1 0 0 0,0 0 0 0 0,0 1 0 0 0,0-1 0 0 0,0 1 0 0 0,0-1 0 0 0,0 1 0 0 0,0 0-1 0 0,0-1 1 0 0,0 1 0 0 0,0 0 0 0 0,0 0 0 0 0,0 0 0 0 0,0 0 0 0 0,0-1 0 0 0,0 2 0 0 0,0-1 0 0 0,1 0 0 0 0,-1 0 0 0 0,0 0 0 0 0,0 0 0 0 0,0 1 0 0 0,1 0 0 0 0,-1 0-1 0 0,0 0 1 0 0,0 0 0 0 0,-1 0-1 0 0,1 0 1 0 0,-1 0-1 0 0,1 0 1 0 0,-1 0-1 0 0,1 0 1 0 0,-1 0 0 0 0,0 0-1 0 0,1 1 1 0 0,-1-1-1 0 0,0 0 1 0 0,0 0 0 0 0,0 0-1 0 0,0 1 1 0 0,0-1-1 0 0,0 0 1 0 0,0 0 0 0 0,0 0-1 0 0,-1 1 1 0 0,0 0-1 0 0,-1 9 55 0 0,-1-1-1 0 0,-1 1 0 0 0,0-1 0 0 0,-1 0 0 0 0,1-1 1 0 0,-9 12-1 0 0,-5 12 156 0 0,19-35-230 0 0,-1 1-1 0 0,1 0 1 0 0,0-1 0 0 0,0 1 0 0 0,0 0-1 0 0,0-1 1 0 0,0 1 0 0 0,0 0 0 0 0,0 0-1 0 0,0 0 1 0 0,0 0 0 0 0,1 0-1 0 0,-1 0 1 0 0,0 0 0 0 0,0 1 0 0 0,1-1-1 0 0,-1 0 1 0 0,1 1 0 0 0,-1-1 0 0 0,1 1-1 0 0,-1-1 1 0 0,1 1 0 0 0,-1 0 0 0 0,1 0-1 0 0,-1 0 1 0 0,1 0 0 0 0,-1 0 0 0 0,1 0-1 0 0,0 0 1 0 0,-1 0 0 0 0,1 0 0 0 0,1 1-1 0 0,-1 0 15 0 0,0 0-1 0 0,0 0 1 0 0,0 0-1 0 0,0 0 0 0 0,-1 0 1 0 0,1 0-1 0 0,0 1 1 0 0,-1-1-1 0 0,1 0 0 0 0,0 1 1 0 0,-1 0-1 0 0,0-1 1 0 0,1 1-1 0 0,-1 0 0 0 0,0 0 1 0 0,0-1-1 0 0,0 1 1 0 0,0 0-1 0 0,0 0 0 0 0,-1 0 1 0 0,1 0-1 0 0,-1 0 0 0 0,1 0 1 0 0,-1 4-1 0 0,1-1 77 0 0,-1 0 0 0 0,-1 0 0 0 0,1 0 0 0 0,-1 0 0 0 0,0 0 1 0 0,0 0-1 0 0,0 0 0 0 0,-1 0 0 0 0,0 0 0 0 0,0 0 0 0 0,0-1 0 0 0,-5 8 0 0 0,5-9-26 0 0,1 0 0 0 0,-1 0 0 0 0,0-1 1 0 0,0 1-1 0 0,-1-1 0 0 0,1 1 0 0 0,0-1 1 0 0,-1 0-1 0 0,1 0 0 0 0,-1 0 0 0 0,0 0 0 0 0,0-1 1 0 0,0 1-1 0 0,0-1 0 0 0,0 1 0 0 0,0-1 1 0 0,0 0-1 0 0,0 0 0 0 0,0-1 0 0 0,-7 2 0 0 0,9-2-143 0 0,0-1 0 0 0,-1 1 0 0 0,1 0 0 0 0,0 0 0 0 0,0-1 0 0 0,0 1 0 0 0,0-1 0 0 0,0 1 0 0 0,0-1 0 0 0,0 1 0 0 0,0-1 0 0 0,0 1 0 0 0,0-1 0 0 0,0 0 0 0 0,0 0-1 0 0,0 0 1 0 0,0 1 0 0 0,0-1 0 0 0,1 0 0 0 0,-1 0 0 0 0,0 0 0 0 0,1 0 0 0 0,-1 0 0 0 0,0 0 0 0 0,1 0 0 0 0,-1-2 0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 14747 0 0,'0'0'22'0'0,"0"0"-1"0"0,0 0 1 0 0,0 0-1 0 0,-1 0 1 0 0,1 0-1 0 0,0 0 1 0 0,0-1-1 0 0,0 1 1 0 0,0 0-1 0 0,0 0 1 0 0,0 0-1 0 0,0 0 1 0 0,0 0-1 0 0,0 0 1 0 0,0 0-1 0 0,0 0 1 0 0,0 0-1 0 0,0 0 0 0 0,-1-1 1 0 0,1 1-1 0 0,0 0 1 0 0,0 0-1 0 0,0 0 1 0 0,0 0-1 0 0,0 0 1 0 0,0 0-1 0 0,0 0 1 0 0,-1 0-1 0 0,1 0 1 0 0,0 0-1 0 0,0 0 1 0 0,0 0-1 0 0,0 0 1 0 0,0 0-1 0 0,0 0 1 0 0,0 0-1 0 0,-1 0 1 0 0,1 0-1 0 0,0 0 1 0 0,0 0-1 0 0,0 0 1 0 0,0 0-1 0 0,0 0 1 0 0,0 0-1 0 0,0 1 1 0 0,-8 4 880 0 0,-5 8 907 0 0,7-4-1403 0 0,0 0 0 0 0,1 1 1 0 0,0-1-1 0 0,0 1 0 0 0,1 0 1 0 0,1 1-1 0 0,0-1 0 0 0,0 1 1 0 0,-1 11-1 0 0,2-6-152 0 0,0 0 0 0 0,1 0 0 0 0,1 0 0 0 0,1 0 0 0 0,3 25 0 0 0,-3-38-178 0 0,-1 0 0 0 0,1 0 0 0 0,0 0-1 0 0,0 0 1 0 0,1 0 0 0 0,-1 0 0 0 0,0 0-1 0 0,1 0 1 0 0,0 0 0 0 0,0 0 0 0 0,0-1-1 0 0,0 1 1 0 0,0-1 0 0 0,0 0 0 0 0,0 1-1 0 0,1-1 1 0 0,-1 0 0 0 0,1 0 0 0 0,0-1-1 0 0,3 3 1 0 0,-4-3-52 0 0,0-1 0 0 0,1 1 0 0 0,0 0 0 0 0,-1-1 1 0 0,1 1-1 0 0,-1-1 0 0 0,1 0 0 0 0,0 1 0 0 0,-1-1 0 0 0,1-1 0 0 0,-1 1 1 0 0,1 0-1 0 0,0-1 0 0 0,-1 1 0 0 0,1-1 0 0 0,-1 0 0 0 0,1 0 0 0 0,-1 0 0 0 0,0 0 1 0 0,1 0-1 0 0,-1 0 0 0 0,0-1 0 0 0,0 1 0 0 0,0-1 0 0 0,3-2 0 0 0,-2 1-26 0 0,1 0-1 0 0,-1-1 1 0 0,0 1-1 0 0,0-1 0 0 0,0 0 1 0 0,0 0-1 0 0,-1 0 1 0 0,0-1-1 0 0,1 1 0 0 0,-2 0 1 0 0,1-1-1 0 0,1-7 1 0 0,-1 5-30 0 0,-1 0 0 0 0,0-1 0 0 0,-1 1 1 0 0,0 0-1 0 0,0-1 0 0 0,0 1 0 0 0,-3-12 1 0 0,0 5-79 0 0,-1-1 0 0 0,-1 1 0 0 0,0 0 0 0 0,-1 0 0 0 0,0 1 0 0 0,-1 0 0 0 0,-15-20 0 0 0,21 30 55 0 0,-1 0-1 0 0,0 0 1 0 0,0 0-1 0 0,-1 1 0 0 0,1 0 1 0 0,0-1-1 0 0,-1 1 1 0 0,0 0-1 0 0,1 0 0 0 0,-1 0 1 0 0,0 0-1 0 0,0 1 1 0 0,0-1-1 0 0,0 1 1 0 0,0 0-1 0 0,0-1 0 0 0,0 1 1 0 0,-4 0-1 0 0,1 1-80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 8754 0 0,'-3'-13'4413'0'0,"3"12"-4104"0"0,-1 1 0 0 0,1 0 0 0 0,0-1 0 0 0,0 1 0 0 0,0-1 0 0 0,0 1 0 0 0,0 0 0 0 0,0-1 0 0 0,0 1 0 0 0,-1-1 0 0 0,1 1 0 0 0,0 0 0 0 0,0-1 0 0 0,0 1 0 0 0,1-1 0 0 0,-1 1 0 0 0,0 0 0 0 0,0-1 0 0 0,0 1 0 0 0,0-1 0 0 0,0 1 0 0 0,0 0 0 0 0,1-1 0 0 0,-1 1 0 0 0,0-1 0 0 0,2 2-159 0 0,-1 1 0 0 0,0 0 1 0 0,0-1-1 0 0,0 1 1 0 0,-1-1-1 0 0,1 1 0 0 0,0 0 1 0 0,-1 0-1 0 0,1-1 1 0 0,-1 1-1 0 0,1 0 1 0 0,-1 0-1 0 0,0 0 0 0 0,0 3 1 0 0,1-1 61 0 0,12 127 1809 0 0,-3-15-41 0 0,-10-116-2001 0 0,0 0 0 0 0,0 0 1 0 0,0-1-1 0 0,0 1 0 0 0,0 0 0 0 0,1 0 0 0 0,-1 0 1 0 0,0 0-1 0 0,0 0 0 0 0,0 0 0 0 0,0 0 1 0 0,0 0-1 0 0,0 0 0 0 0,0 0 0 0 0,0 0 1 0 0,0 0-1 0 0,0 0 0 0 0,0 0 0 0 0,0 0 0 0 0,0 0 1 0 0,1 0-1 0 0,-1 0 0 0 0,0 0 0 0 0,0 0 1 0 0,0 1-1 0 0,0-1 0 0 0,0 0 0 0 0,0 0 0 0 0,0 0 1 0 0,0 0-1 0 0,0 0 0 0 0,0 0 0 0 0,0 0 1 0 0,0 0-1 0 0,0 0 0 0 0,0 0 0 0 0,0 0 0 0 0,0 0 1 0 0,0 0-1 0 0,0 0 0 0 0,0 0 0 0 0,0 0 1 0 0,0 0-1 0 0,1 1 0 0 0,-1-1 0 0 0,0 0 0 0 0,0 0 1 0 0,0 0-1 0 0,0 0 0 0 0,0 0 0 0 0,0 0 1 0 0,0 0-1 0 0,0 0 0 0 0,0 0 0 0 0,0 0 1 0 0,-1 0-1 0 0,1 0 0 0 0,0 0 0 0 0,0 1 0 0 0,0-1 1 0 0,0 0-1 0 0,0 0 0 0 0,0 0 0 0 0,0 0 1 0 0,0 0-1 0 0,0 0 0 0 0,0 0 0 0 0,3-7-1254 0 0,1-12-1372 0 0,-2 11 1156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 19356 0 0,'-1'0'97'0'0,"1"0"0"0"0,-1-1-1 0 0,1 1 1 0 0,-1 0 0 0 0,1 0-1 0 0,-1 0 1 0 0,1 0 0 0 0,-1 0 0 0 0,1 0-1 0 0,-1 0 1 0 0,1 0 0 0 0,-1 0-1 0 0,1 0 1 0 0,-1 0 0 0 0,0 0-1 0 0,1 0 1 0 0,-1 1 0 0 0,1-1 0 0 0,-1 0-1 0 0,1 0 1 0 0,-1 1 0 0 0,1-1-1 0 0,-1 0 1 0 0,1 1 0 0 0,-13 13 694 0 0,-2 17-198 0 0,11-19-386 0 0,0-1-1 0 0,1 1 1 0 0,1 0-1 0 0,0 0 0 0 0,0-1 1 0 0,1 1-1 0 0,1 16 1 0 0,1-18-22 0 0,0 0 0 0 0,0 0 0 0 0,1 0 1 0 0,0 0-1 0 0,0 0 0 0 0,1 0 0 0 0,1-1 0 0 0,0 1 1 0 0,4 8-1 0 0,-6-16-118 0 0,-1 1 0 0 0,1-1-1 0 0,0 0 1 0 0,-1 0 0 0 0,1 0 0 0 0,0 0 0 0 0,0 0 0 0 0,0 0 0 0 0,0-1 0 0 0,1 1 0 0 0,-1-1 0 0 0,0 1 0 0 0,1-1 0 0 0,-1 0 0 0 0,1 0 0 0 0,-1 0-1 0 0,1 0 1 0 0,-1-1 0 0 0,1 1 0 0 0,0-1 0 0 0,-1 1 0 0 0,1-1 0 0 0,0 0 0 0 0,0 0 0 0 0,-1 0 0 0 0,1 0 0 0 0,0-1 0 0 0,-1 1 0 0 0,1-1-1 0 0,4-1 1 0 0,-4 1-78 0 0,0 0 1 0 0,0 0-1 0 0,-1-1 0 0 0,1 1 0 0 0,0-1 0 0 0,-1 1 0 0 0,0-1 0 0 0,1 0 0 0 0,-1 0 0 0 0,0 0 0 0 0,0 0 0 0 0,0-1 0 0 0,0 1 0 0 0,0-1 0 0 0,0 1 0 0 0,-1-1 0 0 0,1 1 0 0 0,-1-1 1 0 0,0 0-1 0 0,0 0 0 0 0,0 0 0 0 0,0 0 0 0 0,0 1 0 0 0,-1-1 0 0 0,1 0 0 0 0,-1 0 0 0 0,0-5 0 0 0,0 0-77 0 0,-2-1 0 0 0,1 1 0 0 0,-1-1 0 0 0,0 1 0 0 0,-1 0-1 0 0,-5-13 1 0 0,-27-46-323 0 0,21 40 196 0 0,6 13-519 0 0,-12-22 775 0 0,18 34-1060 0 0,1 0 0 0 0,-1 0 0 0 0,0 0 0 0 0,0 0 0 0 0,0 1-1 0 0,0-1 1 0 0,-3-2 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14747 0 0,'0'0'193'0'0,"-1"-1"1"0"0,1 1-1 0 0,0-1 0 0 0,0 1 0 0 0,0-1 1 0 0,0 0-1 0 0,-1 1 0 0 0,1-1 0 0 0,0 1 1 0 0,0-1-1 0 0,0 0 0 0 0,0 1 0 0 0,0-1 1 0 0,0 1-1 0 0,0-1 0 0 0,1 0 0 0 0,-1 1 1 0 0,0-1-1 0 0,0 1 0 0 0,0-1 0 0 0,1 1 1 0 0,-1-1-1 0 0,0 1 0 0 0,0-1 0 0 0,1 1 1 0 0,-1-1-1 0 0,1 1 0 0 0,-1-1 0 0 0,0 1 1 0 0,1-1-1 0 0,-1 1 0 0 0,1 0 0 0 0,-1-1 1 0 0,1 1-1 0 0,0-1 0 0 0,19-13 908 0 0,-11 9-928 0 0,1 1 1 0 0,15-5 0 0 0,-22 8-157 0 0,-1 0 1 0 0,1 0-1 0 0,-1 1 1 0 0,0-1 0 0 0,1 1-1 0 0,-1 0 1 0 0,1 0-1 0 0,0 0 1 0 0,-1 0 0 0 0,1 0-1 0 0,-1 0 1 0 0,1 1 0 0 0,-1-1-1 0 0,0 1 1 0 0,1 0-1 0 0,3 1 1 0 0,-5-1-18 0 0,-1 0-1 0 0,1 0 1 0 0,0-1-1 0 0,-1 1 1 0 0,1 0-1 0 0,0 0 1 0 0,-1 0 0 0 0,1 0-1 0 0,-1 0 1 0 0,0 0-1 0 0,1 0 1 0 0,-1 0-1 0 0,0 0 1 0 0,0 0 0 0 0,1 0-1 0 0,-1 0 1 0 0,0 0-1 0 0,0 0 1 0 0,0 0-1 0 0,0 0 1 0 0,0 0 0 0 0,-1 0-1 0 0,1 0 1 0 0,0 0-1 0 0,0 0 1 0 0,-1 0-1 0 0,1 0 1 0 0,-1 1-1 0 0,-14 31-36 0 0,13-29 35 0 0,-26 44 528 0 0,15-28 83 0 0,-18 41 0 0 0,30-60-585 0 0,1 0-1 0 0,-1 0 1 0 0,1 1-1 0 0,-1-1 1 0 0,1 0-1 0 0,-1 0 1 0 0,1 1-1 0 0,0-1 1 0 0,0 0-1 0 0,-1 1 1 0 0,1-1-1 0 0,0 0 0 0 0,0 1 1 0 0,0-1-1 0 0,1 0 1 0 0,-1 1-1 0 0,0-1 1 0 0,0 0-1 0 0,1 0 1 0 0,-1 1-1 0 0,1-1 1 0 0,-1 0-1 0 0,1 0 1 0 0,0 1-1 0 0,-1-1 1 0 0,1 0-1 0 0,1 2 0 0 0,1-2 83 0 0,0 1 0 0 0,0 0-1 0 0,0-1 1 0 0,0 1-1 0 0,0-1 1 0 0,0 0-1 0 0,0 0 1 0 0,0 0-1 0 0,6 1 1 0 0,3 0 172 0 0,-1 0 0 0 0,1 0 0 0 0,19-1 0 0 0,-23-2-173 0 0,-5 0-3054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55 7370 0 0,'-9'-4'5096'0'0,"-2"-2"3120"0"0,11 6-8133 0 0,0-1-1 0 0,0 1 0 0 0,0-1 0 0 0,0 1 0 0 0,0-1 1 0 0,0 1-1 0 0,0-1 0 0 0,0 1 0 0 0,1-1 0 0 0,-1 1 1 0 0,0-1-1 0 0,0 1 0 0 0,1-1 0 0 0,-1 1 0 0 0,0-1 1 0 0,0 1-1 0 0,1 0 0 0 0,-1-1 0 0 0,0 1 0 0 0,1-1 1 0 0,-1 1-1 0 0,1 0 0 0 0,-1-1 0 0 0,0 1 0 0 0,1 0 1 0 0,-1 0-1 0 0,1-1 0 0 0,0 1 0 0 0,4-4 0 0 0,0 0-1 0 0,1 0 1 0 0,-1 1 0 0 0,1 0-1 0 0,-1 0 1 0 0,1 0 0 0 0,0 1-1 0 0,0 0 1 0 0,10-2-1 0 0,-15 4-82 0 0,-1 0-1 0 0,0 0 1 0 0,0 0-1 0 0,1 0 0 0 0,-1 0 1 0 0,0 0-1 0 0,1 0 1 0 0,-1 0-1 0 0,0 0 1 0 0,1 0-1 0 0,-1 0 0 0 0,0 0 1 0 0,0 0-1 0 0,1 0 1 0 0,-1 0-1 0 0,0 1 0 0 0,0-1 1 0 0,1 0-1 0 0,-1 0 1 0 0,0 0-1 0 0,0 1 1 0 0,1-1-1 0 0,-1 0 0 0 0,0 0 1 0 0,0 0-1 0 0,0 1 1 0 0,1-1-1 0 0,-1 0 0 0 0,0 0 1 0 0,0 1-1 0 0,0-1 1 0 0,0 1-1 0 0,-1 11-113 0 0,-9 11-110 0 0,-36 42-325 0 0,46-62 312 0 0,6-3 28 0 0,12-4-84 0 0,-12 2 229 0 0,-3 2 86 0 0,-1 0-1 0 0,1 0 1 0 0,-1 0 0 0 0,1 0 0 0 0,-1 0 0 0 0,1 0 0 0 0,-1 1-1 0 0,1-1 1 0 0,-1 1 0 0 0,0 0 0 0 0,1 0 0 0 0,-1 0-1 0 0,0 0 1 0 0,1 0 0 0 0,-1 0 0 0 0,0 0 0 0 0,0 1 0 0 0,0-1-1 0 0,0 1 1 0 0,0 0 0 0 0,0 0 0 0 0,-1-1 0 0 0,1 1 0 0 0,-1 0-1 0 0,1 0 1 0 0,-1 1 0 0 0,0-1 0 0 0,1 0 0 0 0,-1 0 0 0 0,0 1-1 0 0,-1-1 1 0 0,1 0 0 0 0,0 1 0 0 0,-1-1 0 0 0,1 1-1 0 0,-1-1 1 0 0,0 1 0 0 0,0-1 0 0 0,0 1 0 0 0,0-1 0 0 0,0 1-1 0 0,0-1 1 0 0,-1 1 0 0 0,1-1 0 0 0,-1 1 0 0 0,0-1 0 0 0,0 0-1 0 0,0 1 1 0 0,0-1 0 0 0,0 0 0 0 0,-2 4 0 0 0,-1-1 151 0 0,-1 0 0 0 0,1 0 0 0 0,-1 0 0 0 0,-11 7 1 0 0,14-10-102 0 0,0-1 0 0 0,0 1 0 0 0,0-1 0 0 0,0 0 0 0 0,0 0 1 0 0,0 0-1 0 0,0 0 0 0 0,-1 0 0 0 0,1 0 0 0 0,0-1 0 0 0,-1 1 0 0 0,1-1 1 0 0,-1 1-1 0 0,1-1 0 0 0,-1 0 0 0 0,1 0 0 0 0,-3-1 0 0 0,5 1-76 0 0,-1 0 0 0 0,0 0 0 0 0,1 0 0 0 0,-1-1 0 0 0,1 1 0 0 0,-1 0 0 0 0,1 0 0 0 0,-1-1 0 0 0,1 1 0 0 0,0-1 0 0 0,-1 1 0 0 0,1 0 0 0 0,-1-1 0 0 0,1 1 0 0 0,0-1 0 0 0,-1 1 0 0 0,1-1 0 0 0,0 1 0 0 0,-1-1 0 0 0,1 1 0 0 0,0-1 0 0 0,0 1 0 0 0,0-1 0 0 0,-1 0 0 0 0,1-10-2926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 12899 0 0,'-1'-1'309'0'0,"1"0"0"0"0,-1 0 0 0 0,0 1 1 0 0,1-1-1 0 0,-1 0 0 0 0,0 1 0 0 0,0-1 1 0 0,1 0-1 0 0,-1 1 0 0 0,0-1 0 0 0,0 1 1 0 0,0-1-1 0 0,0 1 0 0 0,0 0 0 0 0,0-1 1 0 0,0 1-1 0 0,0 0 0 0 0,0 0 0 0 0,0 0 1 0 0,0-1-1 0 0,-1 1 0 0 0,0 1-76 0 0,0-1 0 0 0,1 0 0 0 0,-1 1 0 0 0,0-1 0 0 0,1 1 0 0 0,-1 0 0 0 0,0-1 1 0 0,1 1-1 0 0,-1 0 0 0 0,1 0 0 0 0,-3 1 0 0 0,1 1-89 0 0,0 0 1 0 0,0 0-1 0 0,-1 0 1 0 0,2 1-1 0 0,-1-1 1 0 0,0 1-1 0 0,1 0 1 0 0,-1-1-1 0 0,-1 6 1 0 0,1-1 7 0 0,1 1-1 0 0,-1 0 1 0 0,2 1 0 0 0,-1-1 0 0 0,1 0 0 0 0,1 0 0 0 0,-1 1-1 0 0,2-1 1 0 0,-1 0 0 0 0,1 1 0 0 0,3 12 0 0 0,-2-18-89 0 0,-1 1 0 0 0,0-1-1 0 0,1 1 1 0 0,0-1 0 0 0,0 0 0 0 0,0 0 0 0 0,1 0 0 0 0,-1 0 0 0 0,1 0 0 0 0,6 6 0 0 0,-6-8-19 0 0,-1 0 1 0 0,1 0-1 0 0,0 0 0 0 0,0 0 0 0 0,0-1 1 0 0,0 1-1 0 0,0-1 0 0 0,1 0 1 0 0,-1 1-1 0 0,0-2 0 0 0,1 1 1 0 0,-1 0-1 0 0,0-1 0 0 0,1 1 1 0 0,-1-1-1 0 0,5 0 0 0 0,-5 0-48 0 0,1-1 1 0 0,0 0-1 0 0,-1 0 0 0 0,1 0 0 0 0,-1 0 1 0 0,1 0-1 0 0,-1 0 0 0 0,1-1 0 0 0,-1 0 1 0 0,0 0-1 0 0,0 0 0 0 0,0 0 0 0 0,0 0 1 0 0,0-1-1 0 0,0 1 0 0 0,-1-1 0 0 0,1 0 1 0 0,-1 0-1 0 0,0 0 0 0 0,0 0 0 0 0,0 0 1 0 0,0 0-1 0 0,0 0 0 0 0,-1-1 0 0 0,1 1 1 0 0,-1-1-1 0 0,0 1 0 0 0,0-1 0 0 0,-1 1 1 0 0,1-1-1 0 0,-1 0 0 0 0,1 1 0 0 0,-1-1 1 0 0,0 0-1 0 0,0 0 0 0 0,-2-6 0 0 0,0 1 14 0 0,-1 0-1 0 0,0 0 0 0 0,0 1 1 0 0,-1-1-1 0 0,0 1 0 0 0,0 0 0 0 0,-1 0 1 0 0,-9-12-1 0 0,10 15-313 0 0,-1 0-1 0 0,0 0 0 0 0,0 0 1 0 0,0 1-1 0 0,0 0 1 0 0,-1 0-1 0 0,0 0 1 0 0,1 1-1 0 0,-1 0 1 0 0,0 0-1 0 0,-1 0 0 0 0,-9-2 1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 6449 0 0,'-1'0'428'0'0,"1"-1"0"0"0,-1 1 0 0 0,1-1 0 0 0,-1 1 0 0 0,1-1-1 0 0,-1 1 1 0 0,1-1 0 0 0,-1 1 0 0 0,1-1 0 0 0,-1 1-1 0 0,1-1 1 0 0,-1 1 0 0 0,0 0 0 0 0,1-1 0 0 0,-1 1 0 0 0,0 0-1 0 0,1 0 1 0 0,-1 0 0 0 0,0 0 0 0 0,1-1 0 0 0,-2 1 0 0 0,1 0-229 0 0,1 1 0 0 0,-1-1 0 0 0,1 0 0 0 0,-1 1 0 0 0,1-1 0 0 0,-1 0 0 0 0,1 1 0 0 0,0-1 0 0 0,-1 0 1 0 0,1 1-1 0 0,-1-1 0 0 0,1 1 0 0 0,0-1 0 0 0,0 1 0 0 0,-1-1 0 0 0,1 1 0 0 0,0-1 0 0 0,0 1 0 0 0,-1-1 1 0 0,1 2-1 0 0,-1 2 180 0 0,0 0 1 0 0,1 1 0 0 0,-1-1-1 0 0,1 0 1 0 0,0 7 0 0 0,3 26 41 0 0,5 108 2386 0 0,-6-130-3008 0 0,-2-15 127 0 0,0 1 0 0 0,0-1-1 0 0,0 1 1 0 0,0-1 0 0 0,0 0 0 0 0,0 1 0 0 0,0-1-1 0 0,0 0 1 0 0,0 1 0 0 0,0-1 0 0 0,0 0 0 0 0,0 1-1 0 0,1-1 1 0 0,-1 0 0 0 0,0 1 0 0 0,0-1-1 0 0,0 0 1 0 0,0 1 0 0 0,1-1 0 0 0,-1 0 0 0 0,0 0-1 0 0,0 1 1 0 0,1-1 0 0 0,-1 0 0 0 0,0 0 0 0 0,1 1-1 0 0,-1-1 1 0 0,0 0 0 0 0,1 0 0 0 0,-1 0-1 0 0,0 0 1 0 0,1 1 0 0 0,-1-1 0 0 0,0 0 0 0 0,1 0-1 0 0,-1 0 1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 17508 0 0,'0'-1'35'0'0,"0"1"0"0"0,-1-1 0 0 0,1 1 1 0 0,0-1-1 0 0,-1 1 0 0 0,1-1 0 0 0,0 1 0 0 0,-1-1 1 0 0,1 1-1 0 0,-1-1 0 0 0,1 1 0 0 0,-1-1 0 0 0,1 1 1 0 0,-1 0-1 0 0,1-1 0 0 0,-1 1 0 0 0,1 0 0 0 0,-1 0 1 0 0,1-1-1 0 0,-1 1 0 0 0,0 0 0 0 0,1 0 0 0 0,-1 0 1 0 0,1-1-1 0 0,-1 1 0 0 0,0 0 0 0 0,1 0 0 0 0,-1 0 1 0 0,0 0-1 0 0,0 1 0 0 0,0-1 59 0 0,-1 1-1 0 0,1-1 1 0 0,-1 1 0 0 0,1 0-1 0 0,-1 0 1 0 0,1 0 0 0 0,0 0-1 0 0,-1 0 1 0 0,1 0 0 0 0,0 0-1 0 0,-2 2 1 0 0,-1 2 302 0 0,0 1 0 0 0,0 0-1 0 0,0 0 1 0 0,-5 11 0 0 0,4-4-127 0 0,0 1 1 0 0,1 0-1 0 0,-3 22 0 0 0,6-30-156 0 0,0 1 0 0 0,1-1 0 0 0,-1 0 0 0 0,2 1 0 0 0,-1-1 0 0 0,1 1 0 0 0,0-1-1 0 0,0 0 1 0 0,0 0 0 0 0,4 9 0 0 0,-4-13-56 0 0,0 0 1 0 0,0 0-1 0 0,0 0 0 0 0,0 0 0 0 0,0 0 1 0 0,1-1-1 0 0,-1 1 0 0 0,1 0 1 0 0,-1-1-1 0 0,1 1 0 0 0,0-1 0 0 0,-1 0 1 0 0,1 1-1 0 0,0-1 0 0 0,0 0 0 0 0,0 0 1 0 0,0 0-1 0 0,4 1 0 0 0,-3-1-18 0 0,1-1 1 0 0,0 1-1 0 0,-1-1 0 0 0,1 0 0 0 0,-1 0 0 0 0,1 0 0 0 0,0-1 1 0 0,-1 1-1 0 0,1-1 0 0 0,6-1 0 0 0,-5 0-54 0 0,0 0 0 0 0,0 0-1 0 0,1 0 1 0 0,-2-1 0 0 0,1 0 0 0 0,0 1 0 0 0,0-2-1 0 0,-1 1 1 0 0,0-1 0 0 0,1 1 0 0 0,-2-1 0 0 0,1 0-1 0 0,0 0 1 0 0,6-10 0 0 0,-9 10-4 0 0,0 0 0 0 0,0 0 0 0 0,0 0 0 0 0,0 0 0 0 0,-1 0 0 0 0,0 0 0 0 0,0 0 0 0 0,0 0 0 0 0,0 0 0 0 0,0 0 1 0 0,-1 0-1 0 0,0 0 0 0 0,0 0 0 0 0,0 0 0 0 0,0 0 0 0 0,0 0 0 0 0,-1 0 0 0 0,0 1 0 0 0,-3-6 0 0 0,1 1-178 0 0,-1 1 0 0 0,0-1 0 0 0,0 1 0 0 0,-1 1 0 0 0,0-1 1 0 0,0 1-1 0 0,0 0 0 0 0,-9-6 0 0 0,-2 3-2065 0 0,9 5-5290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7834 0 0,'14'-11'6053'0'0,"12"-1"-1759"0"0,-11 5-2675 0 0,-8 3-1086 0 0,24-10 840 0 0,-30 13-1337 0 0,1 1 0 0 0,-1-1 0 0 0,0 1 1 0 0,1-1-1 0 0,-1 1 0 0 0,0 0 0 0 0,1 0 0 0 0,-1 0 0 0 0,1 0 0 0 0,-1 0 1 0 0,0 0-1 0 0,1 0 0 0 0,-1 0 0 0 0,1 0 0 0 0,-1 1 0 0 0,0-1 0 0 0,1 1 1 0 0,-1-1-1 0 0,3 2 0 0 0,-4-1-31 0 0,1-1 0 0 0,-1 1-1 0 0,1 0 1 0 0,-1 0 0 0 0,1 0 0 0 0,-1 0 0 0 0,0 0 0 0 0,1 0 0 0 0,-1 0 0 0 0,0 0-1 0 0,0 0 1 0 0,1 0 0 0 0,-1 0 0 0 0,0 0 0 0 0,0 0 0 0 0,0 0 0 0 0,0 0 0 0 0,0-1-1 0 0,-1 1 1 0 0,1 0 0 0 0,0 0 0 0 0,0 0 0 0 0,-1 0 0 0 0,1 0 0 0 0,0 0 0 0 0,-2 1-1 0 0,-11 25 112 0 0,12-26-115 0 0,-27 42 123 0 0,13-21 71 0 0,-20 39-1 0 0,35-61-171 0 0,0 1 1 0 0,-1 0-1 0 0,1-1 0 0 0,0 1 0 0 0,0-1 0 0 0,-1 1 0 0 0,1-1 1 0 0,0 1-1 0 0,0 0 0 0 0,0-1 0 0 0,0 1 0 0 0,0 0 1 0 0,0-1-1 0 0,0 1 0 0 0,0-1 0 0 0,0 1 0 0 0,0 0 0 0 0,0-1 1 0 0,0 1-1 0 0,0 0 0 0 0,1-1 0 0 0,-1 1 0 0 0,0-1 0 0 0,0 1 1 0 0,1-1-1 0 0,-1 1 0 0 0,1 0 0 0 0,0 0-3 0 0,0-1-1 0 0,0 1 1 0 0,0 0 0 0 0,0-1-1 0 0,0 1 1 0 0,0-1 0 0 0,0 1-1 0 0,0-1 1 0 0,0 0 0 0 0,1 1-1 0 0,-1-1 1 0 0,0 0 0 0 0,2 0-1 0 0,6 0-9 0 0,-1 0-1 0 0,1 0 0 0 0,10-3 1 0 0,-13 2-1 0 0,18-2-2760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 13827 0 0,'0'0'9'0'0,"0"0"0"0"0,0-1-1 0 0,-1 1 1 0 0,1 0 0 0 0,0 0 0 0 0,0 0 0 0 0,0-1-1 0 0,-1 1 1 0 0,1 0 0 0 0,0 0 0 0 0,0 0 0 0 0,0 0-1 0 0,-1-1 1 0 0,1 1 0 0 0,0 0 0 0 0,0 0 0 0 0,-1 0-1 0 0,1 0 1 0 0,0 0 0 0 0,-1 0 0 0 0,1 0 0 0 0,0 0-1 0 0,0 0 1 0 0,-1 0 0 0 0,1 0 0 0 0,0 0 0 0 0,0 0-1 0 0,-1 0 1 0 0,1 0 0 0 0,0 0 0 0 0,-1 0 0 0 0,1 1-1 0 0,-11 6 1444 0 0,-6 13 1111 0 0,13-12-2171 0 0,1-1 0 0 0,-1 1 0 0 0,2 0 0 0 0,-1-1 0 0 0,1 1 0 0 0,1 1-1 0 0,-2 10 1 0 0,2-14-263 0 0,1 0-1 0 0,0 0 0 0 0,0 0 0 0 0,0 0 0 0 0,1 0 0 0 0,-1 0 0 0 0,1 0 0 0 0,0 0 0 0 0,1 0 1 0 0,-1 0-1 0 0,1-1 0 0 0,0 1 0 0 0,4 6 0 0 0,-4-9-74 0 0,0 0 1 0 0,0 1-1 0 0,0-1 1 0 0,1 0-1 0 0,-1 0 0 0 0,1-1 1 0 0,0 1-1 0 0,-1-1 1 0 0,1 1-1 0 0,0-1 0 0 0,0 0 1 0 0,0 0-1 0 0,0 0 1 0 0,0 0-1 0 0,0 0 0 0 0,0-1 1 0 0,0 1-1 0 0,0-1 1 0 0,0 0-1 0 0,0 0 0 0 0,1 0 1 0 0,-1 0-1 0 0,4-2 1 0 0,0 1-40 0 0,1 0 1 0 0,-1-1 0 0 0,0 0 0 0 0,1-1 0 0 0,-1 1 0 0 0,0-2 0 0 0,0 1-1 0 0,8-6 1 0 0,-12 7-27 0 0,-1 1-1 0 0,0-1 0 0 0,0 0 1 0 0,0 0-1 0 0,0 1 0 0 0,0-1 1 0 0,0-1-1 0 0,0 1 1 0 0,-1 0-1 0 0,1 0 0 0 0,-1-1 1 0 0,1 1-1 0 0,-1-1 1 0 0,0 1-1 0 0,0-1 0 0 0,0 1 1 0 0,0-1-1 0 0,0-4 0 0 0,-1 4 9 0 0,0-1 0 0 0,0 0-1 0 0,-1 0 1 0 0,1 0 0 0 0,-1 0-1 0 0,0 1 1 0 0,0-1 0 0 0,0 0-1 0 0,-1 0 1 0 0,1 1 0 0 0,-1-1 0 0 0,-3-5-1 0 0,-2-2-209 0 0,-1 0-1 0 0,-11-14 1 0 0,15 21-116 0 0,0 0 0 0 0,0 0 0 0 0,0 0 0 0 0,-1 1 0 0 0,1-1 0 0 0,-1 1 0 0 0,0 0 0 0 0,-5-2 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7370 0 0,'0'-1'229'0'0,"0"1"-1"0"0,0-1 1 0 0,0 0 0 0 0,0 1 0 0 0,0-1 0 0 0,0 1 0 0 0,1-1 0 0 0,-1 1 0 0 0,0-1 0 0 0,0 1 0 0 0,0-1 0 0 0,1 1 0 0 0,-1-1 0 0 0,0 1 0 0 0,1-1 0 0 0,-1 1 0 0 0,0-1 0 0 0,1 1 0 0 0,-1 0-1 0 0,1-1 1 0 0,-1 1 0 0 0,1-1 0 0 0,11-10 1974 0 0,15-7 621 0 0,-25 17-2660 0 0,0 0-1 0 0,1-1 0 0 0,-1 1 0 0 0,0 1 0 0 0,0-1 0 0 0,0 0 0 0 0,1 0 1 0 0,-1 1-1 0 0,0-1 0 0 0,1 1 0 0 0,3 0 0 0 0,-6 0-132 0 0,1 0 0 0 0,-1 0 0 0 0,0 0 0 0 0,1 0 0 0 0,-1 0 0 0 0,1 0 0 0 0,-1 0 0 0 0,0 1 0 0 0,0-1 0 0 0,1 0 0 0 0,-1 0 0 0 0,0 0 0 0 0,1 1 0 0 0,-1-1 0 0 0,0 0 0 0 0,0 0 0 0 0,1 1 0 0 0,-1-1 0 0 0,0 0 0 0 0,0 0 0 0 0,1 1 0 0 0,-1-1 0 0 0,0 0 0 0 0,0 1 0 0 0,0-1 0 0 0,0 0 0 0 0,0 1 0 0 0,1-1 0 0 0,-1 0 0 0 0,0 1 0 0 0,0 0 0 0 0,-3 14 379 0 0,-11 11-203 0 0,-27 25-632 0 0,43-52 403 0 0,-1 0 0 0 0,1 0-1 0 0,-1 0 1 0 0,1 0-1 0 0,0 0 1 0 0,-1 0-1 0 0,1 0 1 0 0,0 1 0 0 0,0-1-1 0 0,0 1 1 0 0,-1-1-1 0 0,1 1 1 0 0,0-1-1 0 0,0 1 1 0 0,0 0 0 0 0,0 0-1 0 0,0 0 1 0 0,0 0-1 0 0,0 1 1 0 0,-1-1-1 0 0,1 0 1 0 0,0 1-1 0 0,0 0 1 0 0,0-1 0 0 0,2 2-1 0 0,-2-1 36 0 0,0 0 0 0 0,0 1 0 0 0,0-1 0 0 0,-1 1 0 0 0,1-1 0 0 0,0 1 0 0 0,-1 0 0 0 0,1-1-1 0 0,-1 1 1 0 0,1 0 0 0 0,-1 0 0 0 0,0 0 0 0 0,0 0 0 0 0,0 0 0 0 0,0 1 0 0 0,0-1 0 0 0,-1 0 0 0 0,1 0 0 0 0,0 1-1 0 0,-1 3 1 0 0,1-3 89 0 0,-2 0-1 0 0,1 0 0 0 0,0 0 0 0 0,0 0 1 0 0,-1 0-1 0 0,0 0 0 0 0,0 0 1 0 0,1 0-1 0 0,-2-1 0 0 0,1 1 0 0 0,0 0 1 0 0,0 0-1 0 0,-1-1 0 0 0,0 1 1 0 0,1-1-1 0 0,-1 1 0 0 0,-4 2 0 0 0,3-1-32 0 0,0-1-1 0 0,0-1 0 0 0,-1 1 1 0 0,1 0-1 0 0,-1-1 0 0 0,0 0 1 0 0,1 0-1 0 0,-1 0 1 0 0,0 0-1 0 0,0-1 0 0 0,-8 3 1 0 0,11-4-107 0 0,1 0 1 0 0,0 0-1 0 0,-1 0 1 0 0,1 0-1 0 0,-1 0 1 0 0,1 0 0 0 0,-1 0-1 0 0,1 0 1 0 0,-1 0-1 0 0,1 0 1 0 0,-1 0 0 0 0,1 0-1 0 0,-1 0 1 0 0,1 0-1 0 0,-1 0 1 0 0,1-1-1 0 0,0 1 1 0 0,-1 0 0 0 0,1 0-1 0 0,-1 0 1 0 0,1-1-1 0 0,0 1 1 0 0,-1 0-1 0 0,1-1 1 0 0,-1 1 0 0 0,1 0-1 0 0,0-1 1 0 0,0 1-1 0 0,-1 0 1 0 0,1-1-1 0 0,0 1 1 0 0,-1-1 0 0 0,1 1-1 0 0,0 0 1 0 0,0-1-1 0 0,0 1 1 0 0,0-1-1 0 0,0 1 1 0 0,-1-1 0 0 0,1 1-1 0 0,0-1 1 0 0,0 1-1 0 0,0-1 1 0 0,0 1-1 0 0,0-1 1 0 0,0 1 0 0 0,1-1-1 0 0,-1-3-1041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20 12899 0 0,'0'-1'110'0'0,"0"0"0"0"0,0 0 0 0 0,0 1 1 0 0,0-1-1 0 0,0 0 0 0 0,0 0 0 0 0,0 1 1 0 0,0-1-1 0 0,0 0 0 0 0,0 1 0 0 0,-1-1 0 0 0,1 0 1 0 0,0 0-1 0 0,0 1 0 0 0,-1-1 0 0 0,1 0 0 0 0,-1 1 1 0 0,1-1-1 0 0,-1 1 0 0 0,1-1 0 0 0,-1 0 1 0 0,1 1-1 0 0,-1-1 0 0 0,1 1 0 0 0,-1-1 0 0 0,1 1 1 0 0,-1 0-1 0 0,-1-1 0 0 0,1 1 33 0 0,0 0 0 0 0,0 0 1 0 0,0 0-1 0 0,0 0 0 0 0,1 0 0 0 0,-1 0 0 0 0,0 0 0 0 0,0 1 1 0 0,0-1-1 0 0,0 0 0 0 0,0 1 0 0 0,0-1 0 0 0,0 0 1 0 0,0 1-1 0 0,1 0 0 0 0,-1-1 0 0 0,0 1 0 0 0,0-1 0 0 0,1 1 1 0 0,-1 0-1 0 0,0-1 0 0 0,0 2 0 0 0,-4 5 59 0 0,0 0 0 0 0,1 0 0 0 0,0 0 0 0 0,0 1 0 0 0,1-1 0 0 0,0 1-1 0 0,0 0 1 0 0,1 0 0 0 0,0 0 0 0 0,0 0 0 0 0,1 0 0 0 0,0 0 0 0 0,0 1 0 0 0,1-1 0 0 0,0 0-1 0 0,1 1 1 0 0,1 7 0 0 0,-2-14-157 0 0,0 0 0 0 0,1 0-1 0 0,0 0 1 0 0,-1 0 0 0 0,1 0-1 0 0,0 0 1 0 0,0 0 0 0 0,0-1-1 0 0,0 1 1 0 0,0 0 0 0 0,0-1-1 0 0,0 1 1 0 0,1 0 0 0 0,-1-1-1 0 0,1 0 1 0 0,-1 1-1 0 0,1-1 1 0 0,-1 0 0 0 0,1 0-1 0 0,2 2 1 0 0,-1-2-5 0 0,-1-1-1 0 0,1 1 1 0 0,0 0-1 0 0,0-1 0 0 0,0 1 1 0 0,0-1-1 0 0,0 0 1 0 0,0 0-1 0 0,0 0 1 0 0,-1 0-1 0 0,1 0 1 0 0,6-2-1 0 0,-4 1-53 0 0,0-1 0 0 0,0 1-1 0 0,-1-1 1 0 0,1 0 0 0 0,0 0 0 0 0,-1-1-1 0 0,1 0 1 0 0,-1 1 0 0 0,0-1 0 0 0,1-1-1 0 0,-2 1 1 0 0,1-1 0 0 0,0 1 0 0 0,-1-1-1 0 0,6-7 1 0 0,-8 7-10 0 0,0 1 0 0 0,0 0 0 0 0,0-1 0 0 0,0 1 0 0 0,-1-1 0 0 0,0 1 0 0 0,1-1 0 0 0,-1 1 0 0 0,0-1 0 0 0,-1 0 0 0 0,1 1 0 0 0,-1-1 0 0 0,1 1 0 0 0,-1 0 0 0 0,0-1 0 0 0,0 1 0 0 0,-1-1 0 0 0,1 1 0 0 0,-1 0 0 0 0,1 0 0 0 0,-4-4 0 0 0,2 2-279 0 0,0 0 0 0 0,-1 0 0 0 0,0 0 0 0 0,0 0 0 0 0,0 1 0 0 0,-1-1 0 0 0,0 1 0 0 0,1 0 0 0 0,-2 0-1 0 0,1 1 1 0 0,-7-4 0 0 0,4 3-6958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64 13363 0 0,'0'-3'693'0'0,"0"-1"0"0"0,-1 1 0 0 0,1 0 0 0 0,-1 0 0 0 0,0 0 0 0 0,1 0 0 0 0,-1 0 0 0 0,-1 0 0 0 0,1 0 0 0 0,0 1-1 0 0,-1-1 1 0 0,1 0 0 0 0,-5-4 0 0 0,6 6-613 0 0,-1 0 0 0 0,0 1 0 0 0,0-1-1 0 0,0 0 1 0 0,1 1 0 0 0,-1-1 0 0 0,0 0 0 0 0,0 1-1 0 0,0-1 1 0 0,0 1 0 0 0,0 0 0 0 0,0-1-1 0 0,0 1 1 0 0,0 0 0 0 0,0 0 0 0 0,-1-1 0 0 0,0 1-1 0 0,0 0-25 0 0,1 1-1 0 0,0-1 0 0 0,-1 0 0 0 0,1 1 1 0 0,-1-1-1 0 0,1 1 0 0 0,0-1 0 0 0,-1 1 1 0 0,1 0-1 0 0,0-1 0 0 0,0 1 0 0 0,-1 0 0 0 0,1 0 1 0 0,0 0-1 0 0,0 0 0 0 0,-1 2 0 0 0,-2 2 33 0 0,0 0-1 0 0,0 1 1 0 0,0 0-1 0 0,1 0 1 0 0,0 0-1 0 0,0 0 0 0 0,1 1 1 0 0,-1-1-1 0 0,1 1 1 0 0,-1 11-1 0 0,-1 2-19 0 0,2 0 1 0 0,0 26-1 0 0,2-35-29 0 0,0-1 0 0 0,1 1 1 0 0,0 0-1 0 0,1-1 0 0 0,1 0 0 0 0,-1 1 0 0 0,8 16 0 0 0,-9-24-5 0 0,0-1-1 0 0,0 0 1 0 0,0 1 0 0 0,0-1-1 0 0,1 0 1 0 0,-1 0 0 0 0,1 0 0 0 0,0 0-1 0 0,-1 0 1 0 0,1 0 0 0 0,0 0-1 0 0,0 0 1 0 0,0-1 0 0 0,0 1-1 0 0,1-1 1 0 0,-1 0 0 0 0,0 1 0 0 0,1-1-1 0 0,-1 0 1 0 0,1 0 0 0 0,-1-1-1 0 0,1 1 1 0 0,-1 0 0 0 0,1-1 0 0 0,-1 0-1 0 0,1 1 1 0 0,-1-1 0 0 0,1 0-1 0 0,0 0 1 0 0,-1-1 0 0 0,1 1-1 0 0,0-1 1 0 0,-1 1 0 0 0,1-1 0 0 0,-1 0-1 0 0,3-1 1 0 0,2 0 23 0 0,-1-1 0 0 0,0 1 0 0 0,0-2 1 0 0,0 1-1 0 0,-1 0 0 0 0,1-1 0 0 0,-1 0 0 0 0,0-1 1 0 0,0 1-1 0 0,0-1 0 0 0,0 0 0 0 0,-1 0 0 0 0,0-1 0 0 0,0 1 1 0 0,0-1-1 0 0,4-10 0 0 0,-5 9-56 0 0,-1 0 0 0 0,1 0-1 0 0,-1-1 1 0 0,-1 1 0 0 0,1-1 0 0 0,-2 0 0 0 0,1 0-1 0 0,-1 1 1 0 0,0-1 0 0 0,0 0 0 0 0,-1 1 0 0 0,0-1 0 0 0,0 0-1 0 0,-4-9 1 0 0,2 7-106 0 0,-1-1 0 0 0,0 1 1 0 0,-1 0-1 0 0,0 0 0 0 0,0 1 0 0 0,-8-11 0 0 0,10 17 14 0 0,0-1-1 0 0,-1 1 0 0 0,1-1 1 0 0,0 1-1 0 0,-1 0 1 0 0,0 0-1 0 0,-6-3 1 0 0,8 4-13 0 0,-1 1 0 0 0,1 0 1 0 0,-1 1-1 0 0,1-1 1 0 0,-1 0-1 0 0,1 1 0 0 0,-1-1 1 0 0,1 1-1 0 0,-1 0 1 0 0,1-1-1 0 0,-1 1 0 0 0,0 1 1 0 0,1-1-1 0 0,-5 1 1 0 0,6-1-87 0 0,-1 1 0 0 0,1-1 0 0 0,0 1 0 0 0,0-1 0 0 0,0 1 1 0 0,-1 0-1 0 0,1-1 0 0 0,0 1 0 0 0,0 0 0 0 0,0 0 0 0 0,0 0 1 0 0,0 0-1 0 0,0 0 0 0 0,1 0 0 0 0,-1 0 0 0 0,0 0 0 0 0,0 0 1 0 0,0 2-1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19812 0 0,'-1'4'521'0'0,"1"0"0"0"0,0-1-1 0 0,0 1 1 0 0,0 0 0 0 0,0 0-1 0 0,1 5 1 0 0,1 3 222 0 0,-2-10-675 0 0,1 14 754 0 0,-1 0 1 0 0,-1 20 0 0 0,0-30-1214 0 0,0-1 1 0 0,-1 1-1 0 0,1 0 0 0 0,-1-1 1 0 0,-4 10-1 0 0,6-13-1412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20364 0 0,'-1'1'138'0'0,"-1"-1"0"0"0,1 0 0 0 0,-1 1 0 0 0,0 0 1 0 0,1-1-1 0 0,0 1 0 0 0,-1 0 0 0 0,1 0 0 0 0,-1 0 0 0 0,1 0 0 0 0,0 0 0 0 0,0 0 0 0 0,-1 0 0 0 0,1 0 0 0 0,0 1 0 0 0,0-1 0 0 0,0 0 0 0 0,-1 3 0 0 0,-14 28 208 0 0,13-22-261 0 0,0 0 0 0 0,1 0 0 0 0,1 0 0 0 0,-1 1-1 0 0,1-1 1 0 0,1 0 0 0 0,1 18 0 0 0,1-13 66 0 0,0 0 0 0 0,1 0 1 0 0,0 0-1 0 0,10 23 0 0 0,-12-35-102 0 0,0 0 1 0 0,0 0-1 0 0,1 0 1 0 0,-1 0-1 0 0,1 0 1 0 0,0-1-1 0 0,0 1 0 0 0,0 0 1 0 0,1-1-1 0 0,-1 0 1 0 0,0 1-1 0 0,1-1 1 0 0,0 0-1 0 0,-1 0 0 0 0,1 0 1 0 0,0-1-1 0 0,0 1 1 0 0,0-1-1 0 0,0 1 1 0 0,0-1-1 0 0,0 0 0 0 0,6 1 1 0 0,-6-2-3 0 0,1 0 0 0 0,-1 0 0 0 0,1 0 0 0 0,-1 0 1 0 0,1-1-1 0 0,-1 1 0 0 0,1-1 0 0 0,-1 0 0 0 0,0 0 0 0 0,1 0 0 0 0,-1 0 0 0 0,0-1 1 0 0,0 0-1 0 0,0 1 0 0 0,0-1 0 0 0,0 0 0 0 0,0 0 0 0 0,-1-1 0 0 0,1 1 0 0 0,-1 0 1 0 0,4-6-1 0 0,-3 5-72 0 0,0-1 0 0 0,-1 0 0 0 0,1 0 0 0 0,-1 0 0 0 0,0-1 0 0 0,0 1 0 0 0,-1 0-1 0 0,1-1 1 0 0,-1 1 0 0 0,0-1 0 0 0,0 1 0 0 0,-1-1 0 0 0,1 0 0 0 0,-1 1 0 0 0,0-1 0 0 0,0 0 0 0 0,-1 0 0 0 0,1 1 0 0 0,-1-1 0 0 0,0 1 0 0 0,0-1 0 0 0,-1 1 0 0 0,1-1 0 0 0,-4-5 0 0 0,-1-3-74 0 0,-1 2 0 0 0,0-1 0 0 0,0 1 0 0 0,-1 0 0 0 0,-1 0 0 0 0,0 1 0 0 0,-14-13 0 0 0,20 21-33 0 0,0-1 0 0 0,0 1 1 0 0,0 0-1 0 0,0-1 0 0 0,0 1 0 0 0,-1 1 0 0 0,1-1 0 0 0,-5-1 0 0 0,-8 1-7120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20276 0 0,'-2'12'1156'0'0,"0"0"0"0"0,1 1 0 0 0,0 15-1 0 0,0 8 342 0 0,-6 3-83 0 0,4-28-3702 0 0,1 1-3838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20308 0 0,'-2'0'156'0'0,"0"0"-1"0"0,0 1 1 0 0,0-1 0 0 0,0 1-1 0 0,0 0 1 0 0,0 0-1 0 0,0 0 1 0 0,0 0-1 0 0,1 0 1 0 0,-1 0-1 0 0,0 0 1 0 0,1 0-1 0 0,-1 1 1 0 0,1-1 0 0 0,-1 1-1 0 0,1-1 1 0 0,-1 1-1 0 0,0 1 1 0 0,-2 3 28 0 0,0-1 0 0 0,1 0 1 0 0,0 1-1 0 0,-4 10 0 0 0,4-7-59 0 0,1 1-1 0 0,0-1 1 0 0,0 1 0 0 0,1 0-1 0 0,0 0 1 0 0,1-1-1 0 0,0 1 1 0 0,0 0 0 0 0,1 0-1 0 0,3 13 1 0 0,-2-15-46 0 0,0 0 1 0 0,0 0 0 0 0,1 0-1 0 0,0 0 1 0 0,0 0 0 0 0,1 0-1 0 0,0-1 1 0 0,0 0 0 0 0,1 0-1 0 0,0 0 1 0 0,0 0-1 0 0,8 7 1 0 0,-11-12-32 0 0,1 0 1 0 0,-1 0-1 0 0,0 0 1 0 0,1 0-1 0 0,0-1 1 0 0,-1 1-1 0 0,1-1 1 0 0,0 0-1 0 0,0 0 1 0 0,0 0-1 0 0,0 0 1 0 0,0 0-1 0 0,0-1 1 0 0,0 1-1 0 0,0-1 1 0 0,0 0-1 0 0,0 0 0 0 0,0 0 1 0 0,0 0-1 0 0,0 0 1 0 0,0-1-1 0 0,0 1 1 0 0,0-1-1 0 0,0 0 1 0 0,0 0-1 0 0,0 0 1 0 0,0 0-1 0 0,0-1 1 0 0,-1 1-1 0 0,1-1 1 0 0,-1 0-1 0 0,6-3 1 0 0,-4 1-21 0 0,0 0 1 0 0,0 0 0 0 0,0 0-1 0 0,-1-1 1 0 0,1 1 0 0 0,-1-1 0 0 0,0 0-1 0 0,0 0 1 0 0,-1 0 0 0 0,1 0-1 0 0,-1 0 1 0 0,0 0 0 0 0,-1-1 0 0 0,1 1-1 0 0,-1-1 1 0 0,0 1 0 0 0,0-9-1 0 0,-2 1-97 0 0,0 1-1 0 0,-1 0 1 0 0,-1-1-1 0 0,0 1 1 0 0,0 0-1 0 0,-1 0 1 0 0,-1 0-1 0 0,0 1 1 0 0,-1 0-1 0 0,0 0 1 0 0,0 0-1 0 0,-1 1 0 0 0,-12-14 1 0 0,17 22-117 0 0,0 0 0 0 0,0 0-1 0 0,-1 1 1 0 0,1-1 0 0 0,-1 1 0 0 0,1-1-1 0 0,-1 1 1 0 0,1 0 0 0 0,-1 0 0 0 0,0 0 0 0 0,0 0-1 0 0,1 0 1 0 0,-1 1 0 0 0,0-1 0 0 0,0 1 0 0 0,0 0-1 0 0,0 0 1 0 0,0 0 0 0 0,0 0 0 0 0,1 0 0 0 0,-1 1-1 0 0,0-1 1 0 0,-3 2 0 0 0,-2 0-8204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14 12987 0 0,'0'0'187'0'0,"0"-1"1"0"0,0 0 0 0 0,-1 0-1 0 0,1 1 1 0 0,0-1 0 0 0,-1 0 0 0 0,1 1-1 0 0,-1-1 1 0 0,1 0 0 0 0,-1 1-1 0 0,1-1 1 0 0,-1 1 0 0 0,1-1-1 0 0,-1 1 1 0 0,1-1 0 0 0,-1 1-1 0 0,0-1 1 0 0,1 1 0 0 0,-1-1-1 0 0,0 1 1 0 0,0 0 0 0 0,1-1-1 0 0,-1 1 1 0 0,0 0 0 0 0,0 0-1 0 0,1 0 1 0 0,-1 0 0 0 0,0 0-1 0 0,0-1 1 0 0,0 1 0 0 0,1 1-1 0 0,-1-1 1 0 0,0 0 0 0 0,0 0 0 0 0,0 0-1 0 0,1 0 1 0 0,-1 0 0 0 0,0 1-1 0 0,0-1 1 0 0,1 0 0 0 0,-1 1-1 0 0,0-1 1 0 0,1 1 0 0 0,-1-1-1 0 0,0 1 1 0 0,-2 1-6 0 0,1 0 1 0 0,0 0 0 0 0,0 0-1 0 0,0 1 1 0 0,0-1-1 0 0,0 0 1 0 0,0 1-1 0 0,1 0 1 0 0,-1-1-1 0 0,-1 5 1 0 0,-2 10-67 0 0,0-1 0 0 0,1 1-1 0 0,1 1 1 0 0,1-1 0 0 0,0 0 0 0 0,1 0 0 0 0,1 1 0 0 0,1-1 0 0 0,0 1 0 0 0,7 28 0 0 0,-7-43-59 0 0,-1 0 0 0 0,1 0 1 0 0,0 0-1 0 0,0 0 1 0 0,1 0-1 0 0,-1 0 1 0 0,0-1-1 0 0,1 1 0 0 0,0-1 1 0 0,0 1-1 0 0,-1-1 1 0 0,2 0-1 0 0,-1 1 0 0 0,0-1 1 0 0,0 0-1 0 0,1-1 1 0 0,-1 1-1 0 0,4 2 0 0 0,-3-3-13 0 0,-1 0-1 0 0,1 0 1 0 0,0 0-1 0 0,0-1 1 0 0,0 1-1 0 0,0-1 0 0 0,0 0 1 0 0,-1 0-1 0 0,1 0 1 0 0,0 0-1 0 0,0 0 0 0 0,0-1 1 0 0,0 1-1 0 0,0-1 1 0 0,0 0-1 0 0,-1 1 0 0 0,1-1 1 0 0,0-1-1 0 0,2 0 1 0 0,-1 0-15 0 0,0 0 1 0 0,0-1 0 0 0,0 1-1 0 0,0-1 1 0 0,-1 0-1 0 0,0 0 1 0 0,1 0 0 0 0,-1 0-1 0 0,0 0 1 0 0,0-1 0 0 0,-1 1-1 0 0,1-1 1 0 0,-1 0-1 0 0,0 0 1 0 0,3-6 0 0 0,-3 4-1 0 0,0 0 0 0 0,-1 0 0 0 0,1 0 0 0 0,-1-1 0 0 0,-1 1 0 0 0,1 0 1 0 0,-1-1-1 0 0,0 1 0 0 0,-1 0 0 0 0,-1-7 0 0 0,0 1-111 0 0,-1 0-1 0 0,0 0 1 0 0,-1 0 0 0 0,-1 1-1 0 0,0-1 1 0 0,0 1-1 0 0,-1 0 1 0 0,-1 1 0 0 0,1-1-1 0 0,-16-15 1 0 0,20 24 70 0 0,1 0 1 0 0,-1 0-1 0 0,-1 1 1 0 0,1-1-1 0 0,0 1 1 0 0,0-1-1 0 0,-1 1 1 0 0,-3-2-1 0 0,-8 2-1666 0 0,13 2 1246 0 0,1-1 1 0 0,-1 0 0 0 0,0 0 0 0 0,1 1 0 0 0,-1-1-1 0 0,0 1 1 0 0,1-1 0 0 0,-1 0 0 0 0,1 1 0 0 0,-1-1-1 0 0,0 1 1 0 0,1 0 0 0 0,-1-1 0 0 0,1 1 0 0 0,0-1-1 0 0,-2 2 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20620 0 0,'-1'5'512'0'0,"0"1"-1"0"0,0-1 0 0 0,1 0 0 0 0,0 1 0 0 0,0 8 1 0 0,1 5 495 0 0,-5 26 696 0 0,1-2-1788 0 0,3-15-3088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21 3681 0 0,'0'-1'708'0'0,"0"0"0"0"0,0 0 0 0 0,-1 0 0 0 0,1 0 0 0 0,-1 0 0 0 0,1 0 0 0 0,-1 0 0 0 0,1 0 0 0 0,-1 0 0 0 0,0 0 0 0 0,0 0 0 0 0,1 0 0 0 0,-1 0 0 0 0,0 0 0 0 0,0 0 0 0 0,0 1 0 0 0,0-1 0 0 0,0 0 0 0 0,0 1 0 0 0,0-1 0 0 0,-1 0 0 0 0,1 1-595 0 0,0 0 1 0 0,1 0 0 0 0,-1 0-1 0 0,0 0 1 0 0,1 0-1 0 0,-1 1 1 0 0,0-1-1 0 0,1 0 1 0 0,-1 0-1 0 0,0 1 1 0 0,1-1-1 0 0,-1 0 1 0 0,1 1-1 0 0,-1-1 1 0 0,0 1-1 0 0,1-1 1 0 0,-1 0-1 0 0,1 1 1 0 0,-1 0-1 0 0,1-1 1 0 0,-1 1-1 0 0,1-1 1 0 0,0 1-1 0 0,-1-1 1 0 0,1 1-1 0 0,0 0 1 0 0,-1-1-1 0 0,1 1 1 0 0,0 0 0 0 0,0-1-1 0 0,0 1 1 0 0,0 0-1 0 0,-1-1 1 0 0,1 1-1 0 0,0 1 1 0 0,-3 18 187 0 0,1-1 1 0 0,0 1-1 0 0,3 31 1 0 0,-1-23-95 0 0,0-25-186 0 0,0 24 241 0 0,4 34-1 0 0,-3-54-162 0 0,0 1 0 0 0,1-1 0 0 0,0 0 0 0 0,0 1 1 0 0,1-1-1 0 0,-1 0 0 0 0,2 0 0 0 0,-1 0 0 0 0,7 8 0 0 0,-9-13-66 0 0,0 0-1 0 0,1-1 1 0 0,-1 1-1 0 0,1 0 1 0 0,-1-1-1 0 0,1 1 1 0 0,0-1 0 0 0,-1 0-1 0 0,1 0 1 0 0,0 0-1 0 0,0 0 1 0 0,0 0-1 0 0,0 0 1 0 0,0 0-1 0 0,0 0 1 0 0,0-1-1 0 0,0 1 1 0 0,4 0-1 0 0,-3-2-2 0 0,0 1-1 0 0,-1 0 0 0 0,1 0 0 0 0,0-1 1 0 0,0 0-1 0 0,0 1 0 0 0,-1-1 0 0 0,1 0 1 0 0,0 0-1 0 0,-1-1 0 0 0,1 1 0 0 0,3-3 1 0 0,0 0 17 0 0,-1 0 1 0 0,0 0-1 0 0,-1-1 1 0 0,1 1 0 0 0,-1-1-1 0 0,1 0 1 0 0,-2-1 0 0 0,1 1-1 0 0,0-1 1 0 0,-1 1-1 0 0,4-11 1 0 0,-5 11-32 0 0,-1 0 1 0 0,0-1-1 0 0,0 1 1 0 0,0-1-1 0 0,-1 1 1 0 0,1-1-1 0 0,-1 0 1 0 0,-1 1-1 0 0,1-1 1 0 0,-1 1-1 0 0,-1-7 1 0 0,-1 4-17 0 0,1 0 0 0 0,-1 0 0 0 0,-1 0 0 0 0,1 1 0 0 0,-1-1 0 0 0,-10-13 0 0 0,8 13-237 0 0,-1 0 0 0 0,1 0 0 0 0,-2 1 1 0 0,1-1-1 0 0,-1 2 0 0 0,0-1 0 0 0,0 1 0 0 0,-1 1 1 0 0,0-1-1 0 0,0 1 0 0 0,0 1 0 0 0,-16-6 0 0 0,17 7-822 0 0,5 2 494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 14571 0 0,'-1'-2'292'0'0,"0"1"-1"0"0,0 0 1 0 0,0 0-1 0 0,-1 0 1 0 0,1 0 0 0 0,0 0-1 0 0,0 0 1 0 0,-1 0-1 0 0,1 1 1 0 0,-1-1-1 0 0,1 0 1 0 0,0 1 0 0 0,-1-1-1 0 0,1 1 1 0 0,-1-1-1 0 0,0 1 1 0 0,1 0-1 0 0,-1 0 1 0 0,1 0 0 0 0,-3 0-1 0 0,2 0-152 0 0,1 1 0 0 0,-1-1 0 0 0,1 1 0 0 0,-1 0-1 0 0,1-1 1 0 0,0 1 0 0 0,-1 0 0 0 0,1 0 0 0 0,0 0 0 0 0,-1 0 0 0 0,1 0 0 0 0,0 1-1 0 0,0-1 1 0 0,0 0 0 0 0,0 0 0 0 0,-1 3 0 0 0,-2 3-39 0 0,0 1 0 0 0,1-1 0 0 0,0 1 0 0 0,0 0 0 0 0,1 0-1 0 0,-2 10 1 0 0,0 3 266 0 0,2-1-1 0 0,-1 38 0 0 0,3-50-235 0 0,0 1 1 0 0,1-1-1 0 0,0 1 0 0 0,1-1 1 0 0,0 0-1 0 0,0 1 0 0 0,1-1 1 0 0,0 0-1 0 0,6 11 1 0 0,-8-17-80 0 0,0 0 0 0 0,0 0 0 0 0,1 0 1 0 0,-1 0-1 0 0,0 0 0 0 0,1 0 0 0 0,0-1 1 0 0,-1 1-1 0 0,1 0 0 0 0,0-1 0 0 0,0 0 1 0 0,0 1-1 0 0,0-1 0 0 0,0 0 0 0 0,0 0 1 0 0,0 0-1 0 0,0 0 0 0 0,0-1 1 0 0,1 1-1 0 0,-1 0 0 0 0,0-1 0 0 0,1 0 1 0 0,-1 1-1 0 0,0-1 0 0 0,1 0 0 0 0,-1 0 1 0 0,0 0-1 0 0,1-1 0 0 0,-1 1 0 0 0,0-1 1 0 0,1 1-1 0 0,-1-1 0 0 0,3-1 0 0 0,0 0-16 0 0,0-1 0 0 0,-1 1-1 0 0,1-1 1 0 0,-1 0 0 0 0,0 0 0 0 0,0-1-1 0 0,0 1 1 0 0,0-1 0 0 0,0 0-1 0 0,-1 0 1 0 0,0 0 0 0 0,0-1-1 0 0,5-8 1 0 0,-5 6-66 0 0,0 0 0 0 0,-1 0 1 0 0,0 0-1 0 0,0-1 0 0 0,0 1 0 0 0,-1-1 1 0 0,-1 0-1 0 0,1 1 0 0 0,-1-1 0 0 0,0 0 0 0 0,-1 1 1 0 0,-2-15-1 0 0,1 12-122 0 0,-1 1 0 0 0,1-1 0 0 0,-2 1 0 0 0,1 0 0 0 0,-1 0 0 0 0,-1 1 0 0 0,0-1 0 0 0,0 1 0 0 0,-11-14 0 0 0,14 20 30 0 0,-1-1 0 0 0,1 1 0 0 0,-1 0 0 0 0,0 0 0 0 0,1 0 0 0 0,-1 1 0 0 0,0-1 0 0 0,0 1 0 0 0,0-1 0 0 0,0 1 0 0 0,0 0 0 0 0,0 0 0 0 0,0 1 0 0 0,-1-1 0 0 0,1 0 0 0 0,0 1 0 0 0,-1 0 0 0 0,1 0 0 0 0,0 0 0 0 0,-7 1 0 0 0,6 0-461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13363 0 0,'0'0'1384'0'0,"1"0"-1221"0"0,5 7 6870 0 0,1 10-5109 0 0,-7-16-1686 0 0,1 2-86 0 0,0 1 1 0 0,0 0-1 0 0,0-1 0 0 0,0 1 0 0 0,-1 0 1 0 0,1 0-1 0 0,-1 0 0 0 0,0-1 1 0 0,-1 1-1 0 0,1 0 0 0 0,0 0 0 0 0,-1 0 1 0 0,-2 5-1 0 0,2-5-374 0 0,-1-1 1 0 0,1 1-1 0 0,-1-1 0 0 0,0 1 1 0 0,0-1-1 0 0,-1 0 1 0 0,1 0-1 0 0,-4 4 1 0 0,4-5-1857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15203 0 0,'0'23'5014'0'0,"1"-17"-4725"0"0,0 1 0 0 0,-1 0 1 0 0,0-1-1 0 0,-1 1 0 0 0,0 0 0 0 0,0-1 0 0 0,0 1 0 0 0,-3 7 1 0 0,3-12-849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0,'1'9'5698'0'0,"4"10"-3416"0"0,1 6-1773 0 0,13 227 476 0 0,-17-243-1800 0 0,-2-5 286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15203 0 0,'-1'3'613'0'0,"0"1"0"0"0,0-1 0 0 0,0 1 0 0 0,1 0 0 0 0,0-1 0 0 0,-1 1 0 0 0,1 0 0 0 0,1-1 0 0 0,-1 1 0 0 0,1 4 0 0 0,0 3 302 0 0,-1-1-576 0 0,-1 2-641 0 0,2-6-6148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12443 0 0,'2'-2'2446'0'0,"3"-2"3171"0"0,2 12-4217 0 0,-4-1-1196 0 0,-1 0-1 0 0,0 1 1 0 0,0-1-1 0 0,0 1 1 0 0,-1-1-1 0 0,0 1 1 0 0,0 13-1 0 0,-4 55 748 0 0,-1-44-653 0 0,2-23-336 0 0,0 0-1 0 0,1 0 0 0 0,0 0 0 0 0,1 0 1 0 0,0 0-1 0 0,1-1 0 0 0,-1 1 0 0 0,4 13 1 0 0,-4-22-249 0 0,1 2-976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14283 0 0,'1'28'5666'0'0,"0"-19"-5194"0"0,-1-1 0 0 0,1 0-1 0 0,-2 1 1 0 0,0-1 0 0 0,-2 14 0 0 0,2-20-799 0 0,0 2-228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12443 0 0,'-4'-3'6025'0'0,"5"7"-1880"0"0,1 5-3910 0 0,3 33 455 0 0,-1-1 0 0 0,-2 1 0 0 0,-1 0 0 0 0,-11 79 0 0 0,10-119-1343 0 0,-2 12 902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9218 0 0,'-7'9'9289'0'0,"2"4"-5327"0"0,0 17-3673 0 0,3-18 278 0 0,0-4-2369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5985 0 0,'0'-1'357'0'0,"0"1"0"0"0,0-1-1 0 0,0 1 1 0 0,1-1 0 0 0,-1 1 0 0 0,0 0-1 0 0,0-1 1 0 0,0 1 0 0 0,1-1 0 0 0,-1 1-1 0 0,0 0 1 0 0,0-1 0 0 0,1 1 0 0 0,-1 0-1 0 0,0-1 1 0 0,1 1 0 0 0,-1 0 0 0 0,1-1-1 0 0,-1 1 1 0 0,0 0 0 0 0,1 0 0 0 0,-1 0-1 0 0,1-1 1 0 0,-1 1 0 0 0,1 0-1 0 0,-1 0 1 0 0,0 0 0 0 0,2 0 0 0 0,-2 0-96 0 0,1 0 0 0 0,-1 1-1 0 0,1-1 1 0 0,-1 1 0 0 0,1-1 0 0 0,-1 1 0 0 0,1-1 0 0 0,-1 1 0 0 0,1-1 0 0 0,-1 1 0 0 0,0 0 0 0 0,1-1 0 0 0,-1 1 0 0 0,0 0 0 0 0,0-1 0 0 0,1 2 0 0 0,5 31 1552 0 0,-2 9-1027 0 0,-3 0 0 0 0,-1 1 0 0 0,-3-1 0 0 0,-10 59 0 0 0,12-98-1540 0 0,0-7-475 0 0,1 2 643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15203 0 0,'1'25'6179'0'0,"1"0"-4068"0"0,-5 0-8600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 5985 0 0,'-2'-3'600'0'0,"-7"-12"8623"0"0,3 15-4807 0 0,0 9-3342 0 0,0 6-905 0 0,1-1 1 0 0,1 1-1 0 0,0 1 0 0 0,1-1 1 0 0,1 0-1 0 0,0 1 0 0 0,1-1 1 0 0,1 1-1 0 0,0-1 1 0 0,1 1-1 0 0,5 24 0 0 0,-6-38-153 0 0,1 0-1 0 0,-1-1 0 0 0,1 1 0 0 0,-1 0 0 0 0,1 0 1 0 0,0 0-1 0 0,0 0 0 0 0,0 0 0 0 0,0-1 0 0 0,0 1 1 0 0,0 0-1 0 0,0-1 0 0 0,1 1 0 0 0,-1-1 0 0 0,1 1 1 0 0,-1-1-1 0 0,1 0 0 0 0,2 2 0 0 0,-2-2 1 0 0,0-1 0 0 0,-1 1-1 0 0,1-1 1 0 0,0 0 0 0 0,-1 1 0 0 0,1-1-1 0 0,0 0 1 0 0,0 0 0 0 0,-1-1-1 0 0,1 1 1 0 0,0 0 0 0 0,-1 0 0 0 0,1-1-1 0 0,0 1 1 0 0,-1-1 0 0 0,1 0 0 0 0,0 1-1 0 0,-1-1 1 0 0,1 0 0 0 0,-1 0 0 0 0,0 0-1 0 0,3-2 1 0 0,2-1 29 0 0,0-2 0 0 0,-1 1 1 0 0,1-1-1 0 0,-1 1 0 0 0,0-1 0 0 0,-1-1 0 0 0,1 1 0 0 0,-1-1 0 0 0,-1 0 1 0 0,1 0-1 0 0,-1 0 0 0 0,0 0 0 0 0,-1 0 0 0 0,1-1 0 0 0,-2 1 0 0 0,2-10 0 0 0,-2 12-53 0 0,0 0 0 0 0,-1 0-1 0 0,0-1 1 0 0,0 1 0 0 0,0 0-1 0 0,0-1 1 0 0,-1 1 0 0 0,0 0-1 0 0,0 0 1 0 0,0 0 0 0 0,-1-1-1 0 0,0 2 1 0 0,0-1 0 0 0,0 0-1 0 0,-1 0 1 0 0,1 0 0 0 0,-1 1-1 0 0,0 0 1 0 0,-1-1 0 0 0,1 1-1 0 0,-1 0 1 0 0,1 1 0 0 0,-1-1-1 0 0,-6-3 1 0 0,7 5-50 0 0,0 0 0 0 0,0 1 0 0 0,-1-1 0 0 0,1 1 0 0 0,-5-1-1 0 0,6 1-141 0 0,1 1-1 0 0,0 0 0 0 0,0-1 1 0 0,-1 1-1 0 0,1 0 1 0 0,0 0-1 0 0,-1 0 0 0 0,1 0 1 0 0,0 0-1 0 0,0 0 0 0 0,-1 0 1 0 0,1 1-1 0 0,0-1 0 0 0,0 0 1 0 0,-1 1-1 0 0,1-1 0 0 0,0 1 1 0 0,-2 0-1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18580 0 0,'-1'1'408'0'0,"1"3"80"0"0,0-1 24 0 0,-1 1 8 0 0,1-3-416 0 0,0 1-104 0 0,0 1 0 0 0,-1 3 0 0 0,0 3 449 0 0,-1 3 71 0 0,0 1 16 0 0,0-2 0 0 0,1-3-536 0 0,-1-1 0 0 0,1-1 0 0 0,0-1-6073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28 7834 0 0,'0'-1'638'0'0,"0"0"0"0"0,0-1 1 0 0,-1 1-1 0 0,1 0 1 0 0,0-1-1 0 0,0 1 0 0 0,-1 0 1 0 0,1 0-1 0 0,0-1 1 0 0,-2-1-1 0 0,2 3-426 0 0,0-1 0 0 0,-1 1 0 0 0,1 0 0 0 0,0 0 0 0 0,0-1-1 0 0,-1 1 1 0 0,1 0 0 0 0,0-1 0 0 0,-1 1 0 0 0,1 0 0 0 0,0 0 0 0 0,-1 0 0 0 0,1-1 0 0 0,0 1 0 0 0,-1 0 0 0 0,1 0-1 0 0,0 0 1 0 0,-1 0 0 0 0,1 0 0 0 0,-1 0 0 0 0,1 0 0 0 0,0 0 0 0 0,-1 0 0 0 0,-1 0-50 0 0,1 0 0 0 0,-1 1 0 0 0,1-1 0 0 0,0 1 0 0 0,-1 0 0 0 0,1 0 0 0 0,0-1 1 0 0,0 1-1 0 0,-1 0 0 0 0,1 0 0 0 0,0 0 0 0 0,0 0 0 0 0,0 0 0 0 0,0 0 0 0 0,0 0 0 0 0,0 1 0 0 0,0 1 1 0 0,-4 5-57 0 0,0 0 1 0 0,1 1 0 0 0,1 0 0 0 0,-1 0 0 0 0,2 0 0 0 0,-1 0 0 0 0,1 0 0 0 0,-2 18 0 0 0,3-14-132 0 0,1 0 0 0 0,0 0 0 0 0,0 1 1 0 0,2-1-1 0 0,4 24 0 0 0,-5-35 68 0 0,-1-1-1 0 0,0 1 1 0 0,1 0 0 0 0,-1-1-1 0 0,1 1 1 0 0,-1 0-1 0 0,1-1 1 0 0,0 1 0 0 0,-1-1-1 0 0,1 0 1 0 0,0 1 0 0 0,0-1-1 0 0,0 0 1 0 0,0 1 0 0 0,1-1-1 0 0,-1 0 1 0 0,0 0-1 0 0,0 0 1 0 0,1 0 0 0 0,-1 0-1 0 0,1 0 1 0 0,-1 0 0 0 0,1 0-1 0 0,-1-1 1 0 0,1 1-1 0 0,-1-1 1 0 0,1 1 0 0 0,0-1-1 0 0,-1 0 1 0 0,1 1 0 0 0,0-1-1 0 0,-1 0 1 0 0,1 0-1 0 0,0 0 1 0 0,-1 0 0 0 0,1 0-1 0 0,0-1 1 0 0,-1 1 0 0 0,1 0-1 0 0,3-2 1 0 0,-1 0-25 0 0,0 0 1 0 0,1 0-1 0 0,-1 0 1 0 0,0 0-1 0 0,0-1 0 0 0,0 0 1 0 0,-1 0-1 0 0,1 0 1 0 0,-1 0-1 0 0,1 0 1 0 0,-1-1-1 0 0,0 0 0 0 0,4-6 1 0 0,-5 5-8 0 0,0 0 1 0 0,0 0-1 0 0,0-1 1 0 0,-1 1 0 0 0,0 0-1 0 0,0-1 1 0 0,0 1-1 0 0,-1 0 1 0 0,1-1-1 0 0,-1 1 1 0 0,-1-1-1 0 0,1 1 1 0 0,-1-1-1 0 0,0 1 1 0 0,0 0-1 0 0,-1-1 1 0 0,-3-8 0 0 0,1 3-154 0 0,-1 0 1 0 0,-1 1-1 0 0,0-1 1 0 0,0 1-1 0 0,-1 0 1 0 0,0 1-1 0 0,-10-11 1 0 0,15 18 102 0 0,1 1 0 0 0,-1-1 0 0 0,0 1 1 0 0,0-1-1 0 0,1 1 0 0 0,-5-3 0 0 0,-4 3-1343 0 0,1 6-4823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8754 0 0,'0'24'10168'0'0,"5"2"-6826"0"0,0 11-2105 0 0,-7-16-3191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17052 0 0,'-3'13'1233'0'0,"0"-1"1"0"0,1 0 0 0 0,1 1 0 0 0,0 14 0 0 0,-1 12-2126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3225 0 0,'-2'-6'12874'0'0,"2"5"-12601"0"0,10-6 3547 0 0,15-3-2683 0 0,-24 9-1131 0 0,0 1 0 0 0,0 0-1 0 0,0 0 1 0 0,0 0 0 0 0,0 0 0 0 0,0-1 0 0 0,-1 1 0 0 0,1 0 0 0 0,0 0 0 0 0,0 1 0 0 0,0-1 0 0 0,0 0 0 0 0,0 0 0 0 0,0 0 0 0 0,0 1 0 0 0,0-1 0 0 0,-1 0 0 0 0,1 1 0 0 0,0-1 0 0 0,0 1 0 0 0,0-1 0 0 0,-1 1 0 0 0,1-1 0 0 0,0 1 0 0 0,0-1 0 0 0,-1 1 0 0 0,1 0 0 0 0,-1-1 0 0 0,1 1 0 0 0,-1 0 0 0 0,1 0 0 0 0,-1-1 0 0 0,1 3 0 0 0,0-1 8 0 0,0 1 1 0 0,-1 0-1 0 0,1 0 1 0 0,-1 0-1 0 0,0 0 1 0 0,0 0-1 0 0,0 0 1 0 0,-1 0-1 0 0,0 5 1 0 0,0-2-24 0 0,0 0 0 0 0,-1 0 0 0 0,0 0 0 0 0,0 0 0 0 0,0 0 0 0 0,-1 0 0 0 0,-5 10 0 0 0,5-11 55 0 0,0 0 0 0 0,1 0 0 0 0,-1 1 0 0 0,1-1 0 0 0,-2 10 0 0 0,-1 5 190 0 0,-3-3-20 0 0,-6 21 13 0 0,13-36-203 0 0,0 0 0 0 0,1 0 0 0 0,0 0 0 0 0,-1 0 0 0 0,1 0 0 0 0,0 1 0 0 0,0-1 0 0 0,0 0 0 0 0,0 0 0 0 0,0 0 0 0 0,1 1 0 0 0,-1-1 0 0 0,1 0 0 0 0,0 2 0 0 0,0-2-6 0 0,0-1 1 0 0,0 0 0 0 0,0-1 0 0 0,0 1 0 0 0,0 0 0 0 0,0 0 0 0 0,0 0 0 0 0,0 0-1 0 0,0-1 1 0 0,1 1 0 0 0,-1-1 0 0 0,0 1 0 0 0,0-1 0 0 0,1 1 0 0 0,-1-1 0 0 0,0 0-1 0 0,0 1 1 0 0,1-1 0 0 0,-1 0 0 0 0,0 0 0 0 0,1 0 0 0 0,2 0 0 0 0,34-5-10 0 0,-33 4-78 0 0,12-3-1180 0 0,-13 3 403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9674 0 0,'-1'7'2167'0'0,"1"1"0"0"0,0 0 0 0 0,2 14 0 0 0,1 9 1012 0 0,-3-27-3240 0 0,0 0 1 0 0,-1 0-1 0 0,1-1 1 0 0,-1 1 0 0 0,0 0-1 0 0,-1 4 1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57 11058 0 0,'-1'0'178'0'0,"1"-1"-1"0"0,0 1 1 0 0,-1 0-1 0 0,1 0 1 0 0,0 0-1 0 0,-1 0 0 0 0,1-1 1 0 0,0 1-1 0 0,0 0 1 0 0,-1 0-1 0 0,1-1 1 0 0,0 1-1 0 0,0 0 1 0 0,-1-1-1 0 0,1 1 1 0 0,0 0-1 0 0,0 0 0 0 0,0-1 1 0 0,0 1-1 0 0,0 0 1 0 0,-1-1-1 0 0,1 1 1 0 0,0-1-1 0 0,0 1 1 0 0,0 0-1 0 0,0-1 0 0 0,0 1 1 0 0,0 0-1 0 0,0-1 1 0 0,0 1-1 0 0,0-1 1 0 0,8-11 2016 0 0,15-7-1079 0 0,1 7-64 0 0,-23 11-1032 0 0,0 1 0 0 0,-1-1 1 0 0,1 1-1 0 0,0 0 0 0 0,0-1 0 0 0,0 1 1 0 0,0 0-1 0 0,0 0 0 0 0,-1 0 1 0 0,1 0-1 0 0,0 0 0 0 0,0 0 0 0 0,0 0 1 0 0,0 0-1 0 0,0 0 0 0 0,0 0 1 0 0,0 0-1 0 0,-1 0 0 0 0,1 1 0 0 0,0-1 1 0 0,0 0-1 0 0,0 0 0 0 0,0 1 0 0 0,-1-1 1 0 0,1 1-1 0 0,0-1 0 0 0,0 2 1 0 0,0 0 50 0 0,0 1 0 0 0,-1-1 0 0 0,0 1 1 0 0,0-1-1 0 0,0 1 0 0 0,0 0 1 0 0,0-1-1 0 0,0 1 0 0 0,0-1 0 0 0,-1 1 1 0 0,0 0-1 0 0,0 2 0 0 0,-1 1-79 0 0,-10 45 292 0 0,-5 23 127 0 0,16-63-348 0 0,0 0 0 0 0,0-1 0 0 0,1 1 0 0 0,1 19 0 0 0,-1-28-23 0 0,1-1 1 0 0,-1 1 0 0 0,0-1 0 0 0,0 1 0 0 0,1-1-1 0 0,-1 1 1 0 0,1-1 0 0 0,0 0 0 0 0,-1 1-1 0 0,1-1 1 0 0,0 0 0 0 0,0 0 0 0 0,0 0 0 0 0,-1 1-1 0 0,1-1 1 0 0,1 0 0 0 0,-1 0 0 0 0,0 0-1 0 0,0 0 1 0 0,0-1 0 0 0,0 1 0 0 0,1 0-1 0 0,-1 0 1 0 0,0-1 0 0 0,1 1 0 0 0,-1-1 0 0 0,0 1-1 0 0,1-1 1 0 0,-1 1 0 0 0,3-1 0 0 0,2 1-529 0 0,0-1 0 0 0,1 0 1 0 0,-1-1-1 0 0,0 1 0 0 0,12-4 1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11979 0 0,'4'21'8421'0'0,"-2"-12"-7665"0"0,0 0-1 0 0,-1-1 1 0 0,0 12-1 0 0,-1-15-979 0 0,0 0 0 0 0,-1 0 0 0 0,1 0 1 0 0,-1 0-1 0 0,-1-1 0 0 0,1 1 0 0 0,-3 5 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9218 0 0,'-1'-1'359'0'0,"1"1"1"0"0,0 0-1 0 0,0-1 1 0 0,-1 1-1 0 0,1 0 0 0 0,0-1 1 0 0,-1 1-1 0 0,1 0 1 0 0,-1-1-1 0 0,1 1 0 0 0,0 0 1 0 0,-1 0-1 0 0,1 0 1 0 0,-1-1-1 0 0,1 1 0 0 0,-1 0 1 0 0,1 0-1 0 0,0 0 1 0 0,-1 0-1 0 0,1 0 0 0 0,-1 0 1 0 0,1 0-1 0 0,-1 0 1 0 0,1 0-1 0 0,-1 0 1 0 0,1 0-1 0 0,-1 0 0 0 0,1 0 1 0 0,0 0-1 0 0,-1 1 1 0 0,0-1-1 0 0,0 1-106 0 0,0 0 0 0 0,0 0 1 0 0,0-1-1 0 0,1 1 0 0 0,-1 0 0 0 0,0 0 0 0 0,1 0 1 0 0,-1 0-1 0 0,0 1 0 0 0,1-1 0 0 0,-1 2 0 0 0,-8 33-451 0 0,9-35 412 0 0,-2 19-75 0 0,1 0-1 0 0,1 0 1 0 0,1 0 0 0 0,1 0 0 0 0,0 0-1 0 0,2 0 1 0 0,0-1 0 0 0,10 28-1 0 0,-13-44-104 0 0,0 0 0 0 0,0 0 0 0 0,0 0 0 0 0,1 0 0 0 0,0-1 0 0 0,-1 1 0 0 0,1 0 0 0 0,0-1 0 0 0,0 1 0 0 0,1-1 0 0 0,-1 1 0 0 0,0-1 0 0 0,6 4 0 0 0,-6-6-19 0 0,-1 1 0 0 0,1 0-1 0 0,0-1 1 0 0,-1 1 0 0 0,1-1-1 0 0,0 1 1 0 0,0-1 0 0 0,-1 0-1 0 0,1 0 1 0 0,0 0 0 0 0,0 0-1 0 0,-1 0 1 0 0,1 0 0 0 0,0 0-1 0 0,0-1 1 0 0,-1 1 0 0 0,1-1 0 0 0,0 1-1 0 0,-1-1 1 0 0,1 0 0 0 0,0 1-1 0 0,-1-1 1 0 0,1 0 0 0 0,-1 0-1 0 0,1 0 1 0 0,1-2 0 0 0,1 0-37 0 0,0-1 0 0 0,-1 1 0 0 0,1-1 1 0 0,-1 0-1 0 0,0 0 0 0 0,0 0 0 0 0,-1 0 0 0 0,1-1 1 0 0,-1 1-1 0 0,0-1 0 0 0,0 0 0 0 0,0 1 1 0 0,0-1-1 0 0,-1 0 0 0 0,0 0 0 0 0,0 0 1 0 0,-1 0-1 0 0,1 0 0 0 0,-1 0 0 0 0,0 0 1 0 0,0 0-1 0 0,-1 0 0 0 0,-1-7 0 0 0,1 4-23 0 0,-1 0 0 0 0,0-1 0 0 0,-1 1 0 0 0,0 0 0 0 0,0 0 0 0 0,-1 1 0 0 0,0-1 0 0 0,0 1 0 0 0,-1-1 0 0 0,0 1 0 0 0,0 1 0 0 0,-1-1 0 0 0,-6-5 0 0 0,7 8-409 0 0,0 0 0 0 0,0 1 0 0 0,0 0 0 0 0,-1 0 0 0 0,1 0 0 0 0,-10-2 0 0 0,11 4-449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20164 0 0,'-2'10'1241'0'0,"1"0"-1"0"0,1 0 1 0 0,0 20-1 0 0,1-5-2100 0 0,-3 0-5669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 17508 0 0,'-1'0'99'0'0,"1"0"-1"0"0,0-1 1 0 0,0 1 0 0 0,0 0 0 0 0,0 0-1 0 0,0-1 1 0 0,0 1 0 0 0,0 0 0 0 0,0 0-1 0 0,0 0 1 0 0,-1-1 0 0 0,1 1 0 0 0,0 0 0 0 0,0 0-1 0 0,0 0 1 0 0,0-1 0 0 0,-1 1 0 0 0,1 0-1 0 0,0 0 1 0 0,0 0 0 0 0,-1 0 0 0 0,1-1 0 0 0,0 1-1 0 0,0 0 1 0 0,-1 0 0 0 0,1 0 0 0 0,0 0-1 0 0,0 0 1 0 0,-1 0 0 0 0,1 0 0 0 0,0 0 0 0 0,0 0-1 0 0,-1 0 1 0 0,1 0 0 0 0,0 0 0 0 0,-1 0-1 0 0,-5 9 1377 0 0,0 14-638 0 0,7-6-774 0 0,-1-1-1 0 0,2 0 0 0 0,0 1 1 0 0,1-1-1 0 0,1 0 0 0 0,1 0 1 0 0,0-1-1 0 0,1 0 0 0 0,0 0 1 0 0,9 15-1 0 0,-13-27-27 0 0,0 0 0 0 0,0 1 1 0 0,0-1-1 0 0,0-1 0 0 0,0 1 1 0 0,1 0-1 0 0,-1 0 0 0 0,1-1 1 0 0,0 1-1 0 0,0-1 0 0 0,0 0 1 0 0,0 0-1 0 0,5 2 0 0 0,-6-3-17 0 0,0-1 0 0 0,0 1 0 0 0,0-1 0 0 0,0 1 0 0 0,0-1 0 0 0,0 0 0 0 0,1 0 0 0 0,-1 0 0 0 0,0 0 0 0 0,0-1 0 0 0,0 1 0 0 0,0 0 0 0 0,0-1 0 0 0,1 0 0 0 0,-1 1 0 0 0,0-1 0 0 0,0 0 0 0 0,-1 0 0 0 0,1 0 0 0 0,0 0-1 0 0,0 0 1 0 0,0-1 0 0 0,2-2 0 0 0,1 1-14 0 0,-1-1 0 0 0,0-1 0 0 0,-1 1-1 0 0,1 0 1 0 0,-1-1 0 0 0,0 0 0 0 0,0 0 0 0 0,0 0-1 0 0,-1 0 1 0 0,0 0 0 0 0,0-1 0 0 0,0 1-1 0 0,0-1 1 0 0,-1 1 0 0 0,0-1 0 0 0,0 0-1 0 0,-1 1 1 0 0,1-1 0 0 0,-1 0 0 0 0,-1 1-1 0 0,1-1 1 0 0,-1 0 0 0 0,-2-8 0 0 0,2 6-30 0 0,-1 1 0 0 0,-1 0 0 0 0,1 0 0 0 0,-1 0 0 0 0,-1 0 0 0 0,1 0 0 0 0,-1 0 0 0 0,0 1 0 0 0,-1 0 0 0 0,1 0 0 0 0,-1 0 0 0 0,0 1 0 0 0,-1-1 0 0 0,1 1 0 0 0,-1 0 0 0 0,0 1 0 0 0,-9-6 0 0 0,12 9-17 0 0,1 0 1 0 0,-1-1-1 0 0,0 2 1 0 0,1-1-1 0 0,-1 0 1 0 0,0 0-1 0 0,1 1 1 0 0,-1 0-1 0 0,0-1 1 0 0,0 1-1 0 0,0 0 1 0 0,-5 1-1 0 0,-9 3-6976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11979 0 0,'0'0'314'0'0,"0"0"-157"0"0,0 0 0 0 0,0 0 0 0 0,-1 0 0 0 0,1 0 0 0 0,-4-1 4710 0 0,4 0-4710 0 0,0 1 0 0 0,0 0 0 0 0,0 0 0 0 0,0 0 0 0 0,0 0 0 0 0,0 0 0 0 0,0-1 0 0 0,0 1 0 0 0,0 0 0 0 0,0 0 0 0 0,0 0 0 0 0,0 0 0 0 0,7-8 2155 0 0,13-4-1937 0 0,15-4 195 0 0,-34 16-535 0 0,1-1 0 0 0,0 0 0 0 0,-1 1 1 0 0,1-1-1 0 0,0 1 0 0 0,-1 0 0 0 0,1 0 0 0 0,0 0 0 0 0,-1-1 0 0 0,1 1 0 0 0,0 1 0 0 0,0-1 0 0 0,-1 0 0 0 0,1 0 0 0 0,0 1 0 0 0,-1-1 0 0 0,1 1 0 0 0,0-1 0 0 0,1 2 0 0 0,-2-1-45 0 0,0 0 0 0 0,0 0 0 0 0,-1 0 1 0 0,1 0-1 0 0,-1 0 0 0 0,1 0 0 0 0,-1 0 1 0 0,1 1-1 0 0,-1-1 0 0 0,1 0 0 0 0,-1 0 0 0 0,0 0 1 0 0,0 0-1 0 0,0 1 0 0 0,0-1 0 0 0,0 0 0 0 0,0 0 1 0 0,0 1-1 0 0,0-1 0 0 0,0 0 0 0 0,0 0 1 0 0,-1 0-1 0 0,1 0 0 0 0,-1 2 0 0 0,-12 30 263 0 0,11-29-303 0 0,-74 183 45 0 0,74-183 108 0 0,1 1 0 0 0,0-1-1 0 0,0 0 1 0 0,0 1 0 0 0,1-1 0 0 0,-1 1-1 0 0,1 5 1 0 0,0-9-88 0 0,1 0 1 0 0,-1 0-1 0 0,0 0 1 0 0,0 0-1 0 0,0-1 0 0 0,1 1 1 0 0,-1 0-1 0 0,0 0 0 0 0,1-1 1 0 0,-1 1-1 0 0,0 0 1 0 0,1 0-1 0 0,-1-1 0 0 0,1 1 1 0 0,-1 0-1 0 0,1-1 0 0 0,0 1 1 0 0,0 0-1 0 0,0-1-15 0 0,0 1-1 0 0,0-1 1 0 0,0 1-1 0 0,0-1 1 0 0,1 0-1 0 0,-1 0 0 0 0,0 0 1 0 0,0 1-1 0 0,0-1 1 0 0,0 0-1 0 0,0 0 1 0 0,0 0-1 0 0,0-1 1 0 0,1 1-1 0 0,-1 0 0 0 0,0 0 1 0 0,1-1-1 0 0,28-11-3023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12899 0 0,'-1'0'328'0'0,"0"1"1"0"0,1-1 0 0 0,-1 1-1 0 0,1 0 1 0 0,0-1 0 0 0,-1 1-1 0 0,1-1 1 0 0,-1 1-1 0 0,1 0 1 0 0,0-1 0 0 0,0 1-1 0 0,-1 0 1 0 0,1 0 0 0 0,0-1-1 0 0,0 1 1 0 0,0 0-1 0 0,0-1 1 0 0,0 1 0 0 0,0 0-1 0 0,0 1 1 0 0,1 22 2203 0 0,0-7-1851 0 0,-1-15-844 0 0,-1-1 0 0 0,1 1-1 0 0,0 0 1 0 0,-1 0 0 0 0,1 0 0 0 0,-1-1 0 0 0,0 1-1 0 0,0 0 1 0 0,1 0 0 0 0,-3 2 0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17972 0 0,'0'68'5653'0'0,"0"-1"-6137"0"0,0-67 473 0 0,0 0 0 0 0,0 0 0 0 0,0 0 0 0 0,0 0 0 0 0,0 0-1 0 0,0 0 1 0 0,0 0 0 0 0,0 0 0 0 0,0 1 0 0 0,0-1 0 0 0,0 0 0 0 0,0 0 0 0 0,0 0 0 0 0,0 0 0 0 0,0 0 0 0 0,0 0 0 0 0,0 0 0 0 0,0 0-1 0 0,0 1 1 0 0,0-1 0 0 0,0 0 0 0 0,0 0 0 0 0,1 0 0 0 0,-1 0 0 0 0,0 0 0 0 0,0 0 0 0 0,0 0 0 0 0,0 0 0 0 0,0 0 0 0 0,0 0 0 0 0,0 0-1 0 0,0 0 1 0 0,0 0 0 0 0,0 0 0 0 0,1 1 0 0 0,-1-1 0 0 0,0 0 0 0 0,0 0 0 0 0,0 0 0 0 0,0 0 0 0 0,0 0 0 0 0,0 0 0 0 0,0 0 0 0 0,1 0-1 0 0,-1 0 1 0 0,0 0 0 0 0,0 0 0 0 0,0-1 0 0 0,1 1-62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8290 0 0,'2'9'10750'0'0,"-1"9"-8240"0"0,-2-12-1610 0 0,-1 49 2290 0 0,1-32-4370 0 0,0 1-5559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 17508 0 0,'0'0'65'0'0,"0"-1"1"0"0,0 1 0 0 0,0 0-1 0 0,0 0 1 0 0,0 0 0 0 0,-1-1 0 0 0,1 1-1 0 0,0 0 1 0 0,0 0 0 0 0,0 0-1 0 0,0-1 1 0 0,-1 1 0 0 0,1 0-1 0 0,0 0 1 0 0,0 0 0 0 0,0 0-1 0 0,-1 0 1 0 0,1 0 0 0 0,0-1 0 0 0,0 1-1 0 0,-1 0 1 0 0,1 0 0 0 0,0 0-1 0 0,0 0 1 0 0,-1 0 0 0 0,1 0-1 0 0,0 0 1 0 0,0 0 0 0 0,-1 0-1 0 0,1 0 1 0 0,0 0 0 0 0,0 0-1 0 0,-1 0 1 0 0,1 0 0 0 0,0 0 0 0 0,0 0-1 0 0,0 1 1 0 0,-1-1 0 0 0,1 0-1 0 0,0 0 1 0 0,0 0 0 0 0,-1 0-1 0 0,1 0 1 0 0,0 1 0 0 0,-9 13 1260 0 0,-2 20-143 0 0,9-22-991 0 0,0 1 0 0 0,0 0 0 0 0,1 0-1 0 0,1 0 1 0 0,0-1 0 0 0,3 17 0 0 0,-2-21-123 0 0,0 0-1 0 0,1 0 0 0 0,0 0 1 0 0,1 0-1 0 0,0 0 1 0 0,0 0-1 0 0,0-1 1 0 0,1 1-1 0 0,0-1 1 0 0,9 12-1 0 0,-11-18-49 0 0,-1 0-1 0 0,0 1 0 0 0,0-1 1 0 0,0 0-1 0 0,1 0 0 0 0,-1 0 0 0 0,1 0 1 0 0,-1 0-1 0 0,1 0 0 0 0,-1 0 1 0 0,1-1-1 0 0,-1 1 0 0 0,1 0 0 0 0,0-1 1 0 0,-1 0-1 0 0,1 1 0 0 0,0-1 1 0 0,-1 0-1 0 0,4 0 0 0 0,-2 0-21 0 0,-1 0-1 0 0,1-1 1 0 0,0 1-1 0 0,0-1 0 0 0,-1 0 1 0 0,1 0-1 0 0,0 0 1 0 0,-1-1-1 0 0,1 1 1 0 0,4-3-1 0 0,1-2-65 0 0,-1-1 1 0 0,0 1-1 0 0,0-1 0 0 0,0-1 1 0 0,10-13-1 0 0,-14 16 58 0 0,0 1 1 0 0,-1-1-1 0 0,1 1 1 0 0,-1-1-1 0 0,0 0 1 0 0,0 0-1 0 0,0 0 1 0 0,-1 0-1 0 0,1 0 1 0 0,-1 0-1 0 0,-1-1 1 0 0,1 1-1 0 0,-1-6 1 0 0,0 5 0 0 0,-1 1 1 0 0,0-1 0 0 0,0 0 0 0 0,-1 0-1 0 0,0 0 1 0 0,0 1 0 0 0,0-1-1 0 0,-1 1 1 0 0,1-1 0 0 0,-1 1 0 0 0,-5-6-1 0 0,3 5-74 0 0,1-1-1 0 0,-1 1 1 0 0,-1 0-1 0 0,1 1 1 0 0,-1-1-1 0 0,-9-6 0 0 0,12 10 36 0 0,0 0 0 0 0,0 0 0 0 0,-1 1 0 0 0,1-1 0 0 0,0 1 0 0 0,-1 0 0 0 0,1 0 0 0 0,-1 0 0 0 0,1 0 0 0 0,-1 0 0 0 0,1 1 0 0 0,-1 0 0 0 0,0-1 0 0 0,1 2 0 0 0,-1-1 0 0 0,-4 1 0 0 0,3 0-454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11522 0 0,'2'-2'4773'0'0,"9"-8"-1328"0"0,-1 6-2477 0 0,-4 1-701 0 0,-1 1-1 0 0,1 0 1 0 0,0 1 0 0 0,-1-1 0 0 0,11 0 0 0 0,-15 2-256 0 0,0 0 0 0 0,0 0 0 0 0,0 0 1 0 0,0 0-1 0 0,0 0 0 0 0,0 0 0 0 0,0 0 1 0 0,-1 1-1 0 0,1-1 0 0 0,0 0 0 0 0,0 1 1 0 0,0-1-1 0 0,0 0 0 0 0,0 1 0 0 0,-1 0 1 0 0,1-1-1 0 0,1 2 0 0 0,-1-1-5 0 0,-1 0 0 0 0,1 0 0 0 0,0 0 1 0 0,-1 0-1 0 0,1 0 0 0 0,-1 0 0 0 0,1 1 0 0 0,-1-1 0 0 0,0 0 0 0 0,0 0 1 0 0,1 1-1 0 0,-1-1 0 0 0,0 0 0 0 0,0 1 0 0 0,0-1 0 0 0,-1 2 0 0 0,-1 12 30 0 0,0-1-1 0 0,-2 0 0 0 0,1 0 1 0 0,-8 16-1 0 0,-3 12-14 0 0,8-22-104 0 0,0-1 343 0 0,-3 22 0 0 0,8-36-169 0 0,0 1-1 0 0,1-1 1 0 0,-1 0-1 0 0,1 0 0 0 0,1 0 1 0 0,-1 0-1 0 0,1 0 1 0 0,-1 0-1 0 0,4 8 1 0 0,-4-12-89 0 0,0 0 0 0 0,1-1 0 0 0,-1 1 0 0 0,0 0 0 0 0,1-1 0 0 0,-1 1 0 0 0,1 0 1 0 0,-1-1-1 0 0,1 1 0 0 0,-1 0 0 0 0,1-1 0 0 0,-1 1 0 0 0,1-1 0 0 0,0 1 0 0 0,-1-1 1 0 0,1 1-1 0 0,0-1 0 0 0,-1 0 0 0 0,1 1 0 0 0,0-1 0 0 0,0 0 0 0 0,0 1 0 0 0,1-1 60 0 0,0 0 0 0 0,0 0-1 0 0,-1 0 1 0 0,1 0-1 0 0,0 0 1 0 0,-1 0 0 0 0,1 0-1 0 0,0-1 1 0 0,3 0-1 0 0,2-2-735 0 0,0-1-1 0 0,0 1 1 0 0,10-8-1 0 0,-16 11 295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6913 0 0,'-4'13'5984'0'0,"-5"21"1822"0"0,8-29-7712 0 0,0 1 0 0 0,0 0 0 0 0,1 0 1 0 0,-1-1-1 0 0,1 1 0 0 0,2 11 0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9218 0 0,'4'3'6590'0'0,"0"5"-3730"0"0,1 9-1319 0 0,-4-15-738 0 0,2 11-65 0 0,-1 0 0 0 0,0 0 0 0 0,1 25-1 0 0,-4 14-2903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8290 0 0,'7'-7'4881'0'0,"9"-3"-1704"0"0,-14 9-2789 0 0,38-16 1580 0 0,-37 16-1934 0 0,-1 0 0 0 0,1 1 0 0 0,0-1 0 0 0,-1 1 0 0 0,1-1 0 0 0,0 1 0 0 0,-1 0 0 0 0,1 0 0 0 0,0 0 0 0 0,0 0 0 0 0,-1 0 0 0 0,1 1 0 0 0,4 1 0 0 0,-6-2-40 0 0,-1 0 1 0 0,1 0-1 0 0,-1 1 1 0 0,0-1-1 0 0,1 0 0 0 0,-1 0 1 0 0,0 1-1 0 0,1-1 0 0 0,-1 0 1 0 0,0 1-1 0 0,0-1 0 0 0,1 1 1 0 0,-1-1-1 0 0,0 0 1 0 0,0 1-1 0 0,1-1 0 0 0,-1 1 1 0 0,0-1-1 0 0,0 0 0 0 0,0 1 1 0 0,0-1-1 0 0,0 1 1 0 0,0-1-1 0 0,0 1 0 0 0,0 0 1 0 0,-3 14-184 0 0,-12 12-261 0 0,-32 30-81 0 0,51-60 99 0 0,-1 1 1 0 0,1 0-1 0 0,0 0 1 0 0,1 0-1 0 0,-1 0 1 0 0,7-1-1 0 0,-9 2 423 0 0,0 1 0 0 0,1-1 1 0 0,-1 1-1 0 0,0 0 0 0 0,1 0 0 0 0,-1 0 0 0 0,0 0 0 0 0,1 0 1 0 0,-1 0-1 0 0,0 1 0 0 0,1-1 0 0 0,-1 1 0 0 0,0 0 0 0 0,0 0 0 0 0,1 0 1 0 0,-1 0-1 0 0,0 0 0 0 0,0 0 0 0 0,0 0 0 0 0,0 1 0 0 0,0-1 0 0 0,-1 1 1 0 0,1-1-1 0 0,3 4 0 0 0,-4-3 113 0 0,0 0 1 0 0,0-1 0 0 0,0 1-1 0 0,0 0 1 0 0,0-1 0 0 0,0 1-1 0 0,-1 0 1 0 0,1 0-1 0 0,-1 0 1 0 0,1 0 0 0 0,-1 0-1 0 0,0 0 1 0 0,1 0 0 0 0,-1 0-1 0 0,0-1 1 0 0,0 1-1 0 0,-1 0 1 0 0,1 0 0 0 0,0 0-1 0 0,-1 0 1 0 0,1 0 0 0 0,-1 0-1 0 0,1 0 1 0 0,-1 0-1 0 0,0-1 1 0 0,0 1 0 0 0,0 0-1 0 0,0-1 1 0 0,0 1 0 0 0,-2 1-1 0 0,-1 3 398 0 0,-2-1 0 0 0,1 0 0 0 0,-1 0 1 0 0,1 0-1 0 0,-1-1 0 0 0,0 0 0 0 0,-9 5 0 0 0,13-8-523 0 0,0 0 0 0 0,0 0 0 0 0,-1 0 0 0 0,1 0 1 0 0,-1 0-1 0 0,1 0 0 0 0,-1 0 0 0 0,1-1 0 0 0,-1 1 0 0 0,1-1 0 0 0,-1 0 0 0 0,0 0 0 0 0,1 0 1 0 0,-1 0-1 0 0,1 0 0 0 0,-1 0 0 0 0,0-1 0 0 0,1 1 0 0 0,-1-1 0 0 0,1 0 0 0 0,-1 0 0 0 0,1 0 0 0 0,-4-2 1 0 0,1-2-1398 0 0,4 2 235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30 10594 0 0,'-1'1'425'0'0,"0"-1"0"0"0,-1 1 0 0 0,1 0 0 0 0,0-1 0 0 0,-1 0 0 0 0,1 1 0 0 0,0-1 0 0 0,-1 0 0 0 0,1 0 0 0 0,-1 1 0 0 0,0-1 0 0 0,1 0-360 0 0,1 0 1 0 0,0 0-1 0 0,0-1 1 0 0,0 1-1 0 0,0 0 0 0 0,0 0 1 0 0,0 0-1 0 0,0 0 1 0 0,0 0-1 0 0,0 0 0 0 0,0 0 1 0 0,0 0-1 0 0,0 0 1 0 0,-1 0-1 0 0,1 0 0 0 0,0 0 1 0 0,0 0-1 0 0,0 0 1 0 0,0 0-1 0 0,0 0 0 0 0,0 0 1 0 0,0 0-1 0 0,0-1 1 0 0,0 1-1 0 0,0 0 0 0 0,0 0 1 0 0,0 0-1 0 0,0 0 1 0 0,0 0-1 0 0,0 0 0 0 0,0 0 1 0 0,0 0-1 0 0,0 0 1 0 0,0 0-1 0 0,0-1 0 0 0,0 1 1 0 0,0 0-1 0 0,0 0 1 0 0,0 0-1 0 0,0 0 0 0 0,0 0 1 0 0,0 0-1 0 0,0 0 1 0 0,0 0-1 0 0,0 0 0 0 0,0 0 1 0 0,0 0-1 0 0,0 0 1 0 0,0-1-1 0 0,0 1 0 0 0,9-7 978 0 0,-6 4-1023 0 0,0 1 0 0 0,0 0-1 0 0,1 0 1 0 0,-1 0 0 0 0,1 0 0 0 0,0 1-1 0 0,-1-1 1 0 0,1 1 0 0 0,0 0-1 0 0,0 0 1 0 0,0 0 0 0 0,0 1 0 0 0,8-1-1 0 0,-7-1-19 0 0,3 1 0 0 0,-8 2 0 0 0,0-1 0 0 0,0 1 0 0 0,1-1 0 0 0,-1 1 0 0 0,0-1 0 0 0,0 1 0 0 0,0-1 0 0 0,0 1 0 0 0,1-1 0 0 0,-1 1 0 0 0,0-1 0 0 0,0 1 0 0 0,0-1 0 0 0,0 1 0 0 0,0-1 0 0 0,0 1 0 0 0,-1 0 0 0 0,1-1 0 0 0,0 1 0 0 0,0-1 0 0 0,-1 1 0 0 0,0 3 34 0 0,0 0 0 0 0,0 0 0 0 0,-1 0 0 0 0,0-1 0 0 0,0 1 0 0 0,0-1 0 0 0,0 1 0 0 0,-1-1 0 0 0,1 0 0 0 0,-6 5 0 0 0,4-4 4 0 0,1 1 1 0 0,-1 0 0 0 0,-5 9-1 0 0,9-14-75 0 0,0 0-1 0 0,0 1 0 0 0,0-1 0 0 0,0 0 0 0 0,0 0 0 0 0,0 0 0 0 0,0 1 0 0 0,0-1 1 0 0,0 0-1 0 0,0 0 0 0 0,0 0 0 0 0,1 0 0 0 0,-1 1 0 0 0,0-1 0 0 0,0 0 0 0 0,0 0 1 0 0,0 0-1 0 0,0 0 0 0 0,1 0 0 0 0,-1 1 0 0 0,0-1 0 0 0,0 0 0 0 0,0 0 0 0 0,0 0 1 0 0,1 0-1 0 0,-1 0 0 0 0,0 0 0 0 0,0 0 0 0 0,0 0 0 0 0,1 0 0 0 0,-1 0 0 0 0,0 0 1 0 0,0 0-1 0 0,0 0 0 0 0,1 0 0 0 0,13 3-765 0 0,-2 0 361 0 0,-10-3 470 0 0,0 1 0 0 0,-1 0 0 0 0,1 0 0 0 0,0 0 1 0 0,-1 0-1 0 0,1 0 0 0 0,-1 0 0 0 0,1 0 0 0 0,-1 0 0 0 0,0 1 0 0 0,1-1 1 0 0,-1 1-1 0 0,0-1 0 0 0,0 1 0 0 0,0-1 0 0 0,0 1 0 0 0,0 0 0 0 0,0-1 0 0 0,1 4 1 0 0,-2-2 101 0 0,0-1 1 0 0,0 0-1 0 0,0 1 1 0 0,0-1-1 0 0,0 0 1 0 0,0 0-1 0 0,0 1 1 0 0,-1-1-1 0 0,1 0 1 0 0,-1 0-1 0 0,0 0 1 0 0,0 1-1 0 0,0-1 1 0 0,-1 2-1 0 0,-2 2 100 0 0,1 0 0 0 0,-2 0 0 0 0,1-1 1 0 0,-1 0-1 0 0,1 0 0 0 0,-1 0 0 0 0,-1 0 0 0 0,1-1 0 0 0,-10 7 0 0 0,14-11-292 0 0,-24 11 472 0 0,25-10-468 0 0,-1-1 0 0 0,1 0 0 0 0,-1 0 1 0 0,1 0-1 0 0,-1 0 0 0 0,0 1 0 0 0,1-1 1 0 0,-1 0-1 0 0,1 0 0 0 0,-1 0 0 0 0,1 0 1 0 0,-1 0-1 0 0,1-1 0 0 0,-1 1 0 0 0,0 0 1 0 0,1 0-1 0 0,-1 0 0 0 0,1 0 1 0 0,-1-1-1 0 0,1 1 0 0 0,-1 0 0 0 0,1 0 1 0 0,-1-1-1 0 0,1 1 0 0 0,-1 0 0 0 0,1-1 1 0 0,0 1-1 0 0,-1-1 0 0 0,1 1 0 0 0,-1 0 1 0 0,1-1-1 0 0,0 1 0 0 0,-1-1 0 0 0,1 1 1 0 0,0-1-1 0 0,0 1 0 0 0,-1-1 0 0 0,1 1 1 0 0,0-1-1 0 0,0 1 0 0 0,0-1 1 0 0,0 0-1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12899 0 0,'-2'2'463'0'0,"1"1"1"0"0,0-1-1 0 0,-1 0 0 0 0,1 0 1 0 0,0 0-1 0 0,0 1 1 0 0,0-1-1 0 0,0 5 1 0 0,-1-2 575 0 0,-19 55 1268 0 0,20-56-2991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9218 0 0,'-2'4'831'0'0,"0"-1"0"0"0,0 1 0 0 0,1 0 0 0 0,-1 0 0 0 0,1 0 1 0 0,-1 0-1 0 0,1 0 0 0 0,0 5 0 0 0,-1-1 251 0 0,-2 9 292 0 0,-2 2-907 0 0,4-7-5689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13827 0 0,'14'-9'5208'0'0,"-9"6"-4895"0"0,1 0-1 0 0,-1 0 1 0 0,1 0 0 0 0,8-2 0 0 0,-10 4-297 0 0,-1 0-1 0 0,0 0 1 0 0,1 1-1 0 0,-1-1 1 0 0,0 1-1 0 0,1 0 1 0 0,-1 0-1 0 0,0 0 1 0 0,1 1-1 0 0,-1-1 1 0 0,5 2-1 0 0,-7-1-1 0 0,0-1 0 0 0,0 1 0 0 0,1-1 0 0 0,-1 1 0 0 0,0 0 0 0 0,0-1-1 0 0,0 1 1 0 0,0 0 0 0 0,0 0 0 0 0,0 0 0 0 0,0 0 0 0 0,-1 0 0 0 0,1 0 0 0 0,0 0 0 0 0,0 0 0 0 0,-1 0 0 0 0,1 0 0 0 0,-1 1 0 0 0,1-1 0 0 0,-1 0-1 0 0,1 0 1 0 0,-1 1 0 0 0,0-1 0 0 0,0 0 0 0 0,1 0 0 0 0,-1 1 0 0 0,0-1 0 0 0,0 0 0 0 0,0 1 0 0 0,-1-1 0 0 0,1 0 0 0 0,0 2 0 0 0,-2 5 122 0 0,0 0 0 0 0,0 0 0 0 0,-1 0 0 0 0,0 0 0 0 0,-8 13 0 0 0,7-12-21 0 0,-1 1 0 0 0,1-1 1 0 0,-2 11-1 0 0,5-19-121 0 0,1-1 0 0 0,0 0 0 0 0,0 0 0 0 0,0 1 0 0 0,0-1 0 0 0,0 0 0 0 0,0 0 0 0 0,0 1 0 0 0,1-1 0 0 0,-1 0 0 0 0,0 1-1 0 0,0-1 1 0 0,0 0 0 0 0,0 0 0 0 0,0 1 0 0 0,0-1 0 0 0,0 0 0 0 0,1 0 0 0 0,-1 0 0 0 0,0 1 0 0 0,0-1 0 0 0,0 0 0 0 0,0 0 0 0 0,1 0 0 0 0,-1 1 0 0 0,0-1 0 0 0,0 0 0 0 0,1 0 0 0 0,-1 0-1 0 0,0 0 1 0 0,0 0 0 0 0,1 1 0 0 0,-1-1 0 0 0,14 2-106 0 0,6-2 39 0 0,-17 0 29 0 0,0 1-1 0 0,0-1 1 0 0,1 0-1 0 0,-1 1 1 0 0,0 0-1 0 0,0 0 0 0 0,0 0 1 0 0,0 0-1 0 0,0 1 1 0 0,0-1-1 0 0,-1 1 1 0 0,1-1-1 0 0,0 1 1 0 0,-1 0-1 0 0,1 0 0 0 0,-1 1 1 0 0,0-1-1 0 0,0 0 1 0 0,0 1-1 0 0,0-1 1 0 0,0 1-1 0 0,0-1 0 0 0,0 1 1 0 0,-1 0-1 0 0,2 5 1 0 0,-2-6 93 0 0,0 1 0 0 0,0-1 0 0 0,0 1 0 0 0,-1-1 0 0 0,1 0 0 0 0,-1 1 0 0 0,0-1 0 0 0,0 1 0 0 0,0-1 0 0 0,0 1 0 0 0,0-1 0 0 0,0 1 0 0 0,-1-1 0 0 0,1 1 0 0 0,-1-1 0 0 0,0 0 0 0 0,0 1 0 0 0,0-1 0 0 0,0 0 0 0 0,0 1 0 0 0,0-1 0 0 0,0 0 0 0 0,-1 0 0 0 0,1 0 0 0 0,-1 0 0 0 0,0 0 0 0 0,1-1 0 0 0,-1 1 0 0 0,0 0 0 0 0,0-1 0 0 0,-3 2 0 0 0,-1 1 159 0 0,-1-1 0 0 0,1 0 0 0 0,-1-1 0 0 0,0 0-1 0 0,-14 3 1 0 0,19-4-238 0 0,0-1 1 0 0,1 1-1 0 0,-1-1 0 0 0,0 0 0 0 0,0 0 0 0 0,0 0 0 0 0,0 0 0 0 0,0 0 0 0 0,0 0 0 0 0,0-1 0 0 0,0 1 1 0 0,0 0-1 0 0,1-1 0 0 0,-1 0 0 0 0,0 1 0 0 0,0-1 0 0 0,0 0 0 0 0,1 0 0 0 0,-1 0 0 0 0,0 0 0 0 0,1 0 0 0 0,-1 0 1 0 0,1-1-1 0 0,0 1 0 0 0,-1 0 0 0 0,-1-4 0 0 0,1 2-1778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9674 0 0,'2'2'771'0'0,"-1"1"0"0"0,0 0 1 0 0,0 0-1 0 0,0 0 0 0 0,-1 0 0 0 0,1 0 0 0 0,0 0 0 0 0,-1 0 1 0 0,0 0-1 0 0,0 0 0 0 0,0 4 0 0 0,-1-1-19 0 0,1 1-1 0 0,-1-1 1 0 0,0 1 0 0 0,-3 7-1 0 0,-9 13-1784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 14747 0 0,'-1'-1'180'0'0,"1"1"0"0"0,-1 0 0 0 0,1-1-1 0 0,-1 1 1 0 0,1 0 0 0 0,-1-1 0 0 0,1 1 0 0 0,-1 0-1 0 0,1 0 1 0 0,-1 0 0 0 0,1-1 0 0 0,-1 1 0 0 0,0 0-1 0 0,1 0 1 0 0,-1 0 0 0 0,1 0 0 0 0,-1 0 0 0 0,1 0-1 0 0,-1 0 1 0 0,0 0 0 0 0,1 0 0 0 0,-1 0 0 0 0,1 0-1 0 0,-1 1 1 0 0,1-1 0 0 0,-1 0 0 0 0,1 0 0 0 0,-1 1-1 0 0,1-1 1 0 0,-1 0 0 0 0,1 0 0 0 0,-1 1 0 0 0,1-1-1 0 0,-1 1 1 0 0,1-1 0 0 0,0 0 0 0 0,-1 1 0 0 0,1-1-1 0 0,-1 1 1 0 0,1-1 0 0 0,-1 2 0 0 0,-1 0 11 0 0,1 1 1 0 0,-1 0-1 0 0,0 0 1 0 0,1 0-1 0 0,-3 6 1 0 0,1 2-53 0 0,1 1 1 0 0,0 0 0 0 0,1 0 0 0 0,0 0-1 0 0,2 22 1 0 0,12 59 355 0 0,-12-85-392 0 0,1 0 0 0 0,0 0 0 0 0,1 0 0 0 0,-1 0 0 0 0,8 14 0 0 0,-9-21-80 0 0,0 0 1 0 0,-1 1 0 0 0,1-1-1 0 0,0 0 1 0 0,0 0-1 0 0,0 0 1 0 0,0 0 0 0 0,0 0-1 0 0,0 0 1 0 0,0 0-1 0 0,0 0 1 0 0,0 0 0 0 0,0 0-1 0 0,1 0 1 0 0,-1-1-1 0 0,0 1 1 0 0,1-1-1 0 0,-1 1 1 0 0,0-1 0 0 0,1 1-1 0 0,-1-1 1 0 0,1 0-1 0 0,-1 1 1 0 0,0-1 0 0 0,1 0-1 0 0,-1 0 1 0 0,1 0-1 0 0,-1 0 1 0 0,1 0 0 0 0,-1-1-1 0 0,0 1 1 0 0,1 0-1 0 0,-1-1 1 0 0,1 1-1 0 0,-1-1 1 0 0,0 1 0 0 0,1-1-1 0 0,-1 0 1 0 0,0 0-1 0 0,0 1 1 0 0,2-2 0 0 0,2-2-11 0 0,0 0 0 0 0,0 0 0 0 0,-1-1 0 0 0,1 1 1 0 0,-1-1-1 0 0,0 0 0 0 0,0 0 0 0 0,-1 0 0 0 0,1-1 0 0 0,-1 1 1 0 0,-1-1-1 0 0,1 0 0 0 0,-1 1 0 0 0,0-1 0 0 0,0-1 1 0 0,0 1-1 0 0,-1 0 0 0 0,0 0 0 0 0,0 0 0 0 0,-1-1 0 0 0,0 1 1 0 0,0 0-1 0 0,0-1 0 0 0,-1 1 0 0 0,0 0 0 0 0,0 0 0 0 0,0-1 1 0 0,-1 1-1 0 0,0 0 0 0 0,-1 0 0 0 0,1 1 0 0 0,-1-1 1 0 0,-4-7-1 0 0,-2-1-165 0 0,-1 1 1 0 0,-13-15 0 0 0,20 25 12 0 0,0-1 0 0 0,-1 0 0 0 0,0 1 0 0 0,0 0 0 0 0,0 0 0 0 0,0 0 0 0 0,0 1 0 0 0,-1-1 0 0 0,1 1 0 0 0,-1 0 0 0 0,-6-2 0 0 0,0 4-780 0 0,5 1-5525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19612 0 0,'0'3'315'0'0,"0"0"1"0"0,0 0-1 0 0,0 0 0 0 0,0 0 1 0 0,0 0-1 0 0,1 5 0 0 0,0 3 147 0 0,0 61 2062 0 0,-4-41-4303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 21052 0 0,'-7'36'2361'0'0,"4"-15"-2038"0"0,2 1-1 0 0,1 0 1 0 0,3 23-1 0 0,-2-35-247 0 0,0 1 0 0 0,1-1 0 0 0,1 0 0 0 0,0 0 0 0 0,0 0 1 0 0,1 0-1 0 0,0-1 0 0 0,9 16 0 0 0,-12-23-74 0 0,0-1 1 0 0,0 1-1 0 0,0 0 1 0 0,1-1-1 0 0,-1 1 1 0 0,1 0-1 0 0,-1-1 1 0 0,1 0 0 0 0,-1 1-1 0 0,1-1 1 0 0,0 0-1 0 0,-1 0 1 0 0,1 0-1 0 0,0 0 1 0 0,0 0-1 0 0,0 0 1 0 0,0-1-1 0 0,0 1 1 0 0,0 0-1 0 0,0-1 1 0 0,0 0-1 0 0,0 0 1 0 0,0 1 0 0 0,0-1-1 0 0,0 0 1 0 0,1-1-1 0 0,-1 1 1 0 0,0 0-1 0 0,0 0 1 0 0,0-1-1 0 0,0 0 1 0 0,0 1-1 0 0,0-1 1 0 0,0 0-1 0 0,-1 0 1 0 0,1 0-1 0 0,0 0 1 0 0,2-1 0 0 0,0-1-10 0 0,0-1 0 0 0,0 1 1 0 0,0-1-1 0 0,0 1 1 0 0,0-1-1 0 0,-1-1 1 0 0,0 1-1 0 0,0 0 1 0 0,0-1-1 0 0,0 1 1 0 0,-1-1-1 0 0,1 0 1 0 0,2-10-1 0 0,-4 8 9 0 0,0 0 0 0 0,0 1-1 0 0,-1-1 1 0 0,0 0-1 0 0,0 0 1 0 0,-1 0 0 0 0,0 1-1 0 0,0-1 1 0 0,-1 0-1 0 0,1 1 1 0 0,-2-1 0 0 0,-3-10-1 0 0,1 8-47 0 0,0-1 0 0 0,0 1 0 0 0,0 0 0 0 0,-1 1 0 0 0,0-1 0 0 0,-1 1 0 0 0,-12-12 0 0 0,16 17-35 0 0,-1 0 0 0 0,1 1 0 0 0,-1-1 0 0 0,0 1 0 0 0,1 0 0 0 0,-1 0 0 0 0,-1 0-1 0 0,1 0 1 0 0,0 1 0 0 0,0-1 0 0 0,0 1 0 0 0,-1 0 0 0 0,-4 0 0 0 0,1 1-265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18836 0 0,'1'32'2222'0'0,"-1"27"596"0"0,-2 1-3822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18636 0 0,'4'14'799'0'0,"-1"0"0"0"0,-1 0 0 0 0,-1 0-1 0 0,1 25 1 0 0,-1-5-2738 0 0,-1-31 1156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6449 0 0,'0'-1'77'0'0,"0"1"0"0"0,0-1 0 0 0,-1 1 0 0 0,1-1-1 0 0,0 1 1 0 0,0-1 0 0 0,0 1 0 0 0,0-1 0 0 0,0 1-1 0 0,0-1 1 0 0,0 1 0 0 0,0-1 0 0 0,0 1 0 0 0,0-1 0 0 0,0 1-1 0 0,0 0 1 0 0,0-1 0 0 0,1 1 0 0 0,-1-1 0 0 0,0 1-1 0 0,0-1 1 0 0,0 1 0 0 0,1-1 0 0 0,-1 1 0 0 0,0 0-1 0 0,1-1 1 0 0,-1 1 0 0 0,0 0 0 0 0,1-1 0 0 0,-1 1 0 0 0,0 0-1 0 0,1-1 1 0 0,-1 1 0 0 0,1 0 0 0 0,-1 0 0 0 0,1-1-1 0 0,15-9 2690 0 0,-13 9-2635 0 0,0 0 0 0 0,-1 0 0 0 0,1 0-1 0 0,0 0 1 0 0,-1 1 0 0 0,1-1 0 0 0,0 1 0 0 0,0 0 0 0 0,0 0-1 0 0,-1 0 1 0 0,1 0 0 0 0,0 0 0 0 0,0 1 0 0 0,3 0-1 0 0,-6-1-133 0 0,1 1 1 0 0,0-1-1 0 0,0 1 0 0 0,0-1 0 0 0,-1 0 0 0 0,1 1 0 0 0,0 0 0 0 0,0-1 0 0 0,-1 1 0 0 0,1-1 1 0 0,0 1-1 0 0,-1 0 0 0 0,1-1 0 0 0,-1 1 0 0 0,1 0 0 0 0,-1 0 0 0 0,1 0 0 0 0,-1 0 0 0 0,1 1 17 0 0,-1 0-1 0 0,0-1 0 0 0,1 1 0 0 0,-1-1 1 0 0,0 1-1 0 0,0-1 0 0 0,0 1 0 0 0,0 0 1 0 0,-1-1-1 0 0,1 1 0 0 0,0-1 0 0 0,-1 1 0 0 0,0 2 1 0 0,-3 4 178 0 0,0 1 0 0 0,-1-2 0 0 0,0 1 0 0 0,0 0 0 0 0,0-1 1 0 0,-11 11-1 0 0,-2 3 725 0 0,44-20-3302 0 0,-23-1 2357 0 0,0 0-1 0 0,0 1 1 0 0,1 0-1 0 0,-1 0 1 0 0,0 0-1 0 0,0 0 1 0 0,0 0 0 0 0,0 1-1 0 0,0-1 1 0 0,0 1-1 0 0,0 0 1 0 0,-1 0-1 0 0,1 0 1 0 0,0 0 0 0 0,-1 0-1 0 0,4 5 1 0 0,-5-5 101 0 0,0-1-1 0 0,0 1 1 0 0,0 0 0 0 0,0-1 0 0 0,0 1 0 0 0,-1-1 0 0 0,1 1-1 0 0,-1 0 1 0 0,1 0 0 0 0,-1-1 0 0 0,0 1 0 0 0,0 0 0 0 0,0 0 0 0 0,0 0-1 0 0,0-1 1 0 0,0 1 0 0 0,0 0 0 0 0,0 0 0 0 0,-1-1 0 0 0,1 1-1 0 0,-1 0 1 0 0,0 0 0 0 0,1-1 0 0 0,-1 1 0 0 0,0-1 0 0 0,0 1-1 0 0,0 0 1 0 0,0-1 0 0 0,0 0 0 0 0,0 1 0 0 0,0-1 0 0 0,-3 2-1 0 0,-1 3 319 0 0,-2 0 0 0 0,1-1 0 0 0,-1 0 0 0 0,1 0-1 0 0,-11 4 1 0 0,14-7-428 0 0,-1 0-1 0 0,1 0 1 0 0,-1-1-1 0 0,1 0 1 0 0,-1 0 0 0 0,0 0-1 0 0,1 0 1 0 0,-1 0-1 0 0,0-1 1 0 0,0 1-1 0 0,0-1 1 0 0,1 0-1 0 0,-8-1 1 0 0,8 0-1019 0 0,1-1-253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8754 0 0,'1'1'193'0'0,"0"0"-1"0"0,0 0 1 0 0,-1 0 0 0 0,1 0 0 0 0,-1 0 0 0 0,1 0-1 0 0,-1 0 1 0 0,1 0 0 0 0,-1 0 0 0 0,0 1 0 0 0,1-1-1 0 0,-1 0 1 0 0,0 0 0 0 0,0 0 0 0 0,0 1-1 0 0,0-1 1 0 0,0 0 0 0 0,0 0 0 0 0,0 0 0 0 0,-1 2-1 0 0,-9 27 4451 0 0,4-10-5063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10594 0 0,'-1'2'748'0'0,"1"1"-1"0"0,0-1 1 0 0,1 1-1 0 0,-1-1 0 0 0,0 1 1 0 0,1-1-1 0 0,0 4 1 0 0,0 1 303 0 0,0 3 164 0 0,0-1-1 0 0,-1 1 1 0 0,-2 14 0 0 0,-2-6-2754 0 0,-2-2-3945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 15203 0 0,'-1'0'200'0'0,"1"0"0"0"0,0 0 0 0 0,0-1 1 0 0,0 1-1 0 0,0 0 0 0 0,0 0 0 0 0,-1-1 0 0 0,1 1 0 0 0,0 0 0 0 0,0 0 0 0 0,0-1 0 0 0,0 1 0 0 0,0 0 0 0 0,0 0 0 0 0,0-1 0 0 0,0 1 1 0 0,0 0-1 0 0,0 0 0 0 0,0-1 0 0 0,0 1 0 0 0,0 0 0 0 0,0-1 0 0 0,0 1 0 0 0,0 0 0 0 0,1 0 0 0 0,-1 0 0 0 0,0-1 0 0 0,0 1 1 0 0,0 0-1 0 0,0-1 0 0 0,1 1-146 0 0,-1 0 1 0 0,0 0 0 0 0,0 0 0 0 0,0 0-1 0 0,1 0 1 0 0,-1 0 0 0 0,0 0 0 0 0,0 0-1 0 0,0 0 1 0 0,1 0 0 0 0,-1 0-1 0 0,0 0 1 0 0,0 0 0 0 0,0 0 0 0 0,1 0-1 0 0,-1 0 1 0 0,0 0 0 0 0,0 0 0 0 0,0 0-1 0 0,1 0 1 0 0,-1 0 0 0 0,0 0 0 0 0,0 1-1 0 0,0-1 1 0 0,0 0 0 0 0,1 0-1 0 0,-1 0 1 0 0,0 0 0 0 0,0 0 0 0 0,0 0-1 0 0,0 1 1 0 0,0-1 0 0 0,0 0 0 0 0,1 0-1 0 0,-1 0 1 0 0,0 0 0 0 0,0 1 0 0 0,0-1-1 0 0,0 0 1 0 0,0 0 0 0 0,0 0 0 0 0,0 1-1 0 0,0-1 1 0 0,0 0 0 0 0,0 0-1 0 0,0 0 1 0 0,0 1 0 0 0,0-1 0 0 0,0 0-1 0 0,0 1 1 0 0,4 13 402 0 0,-1 0-1 0 0,-1 0 0 0 0,0 1 0 0 0,-1-1 1 0 0,-1 23-1 0 0,0-6 127 0 0,1-8-139 0 0,0-4-173 0 0,0-1 0 0 0,-1 0 0 0 0,-2 1 0 0 0,-3 23 0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18580 0 0,'1'2'331'0'0,"0"0"0"0"0,1 0 1 0 0,-1 0-1 0 0,0 0 0 0 0,0 0 1 0 0,0 0-1 0 0,-1 0 0 0 0,1 1 0 0 0,0-1 1 0 0,-1 3-1 0 0,1-3-21 0 0,0 1-163 0 0,3 10 891 0 0,-1-1 1 0 0,3 27-1 0 0,-6-37-1033 0 0,0 1 0 0 0,0-1 0 0 0,1 1 0 0 0,-2 0 0 0 0,1-1 0 0 0,0 1 1 0 0,0-1-1 0 0,-1 1 0 0 0,0 0 0 0 0,1-1 0 0 0,-1 1 0 0 0,0-1 0 0 0,0 0 0 0 0,-1 1 0 0 0,1-1 1 0 0,0 0-1 0 0,-1 0 0 0 0,1 0 0 0 0,-1 1 0 0 0,0-2 0 0 0,-3 4 0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22 14747 0 0,'-1'-1'234'0'0,"1"0"0"0"0,0 0 0 0 0,-1 0 0 0 0,1 0 0 0 0,-1 0 0 0 0,1 0 0 0 0,-1 0-1 0 0,1 0 1 0 0,-1 0 0 0 0,0 0 0 0 0,1 0 0 0 0,-1 0 0 0 0,0 0 0 0 0,0 1 0 0 0,0-1 0 0 0,0 0 0 0 0,1 0 0 0 0,-1 1-1 0 0,0-1 1 0 0,0 1 0 0 0,0-1 0 0 0,-1 1 0 0 0,1-1 0 0 0,0 1 0 0 0,0 0 0 0 0,0-1 0 0 0,0 1 0 0 0,0 0 0 0 0,-2 0-1 0 0,1 0-142 0 0,1 1 0 0 0,-1-1-1 0 0,1 1 1 0 0,-1 0-1 0 0,1 0 1 0 0,0-1-1 0 0,-1 1 1 0 0,1 0 0 0 0,0 0-1 0 0,0 0 1 0 0,-1 0-1 0 0,1 1 1 0 0,0-1-1 0 0,0 0 1 0 0,0 0 0 0 0,1 1-1 0 0,-1-1 1 0 0,0 1-1 0 0,0-1 1 0 0,0 3-1 0 0,-5 10 95 0 0,2 0 1 0 0,0 1-1 0 0,0-1 0 0 0,2 1 0 0 0,-3 26 0 0 0,4-20 23 0 0,1 1 0 0 0,1 0-1 0 0,6 28 1 0 0,-6-44-65 0 0,0 0 0 0 0,0-1 0 0 0,1 1 0 0 0,0-1 0 0 0,1 0 0 0 0,-1 1 0 0 0,1-1 0 0 0,0 0 0 0 0,0 0 0 0 0,7 8 0 0 0,-8-11-99 0 0,-1-1 0 0 0,1 1 1 0 0,-1-1-1 0 0,1 0 0 0 0,0 0 0 0 0,0 0 0 0 0,-1 1 0 0 0,1-1 0 0 0,0-1 1 0 0,0 1-1 0 0,0 0 0 0 0,0 0 0 0 0,0-1 0 0 0,0 1 0 0 0,0-1 1 0 0,0 0-1 0 0,1 0 0 0 0,-1 0 0 0 0,0 0 0 0 0,0 0 0 0 0,0 0 0 0 0,0 0 1 0 0,0 0-1 0 0,0-1 0 0 0,0 1 0 0 0,0-1 0 0 0,0 0 0 0 0,0 0 1 0 0,0 0-1 0 0,0 1 0 0 0,0-2 0 0 0,3-1 0 0 0,-2 1-64 0 0,0 0 0 0 0,0-1-1 0 0,0 1 1 0 0,0 0 0 0 0,0-1 0 0 0,-1 0-1 0 0,1 0 1 0 0,-1 0 0 0 0,0 0 0 0 0,0 0-1 0 0,0 0 1 0 0,0-1 0 0 0,0 1 0 0 0,-1-1-1 0 0,1 1 1 0 0,0-7 0 0 0,-1 5-50 0 0,0 0 0 0 0,-1-1 0 0 0,0 1 0 0 0,0-1 0 0 0,0 1 0 0 0,-1 0 0 0 0,0-1 0 0 0,0 1 0 0 0,0 0 0 0 0,-4-8 0 0 0,-2-4-136 0 0,-1 1-1 0 0,0 0 1 0 0,-2 1-1 0 0,0 0 1 0 0,-21-26 0 0 0,23 33-78 0 0,0-1-1 0 0,0 1 1 0 0,-18-13 0 0 0,1 7-2994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 16355 0 0,'0'0'79'0'0,"0"0"0"0"0,-1 0 0 0 0,1 0-1 0 0,0 0 1 0 0,-1-1 0 0 0,1 1-1 0 0,0 0 1 0 0,-1 0 0 0 0,1 0-1 0 0,0 0 1 0 0,-1 0 0 0 0,1 0-1 0 0,0-1 1 0 0,0 1 0 0 0,-1 0-1 0 0,1 0 1 0 0,0-1 0 0 0,0 1-1 0 0,-1 0 1 0 0,1 0 0 0 0,0-1-1 0 0,0 1 1 0 0,0 0 0 0 0,-1 0-1 0 0,1-1 1 0 0,0 1 0 0 0,0 0-1 0 0,0-1 1 0 0,0 1 0 0 0,0 0-1 0 0,0-1 1 0 0,5-9 1884 0 0,14-5-532 0 0,-11 11-1257 0 0,-1 0 0 0 0,14-4-1 0 0,-19 8-149 0 0,-1-1-1 0 0,1 1 0 0 0,-1-1 1 0 0,1 1-1 0 0,-1 0 0 0 0,1-1 1 0 0,0 1-1 0 0,-1 0 0 0 0,1 0 1 0 0,-1 0-1 0 0,1 0 0 0 0,0 0 1 0 0,-1 1-1 0 0,1-1 0 0 0,-1 0 1 0 0,1 1-1 0 0,-1-1 0 0 0,1 1 1 0 0,-1 0-1 0 0,1-1 0 0 0,-1 1 1 0 0,2 1-1 0 0,-2-1-7 0 0,-1 0 0 0 0,1 0 1 0 0,-1 0-1 0 0,1 0 0 0 0,-1 0 0 0 0,1 0 0 0 0,-1 0 0 0 0,0 0 1 0 0,1 1-1 0 0,-1-1 0 0 0,0 0 0 0 0,0 0 0 0 0,0 0 1 0 0,0 0-1 0 0,0 1 0 0 0,0-1 0 0 0,0 0 0 0 0,0 0 1 0 0,-1 2-1 0 0,-7 24 150 0 0,5-20-96 0 0,-27 64 481 0 0,21-55-288 0 0,1 1-1 0 0,1 0 1 0 0,1 0 0 0 0,-6 27-1 0 0,12-42-206 0 0,-1 0 0 0 0,1-1 0 0 0,0 1 0 0 0,0 0 0 0 0,-1 0 0 0 0,1-1 0 0 0,1 1 0 0 0,-1 0 0 0 0,0 0 0 0 0,0-1 0 0 0,1 1 0 0 0,-1 0 0 0 0,1 0 0 0 0,-1-1 0 0 0,1 1-1 0 0,0-1 1 0 0,0 1 0 0 0,0 0 0 0 0,-1-1 0 0 0,2 1 0 0 0,1 2 0 0 0,-2-3-23 0 0,1-1-1 0 0,-1 1 1 0 0,1 0 0 0 0,0 0-1 0 0,-1-1 1 0 0,1 1 0 0 0,0-1-1 0 0,-1 1 1 0 0,1-1 0 0 0,0 0-1 0 0,0 0 1 0 0,-1 1 0 0 0,1-1-1 0 0,0 0 1 0 0,0-1 0 0 0,-1 1-1 0 0,1 0 1 0 0,0 0 0 0 0,0-1-1 0 0,-1 1 1 0 0,1-1 0 0 0,1 0-1 0 0,24-12-635 0 0,-12 2-3409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18436 0 0,'2'2'343'0'0,"-1"0"0"0"0,0 0 0 0 0,0 0 0 0 0,0 0 0 0 0,-1 1 0 0 0,1-1 0 0 0,-1 0 0 0 0,1 1 0 0 0,-1-1 0 0 0,0 1 0 0 0,0-1 0 0 0,0 3 0 0 0,1 0 78 0 0,-1 4 126 0 0,0 1 0 0 0,0 0 1 0 0,-1-1-1 0 0,-3 19 0 0 0,-2 0-3710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 17052 0 0,'0'0'77'0'0,"0"0"1"0"0,0 0-1 0 0,0 0 1 0 0,0-1-1 0 0,0 1 1 0 0,-1 0-1 0 0,1 0 1 0 0,0 0-1 0 0,0 0 1 0 0,0 0-1 0 0,0 0 1 0 0,0 0-1 0 0,0-1 1 0 0,0 1 0 0 0,-1 0-1 0 0,1 0 1 0 0,0 0-1 0 0,0 0 1 0 0,0 0-1 0 0,0 0 1 0 0,0 0-1 0 0,0 0 1 0 0,-1 0-1 0 0,1 0 1 0 0,0 0-1 0 0,0 0 1 0 0,0 0-1 0 0,0 0 1 0 0,0 0-1 0 0,-1 0 1 0 0,1 0-1 0 0,0 0 1 0 0,0 0-1 0 0,0 0 1 0 0,0 0 0 0 0,0 0-1 0 0,-1 0 1 0 0,1 0-1 0 0,0 0 1 0 0,0 0-1 0 0,0 0 1 0 0,0 0-1 0 0,0 1 1 0 0,-1-1-1 0 0,-7 8 1123 0 0,-5 10-359 0 0,7-6-584 0 0,0 1 0 0 0,2 0 0 0 0,-1 0 0 0 0,1 0 0 0 0,1 1 1 0 0,0 0-1 0 0,1-1 0 0 0,1 1 0 0 0,0 0 0 0 0,1 0 0 0 0,0 0 0 0 0,1-1 0 0 0,1 1 1 0 0,6 25-1 0 0,-7-36-167 0 0,0 1 0 0 0,0-1 1 0 0,1 0-1 0 0,-1 0 1 0 0,1 1-1 0 0,0-1 0 0 0,0 0 1 0 0,0 0-1 0 0,0-1 1 0 0,1 1-1 0 0,-1 0 0 0 0,1-1 1 0 0,-1 1-1 0 0,1-1 0 0 0,0 0 1 0 0,0 0-1 0 0,0 0 1 0 0,0 0-1 0 0,5 1 0 0 0,-6-2-68 0 0,1 0-1 0 0,0-1 0 0 0,0 1 0 0 0,0-1 0 0 0,0 0 1 0 0,0 1-1 0 0,0-1 0 0 0,0-1 0 0 0,0 1 0 0 0,0 0 1 0 0,0-1-1 0 0,0 1 0 0 0,0-1 0 0 0,0 0 0 0 0,-1 0 1 0 0,1 0-1 0 0,0 0 0 0 0,-1-1 0 0 0,1 1 0 0 0,0-1 1 0 0,-1 1-1 0 0,0-1 0 0 0,4-3 0 0 0,-3 1-61 0 0,1 1 0 0 0,-1-1 0 0 0,0 0-1 0 0,-1 0 1 0 0,1 0 0 0 0,-1 0 0 0 0,1-1-1 0 0,-1 1 1 0 0,0 0 0 0 0,-1-1 0 0 0,1 0 0 0 0,-1 1-1 0 0,0-1 1 0 0,0 0 0 0 0,-1 0 0 0 0,1 0 0 0 0,-1 1-1 0 0,0-1 1 0 0,0 0 0 0 0,-1 0 0 0 0,1 0 0 0 0,-3-7-1 0 0,0-1-159 0 0,-1-1 0 0 0,-1 1 0 0 0,0 0 0 0 0,-1 0 0 0 0,0 0-1 0 0,-13-19 1 0 0,17 28 78 0 0,-1 1 1 0 0,1-1-1 0 0,-1 1 0 0 0,0-1 0 0 0,0 1 0 0 0,0 0 0 0 0,-1 0 0 0 0,1 0 0 0 0,-1 0 0 0 0,1 1 0 0 0,-1-1 0 0 0,0 1 1 0 0,0 0-1 0 0,0 0 0 0 0,0 1 0 0 0,0-1 0 0 0,-1 1 0 0 0,1 0 0 0 0,0 0 0 0 0,-1 0 0 0 0,-6 0 0 0 0,1 1-291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63 13827 0 0,'0'-8'6110'0'0,"5"-2"-4216"0"0,8-6-1324 0 0,-9 12-453 0 0,0 1-1 0 0,0 0 1 0 0,1-1 0 0 0,-1 2 0 0 0,7-4 0 0 0,-9 5-95 0 0,-1 0 1 0 0,1 0-1 0 0,0 0 1 0 0,0 0 0 0 0,0 1-1 0 0,0-1 1 0 0,1 1-1 0 0,-1-1 1 0 0,0 1-1 0 0,0 0 1 0 0,0 0-1 0 0,0 0 1 0 0,0 0-1 0 0,0 0 1 0 0,0 1-1 0 0,3 0 1 0 0,-5-1-18 0 0,0 0 1 0 0,1 0-1 0 0,-1 0 0 0 0,1 1 0 0 0,-1-1 1 0 0,0 0-1 0 0,1 0 0 0 0,-1 1 0 0 0,0-1 1 0 0,1 0-1 0 0,-1 1 0 0 0,0-1 0 0 0,1 0 1 0 0,-1 1-1 0 0,0-1 0 0 0,0 0 1 0 0,1 1-1 0 0,-1-1 0 0 0,0 1 0 0 0,0-1 1 0 0,0 0-1 0 0,0 1 0 0 0,0-1 0 0 0,1 1 1 0 0,-1-1-1 0 0,0 1 0 0 0,-3 14 79 0 0,-13 12 58 0 0,9-17-74 0 0,0 0 0 0 0,-1-1 0 0 0,0 1 0 0 0,-1-2 0 0 0,-12 12 0 0 0,15-17-68 0 0,9-7 0 0 0,10-6 0 0 0,-10 9-16 0 0,0 0 0 0 0,0 0-1 0 0,0 0 1 0 0,0 1-1 0 0,0 0 1 0 0,0-1 0 0 0,0 1-1 0 0,0 0 1 0 0,0 0 0 0 0,0 1-1 0 0,-1-1 1 0 0,1 1 0 0 0,0-1-1 0 0,0 1 1 0 0,0 0 0 0 0,0 0-1 0 0,0 0 1 0 0,-1 1 0 0 0,1-1-1 0 0,0 1 1 0 0,-1-1 0 0 0,0 1-1 0 0,1 0 1 0 0,-1 0 0 0 0,0 0-1 0 0,0 0 1 0 0,0 0 0 0 0,0 1-1 0 0,2 2 1 0 0,-1-2-3 0 0,-1 0 0 0 0,0 1 0 0 0,0-1 0 0 0,-1 0 0 0 0,1 1 1 0 0,-1-1-1 0 0,1 1 0 0 0,-1-1 0 0 0,0 1 0 0 0,-1-1 0 0 0,1 1 0 0 0,0 0 0 0 0,-1 0 0 0 0,0-1 0 0 0,0 1 0 0 0,0 0 0 0 0,-1-1 1 0 0,1 1-1 0 0,-1 0 0 0 0,1-1 0 0 0,-1 1 0 0 0,-1 0 0 0 0,-1 4 0 0 0,1-5 119 0 0,-1 1 0 0 0,1-1 0 0 0,-1 1-1 0 0,0-1 1 0 0,0 0 0 0 0,0 0 0 0 0,0-1 0 0 0,0 1 0 0 0,-1-1 0 0 0,1 1-1 0 0,-1-1 1 0 0,0 0 0 0 0,0 0 0 0 0,0-1 0 0 0,0 1 0 0 0,0-1 0 0 0,-6 2 0 0 0,8-3-113 0 0,0 0 1 0 0,0 1 0 0 0,0-1-1 0 0,0 0 1 0 0,0 0-1 0 0,0 0 1 0 0,0 0 0 0 0,0-1-1 0 0,0 1 1 0 0,0 0 0 0 0,0-1-1 0 0,0 0 1 0 0,0 1 0 0 0,0-1-1 0 0,1 0 1 0 0,-1 0 0 0 0,0 0-1 0 0,0 0 1 0 0,1 0 0 0 0,-1-1-1 0 0,0 1 1 0 0,1 0 0 0 0,0-1-1 0 0,-1 1 1 0 0,1-1-1 0 0,0 1 1 0 0,0-1 0 0 0,-1 0-1 0 0,1 1 1 0 0,1-1 0 0 0,-1 0-1 0 0,0 0 1 0 0,0 0 0 0 0,1 0-1 0 0,-1 0 1 0 0,1 0 0 0 0,-1-4-1 0 0,0-3-842 0 0,2 5 286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21461 0 0,'-2'70'4261'0'0,"-4"-34"-4857"0"0,-5-4-6239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19268 0 0,'0'0'89'0'0,"0"-1"1"0"0,0 1-1 0 0,-1-1 0 0 0,1 1 0 0 0,0 0 0 0 0,0-1 1 0 0,0 1-1 0 0,0-1 0 0 0,-1 1 0 0 0,1 0 1 0 0,0-1-1 0 0,0 1 0 0 0,-1 0 0 0 0,1-1 1 0 0,0 1-1 0 0,0 0 0 0 0,-1 0 0 0 0,1-1 0 0 0,0 1 1 0 0,-1 0-1 0 0,1 0 0 0 0,0 0 0 0 0,-1-1 1 0 0,1 1-1 0 0,-1 0 0 0 0,1 0 0 0 0,0 0 0 0 0,-1 0 1 0 0,1 0-1 0 0,-1 0 0 0 0,0 0 8 0 0,0 0 0 0 0,1 0 0 0 0,-1 1 1 0 0,0-1-1 0 0,1 0 0 0 0,-1 1 0 0 0,0-1 0 0 0,1 1 0 0 0,-1-1 0 0 0,1 1 0 0 0,-1-1 0 0 0,1 1 0 0 0,-1 0 1 0 0,0 0-1 0 0,-2 3 77 0 0,1 1 1 0 0,-1-1 0 0 0,1 0-1 0 0,-2 6 1 0 0,1 2-27 0 0,0 1-1 0 0,1-1 1 0 0,0 0 0 0 0,1 1-1 0 0,0 0 1 0 0,2 13 0 0 0,0-6 98 0 0,2 0 0 0 0,0-1 0 0 0,6 23 0 0 0,-8-38-148 0 0,1 0 1 0 0,-1 0 0 0 0,1-1 0 0 0,0 1 0 0 0,0 0-1 0 0,0-1 1 0 0,0 1 0 0 0,0-1 0 0 0,1 1 0 0 0,0-1-1 0 0,0 0 1 0 0,4 4 0 0 0,-5-6-63 0 0,0 0 0 0 0,0 1-1 0 0,-1-1 1 0 0,1-1 0 0 0,0 1 0 0 0,0 0 0 0 0,0 0-1 0 0,0-1 1 0 0,0 1 0 0 0,0-1 0 0 0,0 1 0 0 0,0-1-1 0 0,1 0 1 0 0,-1 0 0 0 0,0 0 0 0 0,0 0 0 0 0,0 0 0 0 0,0-1-1 0 0,0 1 1 0 0,0-1 0 0 0,0 1 0 0 0,0-1 0 0 0,0 0-1 0 0,0 1 1 0 0,0-1 0 0 0,2-2 0 0 0,-1 2-70 0 0,0-1 0 0 0,0 0-1 0 0,0 0 1 0 0,0-1 0 0 0,0 1 0 0 0,-1 0 0 0 0,1-1 0 0 0,-1 0 0 0 0,0 1 0 0 0,0-1-1 0 0,0 0 1 0 0,0 0 0 0 0,0 0 0 0 0,-1-1 0 0 0,3-5 0 0 0,-3 3-8 0 0,0 1 0 0 0,0 0 1 0 0,0 0-1 0 0,-1 0 0 0 0,0-1 1 0 0,0 1-1 0 0,0 0 0 0 0,-1-1 0 0 0,-2-8 1 0 0,-1 0-57 0 0,0 0 0 0 0,-2 1 1 0 0,1 0-1 0 0,-2 0 0 0 0,0 0 0 0 0,-16-23 1 0 0,20 33 2 0 0,1 0 0 0 0,-1 0 0 0 0,1 0 0 0 0,-1 0 0 0 0,0 1 0 0 0,0-1 0 0 0,0 1 0 0 0,0 0 0 0 0,-1 0 0 0 0,1 0 0 0 0,0 0-1 0 0,-1 0 1 0 0,-5-1 0 0 0,-18-2-3001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13 12443 0 0,'-4'-9'3247'0'0,"7"5"1131"0"0,3 8-761 0 0,-1 3-3977 0 0,-1 2 629 0 0,-1 0 1 0 0,0 1-1 0 0,-1-1 1 0 0,0 1-1 0 0,0 0 1 0 0,0 17-1 0 0,-1-5 404 0 0,-5 42 1 0 0,-11 11-1277 0 0,16-72-2064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19956 0 0,'1'2'222'0'0,"0"0"0"0"0,0 1 0 0 0,-1-1-1 0 0,1 0 1 0 0,-1 0 0 0 0,0 0 0 0 0,1 1 0 0 0,-1-1 0 0 0,-1 4-1 0 0,2-1 163 0 0,0 26 262 0 0,-4 50 0 0 0,3-79-2629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17 18372 0 0,'0'0'94'0'0,"-1"-1"0"0"0,0 1 0 0 0,1 0 0 0 0,-1 0 0 0 0,0 0 0 0 0,1 1 0 0 0,-1-1-1 0 0,0 0 1 0 0,1 0 0 0 0,-1 0 0 0 0,0 0 0 0 0,1 0 0 0 0,-1 1 0 0 0,1-1 0 0 0,-1 0 0 0 0,1 1 0 0 0,-1-1 0 0 0,0 0 0 0 0,1 1 0 0 0,-1-1 0 0 0,1 1 0 0 0,-1-1 0 0 0,1 1 0 0 0,0-1 0 0 0,-1 1 0 0 0,1-1-1 0 0,-1 1 1 0 0,1 0 0 0 0,-11 18 856 0 0,7-9-750 0 0,1 0 0 0 0,1 0 0 0 0,-1 0 0 0 0,2 1 0 0 0,-1-1 0 0 0,1 0 0 0 0,1 1 0 0 0,1 15 0 0 0,-1-17-108 0 0,1-1-1 0 0,1 1 1 0 0,-1-1-1 0 0,1 1 1 0 0,1-1-1 0 0,0 0 1 0 0,0 0 0 0 0,0 0-1 0 0,1-1 1 0 0,9 14-1 0 0,-12-19-77 0 0,1 1-1 0 0,0-1 1 0 0,0 0 0 0 0,0 0-1 0 0,0 0 1 0 0,0-1-1 0 0,1 1 1 0 0,-1 0 0 0 0,0-1-1 0 0,1 0 1 0 0,-1 1-1 0 0,1-1 1 0 0,-1 0-1 0 0,1 0 1 0 0,0-1 0 0 0,-1 1-1 0 0,1 0 1 0 0,0-1-1 0 0,3 1 1 0 0,-2-2 22 0 0,-1 1 1 0 0,1 0-1 0 0,0-1 0 0 0,0 0 1 0 0,0 0-1 0 0,0 0 0 0 0,-1 0 1 0 0,1-1-1 0 0,0 1 0 0 0,-1-1 1 0 0,0 0-1 0 0,6-3 0 0 0,-5 1-3 0 0,1 1-1 0 0,-1 0 1 0 0,0-1-1 0 0,0 0 1 0 0,-1 0-1 0 0,1 0 0 0 0,-1 0 1 0 0,0-1-1 0 0,0 1 1 0 0,0-1-1 0 0,0 0 0 0 0,-1 0 1 0 0,0 0-1 0 0,0 0 1 0 0,0 0-1 0 0,-1 0 0 0 0,0-1 1 0 0,0 1-1 0 0,1-10 1 0 0,-3 6-110 0 0,0 0 0 0 0,-1 0-1 0 0,0 1 1 0 0,-1-1 0 0 0,0 1 0 0 0,0-1 0 0 0,0 1 0 0 0,-1 0 0 0 0,-1 0 0 0 0,1 1 0 0 0,-7-9 0 0 0,7 11 11 0 0,1 1 0 0 0,-1 0 0 0 0,0-1 0 0 0,0 1 0 0 0,-1 1 1 0 0,1-1-1 0 0,-1 1 0 0 0,0-1 0 0 0,1 1 0 0 0,-2 1 0 0 0,1-1 0 0 0,0 1 0 0 0,0 0 0 0 0,-1 0 0 0 0,1 0 0 0 0,-1 1 0 0 0,-11-2 1 0 0,10 3-473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56 13363 0 0,'0'0'35'0'0,"0"0"1"0"0,-1 0-1 0 0,1 0 0 0 0,0 0 0 0 0,0 0 1 0 0,0 0-1 0 0,-1 0 0 0 0,1 0 1 0 0,0 0-1 0 0,0 0 0 0 0,-1 0 1 0 0,1 0-1 0 0,0 0 0 0 0,0 0 1 0 0,0 0-1 0 0,-1 0 0 0 0,1 0 1 0 0,0 0-1 0 0,0 0 0 0 0,0-1 1 0 0,-1 1-1 0 0,1 0 0 0 0,0 0 1 0 0,0 0-1 0 0,0 0 0 0 0,-1 0 1 0 0,1-1-1 0 0,0 1 0 0 0,0 0 1 0 0,0 0-1 0 0,0 0 0 0 0,0 0 1 0 0,0-1-1 0 0,-1 1 0 0 0,1 0 1 0 0,0 0-1 0 0,0 0 0 0 0,0-1 1 0 0,0 1-1 0 0,0 0 0 0 0,0 0 1 0 0,0-1-1 0 0,0 1 0 0 0,0 0 0 0 0,0 0 1 0 0,0 0-1 0 0,0-1 0 0 0,8-12 3005 0 0,19-13 1610 0 0,-26 25-4609 0 0,0 0-26 0 0,0 0 1 0 0,0 0-1 0 0,0 0 1 0 0,0 1-1 0 0,0-1 1 0 0,0 0-1 0 0,0 1 1 0 0,0-1-1 0 0,0 1 0 0 0,0-1 1 0 0,0 1-1 0 0,0-1 1 0 0,0 1-1 0 0,1 0 1 0 0,-1 0-1 0 0,2-1 1 0 0,-2 1-8 0 0,-1 1 1 0 0,1-1 0 0 0,-1 1-1 0 0,1-1 1 0 0,-1 1 0 0 0,1-1 0 0 0,-1 1-1 0 0,1-1 1 0 0,-1 1 0 0 0,0-1-1 0 0,1 1 1 0 0,-1-1 0 0 0,0 1 0 0 0,0-1-1 0 0,1 1 1 0 0,-1 0 0 0 0,0-1-1 0 0,0 1 1 0 0,0 0 0 0 0,0-1 0 0 0,0 1-1 0 0,0-1 1 0 0,0 1 0 0 0,0 0-1 0 0,0-1 1 0 0,0 1 0 0 0,0 0-1 0 0,0-1 1 0 0,0 1 0 0 0,0 0 0 0 0,-1 0-1 0 0,-26 138 355 0 0,0 1 728 0 0,26-138-1067 0 0,1 0 1 0 0,0 1-1 0 0,0-1 1 0 0,0 0-1 0 0,0 0 1 0 0,0 0-1 0 0,0 0 1 0 0,1 0-1 0 0,0 3 0 0 0,-1-5-16 0 0,0 0-1 0 0,0 0 0 0 0,0 0 1 0 0,0 1-1 0 0,0-1 0 0 0,1 0 1 0 0,-1 0-1 0 0,0 0 0 0 0,0 1 0 0 0,0-1 1 0 0,0 0-1 0 0,1 0 0 0 0,-1 0 1 0 0,0 0-1 0 0,0 0 0 0 0,1 1 0 0 0,-1-1 1 0 0,0 0-1 0 0,0 0 0 0 0,0 0 1 0 0,1 0-1 0 0,-1 0 0 0 0,0 0 1 0 0,0 0-1 0 0,1 0 0 0 0,-1 0 0 0 0,0 0 1 0 0,1 0-1 0 0,11-6 145 0 0,-8 2-291 0 0,31-20 638 0 0,-32 22-721 0 0,0 1 0 0 0,-1 0 0 0 0,1 0 0 0 0,0 0 1 0 0,0 0-1 0 0,0 0 0 0 0,0 0 0 0 0,0 1 1 0 0,0-1-1 0 0,0 1 0 0 0,5 0 0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 17508 0 0,'-1'-1'134'0'0,"0"1"1"0"0,1-1-1 0 0,-1 1 1 0 0,0 0-1 0 0,1-1 1 0 0,-1 1-1 0 0,0 0 1 0 0,0 0-1 0 0,0-1 1 0 0,1 1-1 0 0,-1 0 1 0 0,0 0-1 0 0,0 0 1 0 0,0 0-1 0 0,1 0 1 0 0,-1 0-1 0 0,0 0 1 0 0,0 0-1 0 0,0 1 1 0 0,1-1-1 0 0,-1 0 1 0 0,0 0-1 0 0,0 1 1 0 0,1-1-1 0 0,-1 0 1 0 0,0 1-1 0 0,1-1 1 0 0,-1 1-1 0 0,0-1 1 0 0,1 1-1 0 0,-1-1 1 0 0,-1 2-1 0 0,-1 1 29 0 0,1-1 0 0 0,-1 1 0 0 0,0 0 0 0 0,1 0 0 0 0,-4 4 0 0 0,2 2-28 0 0,0 0 1 0 0,0 0 0 0 0,1 0-1 0 0,0 0 1 0 0,1 0 0 0 0,-1 1 0 0 0,2-1-1 0 0,0 1 1 0 0,-1 15 0 0 0,2-11 75 0 0,1 0 0 0 0,0 0 0 0 0,1-1 0 0 0,0 1 1 0 0,1 0-1 0 0,6 13 0 0 0,-8-23-144 0 0,0-1 0 0 0,1 1 0 0 0,-1-1 0 0 0,1 0 0 0 0,0 0 0 0 0,0 0 0 0 0,0 0 0 0 0,0 0 0 0 0,1 0 0 0 0,-1-1 0 0 0,1 1 0 0 0,0-1 0 0 0,-1 0 0 0 0,1 1 0 0 0,6 2 0 0 0,-7-4-34 0 0,0-1 1 0 0,0 1-1 0 0,0 0 0 0 0,0-1 0 0 0,0 0 0 0 0,0 1 0 0 0,1-1 0 0 0,-1 0 0 0 0,0 0 0 0 0,0 0 0 0 0,0 0 0 0 0,0 0 1 0 0,0-1-1 0 0,0 1 0 0 0,1-1 0 0 0,-1 1 0 0 0,0-1 0 0 0,0 0 0 0 0,0 0 0 0 0,-1 0 0 0 0,1 0 0 0 0,0 0 0 0 0,0 0 1 0 0,0-1-1 0 0,-1 1 0 0 0,1 0 0 0 0,2-4 0 0 0,0 1-61 0 0,-1-1 0 0 0,1 1 0 0 0,-1-1 0 0 0,0 0 0 0 0,-1 0 0 0 0,1 0 0 0 0,-1 0 0 0 0,0 0 0 0 0,0-1 0 0 0,-1 1 0 0 0,1-1 0 0 0,-1 0 0 0 0,0 1 0 0 0,-1-1 1 0 0,1 1-1 0 0,-1-1 0 0 0,0 0 0 0 0,-1 0 0 0 0,1 1 0 0 0,-1-1 0 0 0,-2-6 0 0 0,0 0-47 0 0,0 1 0 0 0,-1-1 0 0 0,-1 1 0 0 0,1 0 0 0 0,-2 1 0 0 0,1-1 0 0 0,-2 1 0 0 0,1 0 1 0 0,-11-11-1 0 0,14 18-47 0 0,0 0 0 0 0,0 0 1 0 0,0 0-1 0 0,-1 1 0 0 0,1-1 0 0 0,-1 1 1 0 0,0 0-1 0 0,1 0 0 0 0,-6-2 1 0 0,7 3-299 0 0,0 1 0 0 0,-1-1 0 0 0,1 1 0 0 0,0-1 1 0 0,-1 1-1 0 0,1 0 0 0 0,0 0 0 0 0,-1 0 0 0 0,1 0 1 0 0,0 0-1 0 0,-3 1 0 0 0,2-1-867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77 13363 0 0,'0'-1'314'0'0,"-1"1"0"0"0,0-1 0 0 0,0 0 1 0 0,0 1-1 0 0,1-1 0 0 0,-1 0 0 0 0,0 1 0 0 0,1-1 0 0 0,-1 0 1 0 0,1 0-1 0 0,-1 0 0 0 0,1 0 0 0 0,-1 0 0 0 0,1 1 0 0 0,0-1 1 0 0,-1 0-1 0 0,1 0 0 0 0,0 0 0 0 0,-1-2 0 0 0,1 2-87 0 0,0-1 1 0 0,1 0-1 0 0,-1 1 0 0 0,0-1 0 0 0,0 0 0 0 0,1 1 0 0 0,-1-1 0 0 0,1 0 0 0 0,-1 1 0 0 0,2-3 0 0 0,0 0-122 0 0,0 1-1 0 0,1 0 1 0 0,-1 0-1 0 0,0 0 1 0 0,1 0-1 0 0,0 0 1 0 0,-1 1-1 0 0,1-1 0 0 0,4-2 1 0 0,-6 4-102 0 0,0 1 0 0 0,0-1 0 0 0,0 0 0 0 0,0 1 0 0 0,0-1 0 0 0,0 1 0 0 0,0-1 0 0 0,0 1 0 0 0,0 0-1 0 0,0-1 1 0 0,0 1 0 0 0,0 0 0 0 0,0 0 0 0 0,0 0 0 0 0,0 0 0 0 0,0-1 0 0 0,0 2 0 0 0,0-1 0 0 0,1 0 0 0 0,-1 0 0 0 0,0 0 0 0 0,0 0 0 0 0,0 1 0 0 0,1 0 0 0 0,-1 0-1 0 0,0 0 1 0 0,0 0 0 0 0,-1 0-1 0 0,1 0 1 0 0,-1 0-1 0 0,1 0 1 0 0,-1 0-1 0 0,1 0 1 0 0,-1 0 0 0 0,0 0-1 0 0,1 1 1 0 0,-1-1-1 0 0,0 0 1 0 0,0 0 0 0 0,0 0-1 0 0,0 1 1 0 0,0-1-1 0 0,0 0 1 0 0,0 0 0 0 0,0 0-1 0 0,-1 1 1 0 0,0 0-1 0 0,-1 9 55 0 0,-1-1-1 0 0,-1 1 0 0 0,0-1 0 0 0,-1 0 0 0 0,1-1 1 0 0,-9 12-1 0 0,-5 12 156 0 0,19-35-230 0 0,-1 1-1 0 0,1 0 1 0 0,0-1 0 0 0,0 1 0 0 0,0 0-1 0 0,0-1 1 0 0,0 1 0 0 0,0 0 0 0 0,0 0-1 0 0,0 0 1 0 0,0 0 0 0 0,1 0-1 0 0,-1 0 1 0 0,0 0 0 0 0,0 1 0 0 0,1-1-1 0 0,-1 0 1 0 0,1 1 0 0 0,-1-1 0 0 0,1 1-1 0 0,-1-1 1 0 0,1 1 0 0 0,-1 0 0 0 0,1 0-1 0 0,-1 0 1 0 0,1 0 0 0 0,-1 0 0 0 0,1 0-1 0 0,0 0 1 0 0,-1 0 0 0 0,1 0 0 0 0,1 1-1 0 0,-1 0 15 0 0,0 0-1 0 0,0 0 1 0 0,0 0-1 0 0,0 0 0 0 0,-1 0 1 0 0,1 0-1 0 0,0 1 1 0 0,-1-1-1 0 0,1 0 0 0 0,0 1 1 0 0,-1 0-1 0 0,0-1 1 0 0,1 1-1 0 0,-1 0 0 0 0,0 0 1 0 0,0-1-1 0 0,0 1 1 0 0,0 0-1 0 0,0 0 0 0 0,-1 0 1 0 0,1 0-1 0 0,-1 0 0 0 0,1 0 1 0 0,-1 4-1 0 0,1-1 77 0 0,-1 0 0 0 0,-1 0 0 0 0,1 0 0 0 0,-1 0 0 0 0,0 0 1 0 0,0 0-1 0 0,0 0 0 0 0,-1 0 0 0 0,0 0 0 0 0,0 0 0 0 0,0-1 0 0 0,-5 8 0 0 0,5-9-26 0 0,1 0 0 0 0,-1 0 0 0 0,0-1 1 0 0,0 1-1 0 0,-1-1 0 0 0,1 1 0 0 0,0-1 1 0 0,-1 0-1 0 0,1 0 0 0 0,-1 0 0 0 0,0 0 0 0 0,0-1 1 0 0,0 1-1 0 0,0-1 0 0 0,0 1 0 0 0,0-1 1 0 0,0 0-1 0 0,0 0 0 0 0,0-1 0 0 0,-7 2 0 0 0,9-2-143 0 0,0-1 0 0 0,-1 1 0 0 0,1 0 0 0 0,0 0 0 0 0,0-1 0 0 0,0 1 0 0 0,0-1 0 0 0,0 1 0 0 0,0-1 0 0 0,0 1 0 0 0,0-1 0 0 0,0 1 0 0 0,0-1 0 0 0,0 0 0 0 0,0 0-1 0 0,0 0 1 0 0,0 1 0 0 0,0-1 0 0 0,1 0 0 0 0,-1 0 0 0 0,0 0 0 0 0,1 0 0 0 0,-1 0 0 0 0,0 0 0 0 0,1 0 0 0 0,-1-2 0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6 14747 0 0,'0'0'22'0'0,"0"0"-1"0"0,0 0 1 0 0,0 0-1 0 0,-1 0 1 0 0,1 0-1 0 0,0 0 1 0 0,0-1-1 0 0,0 1 1 0 0,0 0-1 0 0,0 0 1 0 0,0 0-1 0 0,0 0 1 0 0,0 0-1 0 0,0 0 1 0 0,0 0-1 0 0,0 0 1 0 0,0 0-1 0 0,0 0 0 0 0,-1-1 1 0 0,1 1-1 0 0,0 0 1 0 0,0 0-1 0 0,0 0 1 0 0,0 0-1 0 0,0 0 1 0 0,0 0-1 0 0,0 0 1 0 0,-1 0-1 0 0,1 0 1 0 0,0 0-1 0 0,0 0 1 0 0,0 0-1 0 0,0 0 1 0 0,0 0-1 0 0,0 0 1 0 0,0 0-1 0 0,-1 0 1 0 0,1 0-1 0 0,0 0 1 0 0,0 0-1 0 0,0 0 1 0 0,0 0-1 0 0,0 0 1 0 0,0 0-1 0 0,0 1 1 0 0,-8 4 880 0 0,-5 8 907 0 0,7-4-1403 0 0,0 0 0 0 0,1 1 1 0 0,0-1-1 0 0,0 1 0 0 0,1 0 1 0 0,1 1-1 0 0,0-1 0 0 0,0 1 1 0 0,-1 11-1 0 0,2-6-152 0 0,0 0 0 0 0,1 0 0 0 0,1 0 0 0 0,1 0 0 0 0,3 25 0 0 0,-3-38-178 0 0,-1 0 0 0 0,1 0 0 0 0,0 0-1 0 0,0 0 1 0 0,1 0 0 0 0,-1 0 0 0 0,0 0-1 0 0,1 0 1 0 0,0 0 0 0 0,0 0 0 0 0,0-1-1 0 0,0 1 1 0 0,0-1 0 0 0,0 0 0 0 0,0 1-1 0 0,1-1 1 0 0,-1 0 0 0 0,1 0 0 0 0,0-1-1 0 0,3 3 1 0 0,-4-3-52 0 0,0-1 0 0 0,1 1 0 0 0,0 0 0 0 0,-1-1 1 0 0,1 1-1 0 0,-1-1 0 0 0,1 0 0 0 0,0 1 0 0 0,-1-1 0 0 0,1-1 0 0 0,-1 1 1 0 0,1 0-1 0 0,0-1 0 0 0,-1 1 0 0 0,1-1 0 0 0,-1 0 0 0 0,1 0 0 0 0,-1 0 0 0 0,0 0 1 0 0,1 0-1 0 0,-1 0 0 0 0,0-1 0 0 0,0 1 0 0 0,0-1 0 0 0,3-2 0 0 0,-2 1-26 0 0,1 0-1 0 0,-1-1 1 0 0,0 1-1 0 0,0-1 0 0 0,0 0 1 0 0,0 0-1 0 0,-1 0 1 0 0,0-1-1 0 0,1 1 0 0 0,-2 0 1 0 0,1-1-1 0 0,1-7 1 0 0,-1 5-30 0 0,-1 0 0 0 0,0-1 0 0 0,-1 1 1 0 0,0 0-1 0 0,0-1 0 0 0,0 1 0 0 0,-3-12 1 0 0,0 5-79 0 0,-1-1 0 0 0,-1 1 0 0 0,0 0 0 0 0,-1 0 0 0 0,0 1 0 0 0,-1 0 0 0 0,-15-20 0 0 0,21 30 55 0 0,-1 0-1 0 0,0 0 1 0 0,0 0-1 0 0,-1 1 0 0 0,1 0 1 0 0,0-1-1 0 0,-1 1 1 0 0,0 0-1 0 0,1 0 0 0 0,-1 0 1 0 0,0 0-1 0 0,0 1 1 0 0,0-1-1 0 0,0 1 1 0 0,0 0-1 0 0,0-1 0 0 0,0 1 1 0 0,-4 0-1 0 0,1 1-80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 8754 0 0,'-3'-13'4413'0'0,"3"12"-4104"0"0,-1 1 0 0 0,1 0 0 0 0,0-1 0 0 0,0 1 0 0 0,0-1 0 0 0,0 1 0 0 0,0 0 0 0 0,0-1 0 0 0,0 1 0 0 0,-1-1 0 0 0,1 1 0 0 0,0 0 0 0 0,0-1 0 0 0,0 1 0 0 0,1-1 0 0 0,-1 1 0 0 0,0 0 0 0 0,0-1 0 0 0,0 1 0 0 0,0-1 0 0 0,0 1 0 0 0,0 0 0 0 0,1-1 0 0 0,-1 1 0 0 0,0-1 0 0 0,2 2-159 0 0,-1 1 0 0 0,0 0 1 0 0,0-1-1 0 0,0 1 1 0 0,-1-1-1 0 0,1 1 0 0 0,0 0 1 0 0,-1 0-1 0 0,1-1 1 0 0,-1 1-1 0 0,1 0 1 0 0,-1 0-1 0 0,0 0 0 0 0,0 3 1 0 0,1-1 61 0 0,12 127 1809 0 0,-3-15-41 0 0,-10-116-2001 0 0,0 0 0 0 0,0 0 1 0 0,0-1-1 0 0,0 1 0 0 0,0 0 0 0 0,1 0 0 0 0,-1 0 1 0 0,0 0-1 0 0,0 0 0 0 0,0 0 0 0 0,0 0 1 0 0,0 0-1 0 0,0 0 0 0 0,0 0 0 0 0,0 0 1 0 0,0 0-1 0 0,0 0 0 0 0,0 0 0 0 0,0 0 0 0 0,0 0 1 0 0,1 0-1 0 0,-1 0 0 0 0,0 0 0 0 0,0 0 1 0 0,0 1-1 0 0,0-1 0 0 0,0 0 0 0 0,0 0 0 0 0,0 0 1 0 0,0 0-1 0 0,0 0 0 0 0,0 0 0 0 0,0 0 1 0 0,0 0-1 0 0,0 0 0 0 0,0 0 0 0 0,0 0 0 0 0,0 0 1 0 0,0 0-1 0 0,0 0 0 0 0,0 0 0 0 0,0 0 1 0 0,0 0-1 0 0,1 1 0 0 0,-1-1 0 0 0,0 0 0 0 0,0 0 1 0 0,0 0-1 0 0,0 0 0 0 0,0 0 0 0 0,0 0 1 0 0,0 0-1 0 0,0 0 0 0 0,0 0 0 0 0,0 0 1 0 0,-1 0-1 0 0,1 0 0 0 0,0 0 0 0 0,0 1 0 0 0,0-1 1 0 0,0 0-1 0 0,0 0 0 0 0,0 0 0 0 0,0 0 1 0 0,0 0-1 0 0,0 0 0 0 0,0 0 0 0 0,3-7-1254 0 0,1-12-1372 0 0,-2 11 1156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8 19356 0 0,'-1'0'97'0'0,"1"0"0"0"0,-1-1-1 0 0,1 1 1 0 0,-1 0 0 0 0,1 0-1 0 0,-1 0 1 0 0,1 0 0 0 0,-1 0 0 0 0,1 0-1 0 0,-1 0 1 0 0,1 0 0 0 0,-1 0-1 0 0,1 0 1 0 0,-1 0 0 0 0,0 0-1 0 0,1 0 1 0 0,-1 1 0 0 0,1-1 0 0 0,-1 0-1 0 0,1 0 1 0 0,-1 1 0 0 0,1-1-1 0 0,-1 0 1 0 0,1 1 0 0 0,-13 13 694 0 0,-2 17-198 0 0,11-19-386 0 0,0-1-1 0 0,1 1 1 0 0,1 0-1 0 0,0 0 0 0 0,0-1 1 0 0,1 1-1 0 0,1 16 1 0 0,1-18-22 0 0,0 0 0 0 0,0 0 0 0 0,1 0 1 0 0,0 0-1 0 0,0 0 0 0 0,1 0 0 0 0,1-1 0 0 0,0 1 1 0 0,4 8-1 0 0,-6-16-118 0 0,-1 1 0 0 0,1-1-1 0 0,0 0 1 0 0,-1 0 0 0 0,1 0 0 0 0,0 0 0 0 0,0 0 0 0 0,0 0 0 0 0,0-1 0 0 0,1 1 0 0 0,-1-1 0 0 0,0 1 0 0 0,1-1 0 0 0,-1 0 0 0 0,1 0 0 0 0,-1 0-1 0 0,1 0 1 0 0,-1-1 0 0 0,1 1 0 0 0,0-1 0 0 0,-1 1 0 0 0,1-1 0 0 0,0 0 0 0 0,0 0 0 0 0,-1 0 0 0 0,1 0 0 0 0,0-1 0 0 0,-1 1 0 0 0,1-1-1 0 0,4-1 1 0 0,-4 1-78 0 0,0 0 1 0 0,0 0-1 0 0,-1-1 0 0 0,1 1 0 0 0,0-1 0 0 0,-1 1 0 0 0,0-1 0 0 0,1 0 0 0 0,-1 0 0 0 0,0 0 0 0 0,0 0 0 0 0,0-1 0 0 0,0 1 0 0 0,0-1 0 0 0,0 1 0 0 0,-1-1 0 0 0,1 1 0 0 0,-1-1 1 0 0,0 0-1 0 0,0 0 0 0 0,0 0 0 0 0,0 0 0 0 0,0 1 0 0 0,-1-1 0 0 0,1 0 0 0 0,-1 0 0 0 0,0-5 0 0 0,0 0-77 0 0,-2-1 0 0 0,1 1 0 0 0,-1-1 0 0 0,0 1 0 0 0,-1 0-1 0 0,-5-13 1 0 0,-27-46-323 0 0,21 40 196 0 0,6 13-519 0 0,-12-22 775 0 0,18 34-1060 0 0,1 0 0 0 0,-1 0 0 0 0,0 0 0 0 0,0 0 0 0 0,0 1-1 0 0,0-1 1 0 0,-3-2 0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14747 0 0,'0'0'193'0'0,"-1"-1"1"0"0,1 1-1 0 0,0-1 0 0 0,0 1 0 0 0,0-1 1 0 0,0 0-1 0 0,-1 1 0 0 0,1-1 0 0 0,0 1 1 0 0,0-1-1 0 0,0 0 0 0 0,0 1 0 0 0,0-1 1 0 0,0 1-1 0 0,0-1 0 0 0,1 0 0 0 0,-1 1 1 0 0,0-1-1 0 0,0 1 0 0 0,0-1 0 0 0,1 1 1 0 0,-1-1-1 0 0,0 1 0 0 0,0-1 0 0 0,1 1 1 0 0,-1-1-1 0 0,1 1 0 0 0,-1-1 0 0 0,0 1 1 0 0,1-1-1 0 0,-1 1 0 0 0,1 0 0 0 0,-1-1 1 0 0,1 1-1 0 0,0-1 0 0 0,19-13 908 0 0,-11 9-928 0 0,1 1 1 0 0,15-5 0 0 0,-22 8-157 0 0,-1 0 1 0 0,1 0-1 0 0,-1 1 1 0 0,0-1 0 0 0,1 1-1 0 0,-1 0 1 0 0,1 0-1 0 0,0 0 1 0 0,-1 0 0 0 0,1 0-1 0 0,-1 0 1 0 0,1 1 0 0 0,-1-1-1 0 0,0 1 1 0 0,1 0-1 0 0,3 1 1 0 0,-5-1-18 0 0,-1 0-1 0 0,1 0 1 0 0,0-1-1 0 0,-1 1 1 0 0,1 0-1 0 0,0 0 1 0 0,-1 0 0 0 0,1 0-1 0 0,-1 0 1 0 0,0 0-1 0 0,1 0 1 0 0,-1 0-1 0 0,0 0 1 0 0,0 0 0 0 0,1 0-1 0 0,-1 0 1 0 0,0 0-1 0 0,0 0 1 0 0,0 0-1 0 0,0 0 1 0 0,0 0 0 0 0,-1 0-1 0 0,1 0 1 0 0,0 0-1 0 0,0 0 1 0 0,-1 0-1 0 0,1 0 1 0 0,-1 1-1 0 0,-14 31-36 0 0,13-29 35 0 0,-26 44 528 0 0,15-28 83 0 0,-18 41 0 0 0,30-60-585 0 0,1 0-1 0 0,-1 0 1 0 0,1 1-1 0 0,-1-1 1 0 0,1 0-1 0 0,-1 0 1 0 0,1 1-1 0 0,0-1 1 0 0,0 0-1 0 0,-1 1 1 0 0,1-1-1 0 0,0 0 0 0 0,0 1 1 0 0,0-1-1 0 0,1 0 1 0 0,-1 1-1 0 0,0-1 1 0 0,0 0-1 0 0,1 0 1 0 0,-1 1-1 0 0,1-1 1 0 0,-1 0-1 0 0,1 0 1 0 0,0 1-1 0 0,-1-1 1 0 0,1 0-1 0 0,1 2 0 0 0,1-2 83 0 0,0 1 0 0 0,0 0-1 0 0,0-1 1 0 0,0 1-1 0 0,0-1 1 0 0,0 0-1 0 0,0 0 1 0 0,0 0-1 0 0,6 1 1 0 0,3 0 172 0 0,-1 0 0 0 0,1 0 0 0 0,19-1 0 0 0,-23-2-173 0 0,-5 0-3054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55 7370 0 0,'-9'-4'5096'0'0,"-2"-2"3120"0"0,11 6-8133 0 0,0-1-1 0 0,0 1 0 0 0,0-1 0 0 0,0 1 0 0 0,0-1 1 0 0,0 1-1 0 0,0-1 0 0 0,0 1 0 0 0,1-1 0 0 0,-1 1 1 0 0,0-1-1 0 0,0 1 0 0 0,1-1 0 0 0,-1 1 0 0 0,0-1 1 0 0,0 1-1 0 0,1 0 0 0 0,-1-1 0 0 0,0 1 0 0 0,1-1 1 0 0,-1 1-1 0 0,1 0 0 0 0,-1-1 0 0 0,0 1 0 0 0,1 0 1 0 0,-1 0-1 0 0,1-1 0 0 0,0 1 0 0 0,4-4 0 0 0,0 0-1 0 0,1 0 1 0 0,-1 1 0 0 0,1 0-1 0 0,-1 0 1 0 0,1 0 0 0 0,0 1-1 0 0,0 0 1 0 0,10-2-1 0 0,-15 4-82 0 0,-1 0-1 0 0,0 0 1 0 0,0 0-1 0 0,1 0 0 0 0,-1 0 1 0 0,0 0-1 0 0,1 0 1 0 0,-1 0-1 0 0,0 0 1 0 0,1 0-1 0 0,-1 0 0 0 0,0 0 1 0 0,0 0-1 0 0,1 0 1 0 0,-1 0-1 0 0,0 1 0 0 0,0-1 1 0 0,1 0-1 0 0,-1 0 1 0 0,0 0-1 0 0,0 1 1 0 0,1-1-1 0 0,-1 0 0 0 0,0 0 1 0 0,0 0-1 0 0,0 1 1 0 0,1-1-1 0 0,-1 0 0 0 0,0 0 1 0 0,0 1-1 0 0,0-1 1 0 0,0 1-1 0 0,-1 11-113 0 0,-9 11-110 0 0,-36 42-325 0 0,46-62 312 0 0,6-3 28 0 0,12-4-84 0 0,-12 2 229 0 0,-3 2 86 0 0,-1 0-1 0 0,1 0 1 0 0,-1 0 0 0 0,1 0 0 0 0,-1 0 0 0 0,1 0 0 0 0,-1 1-1 0 0,1-1 1 0 0,-1 1 0 0 0,0 0 0 0 0,1 0 0 0 0,-1 0-1 0 0,0 0 1 0 0,1 0 0 0 0,-1 0 0 0 0,0 0 0 0 0,0 1 0 0 0,0-1-1 0 0,0 1 1 0 0,0 0 0 0 0,0 0 0 0 0,-1-1 0 0 0,1 1 0 0 0,-1 0-1 0 0,1 0 1 0 0,-1 1 0 0 0,0-1 0 0 0,1 0 0 0 0,-1 0 0 0 0,0 1-1 0 0,-1-1 1 0 0,1 0 0 0 0,0 1 0 0 0,-1-1 0 0 0,1 1-1 0 0,-1-1 1 0 0,0 1 0 0 0,0-1 0 0 0,0 1 0 0 0,0-1 0 0 0,0 1-1 0 0,0-1 1 0 0,-1 1 0 0 0,1-1 0 0 0,-1 1 0 0 0,0-1 0 0 0,0 0-1 0 0,0 1 1 0 0,0-1 0 0 0,0 0 0 0 0,-2 4 0 0 0,-1-1 151 0 0,-1 0 0 0 0,1 0 0 0 0,-1 0 0 0 0,-11 7 1 0 0,14-10-102 0 0,0-1 0 0 0,0 1 0 0 0,0-1 0 0 0,0 0 0 0 0,0 0 1 0 0,0 0-1 0 0,0 0 0 0 0,-1 0 0 0 0,1 0 0 0 0,0-1 0 0 0,-1 1 0 0 0,1-1 1 0 0,-1 1-1 0 0,1-1 0 0 0,-1 0 0 0 0,1 0 0 0 0,-3-1 0 0 0,5 1-76 0 0,-1 0 0 0 0,0 0 0 0 0,1 0 0 0 0,-1-1 0 0 0,1 1 0 0 0,-1 0 0 0 0,1 0 0 0 0,-1-1 0 0 0,1 1 0 0 0,0-1 0 0 0,-1 1 0 0 0,1 0 0 0 0,-1-1 0 0 0,1 1 0 0 0,0-1 0 0 0,-1 1 0 0 0,1-1 0 0 0,0 1 0 0 0,-1-1 0 0 0,1 1 0 0 0,0-1 0 0 0,0 1 0 0 0,0-1 0 0 0,-1 0 0 0 0,1-10-2926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11 12899 0 0,'-1'-1'309'0'0,"1"0"0"0"0,-1 0 0 0 0,0 1 1 0 0,1-1-1 0 0,-1 0 0 0 0,0 1 0 0 0,0-1 1 0 0,1 0-1 0 0,-1 1 0 0 0,0-1 0 0 0,0 1 1 0 0,0-1-1 0 0,0 1 0 0 0,0 0 0 0 0,0-1 1 0 0,0 1-1 0 0,0 0 0 0 0,0 0 0 0 0,0 0 1 0 0,0-1-1 0 0,-1 1 0 0 0,0 1-76 0 0,0-1 0 0 0,1 0 0 0 0,-1 1 0 0 0,0-1 0 0 0,1 1 0 0 0,-1 0 0 0 0,0-1 1 0 0,1 1-1 0 0,-1 0 0 0 0,1 0 0 0 0,-3 1 0 0 0,1 1-89 0 0,0 0 1 0 0,0 0-1 0 0,-1 0 1 0 0,2 1-1 0 0,-1-1 1 0 0,0 1-1 0 0,1 0 1 0 0,-1-1-1 0 0,-1 6 1 0 0,1-1 7 0 0,1 1-1 0 0,-1 0 1 0 0,2 1 0 0 0,-1-1 0 0 0,1 0 0 0 0,1 0 0 0 0,-1 1-1 0 0,2-1 1 0 0,-1 0 0 0 0,1 1 0 0 0,3 12 0 0 0,-2-18-89 0 0,-1 1 0 0 0,0-1-1 0 0,1 1 1 0 0,0-1 0 0 0,0 0 0 0 0,0 0 0 0 0,1 0 0 0 0,-1 0 0 0 0,1 0 0 0 0,6 6 0 0 0,-6-8-19 0 0,-1 0 1 0 0,1 0-1 0 0,0 0 0 0 0,0 0 0 0 0,0-1 1 0 0,0 1-1 0 0,0-1 0 0 0,1 0 1 0 0,-1 1-1 0 0,0-2 0 0 0,1 1 1 0 0,-1 0-1 0 0,0-1 0 0 0,1 1 1 0 0,-1-1-1 0 0,5 0 0 0 0,-5 0-48 0 0,1-1 1 0 0,0 0-1 0 0,-1 0 0 0 0,1 0 0 0 0,-1 0 1 0 0,1 0-1 0 0,-1 0 0 0 0,1-1 0 0 0,-1 0 1 0 0,0 0-1 0 0,0 0 0 0 0,0 0 0 0 0,0 0 1 0 0,0-1-1 0 0,0 1 0 0 0,-1-1 0 0 0,1 0 1 0 0,-1 0-1 0 0,0 0 0 0 0,0 0 0 0 0,0 0 1 0 0,0 0-1 0 0,0 0 0 0 0,-1-1 0 0 0,1 1 1 0 0,-1-1-1 0 0,0 1 0 0 0,0-1 0 0 0,-1 1 1 0 0,1-1-1 0 0,-1 0 0 0 0,1 1 0 0 0,-1-1 1 0 0,0 0-1 0 0,0 0 0 0 0,-2-6 0 0 0,0 1 14 0 0,-1 0-1 0 0,0 0 0 0 0,0 1 1 0 0,-1-1-1 0 0,0 1 0 0 0,0 0 0 0 0,-1 0 1 0 0,-9-12-1 0 0,10 15-313 0 0,-1 0-1 0 0,0 0 0 0 0,0 0 1 0 0,0 1-1 0 0,0 0 1 0 0,-1 0-1 0 0,0 0 1 0 0,1 1-1 0 0,-1 0 1 0 0,0 0-1 0 0,-1 0 0 0 0,-9-2 1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 6449 0 0,'-1'0'428'0'0,"1"-1"0"0"0,-1 1 0 0 0,1-1 0 0 0,-1 1 0 0 0,1-1-1 0 0,-1 1 1 0 0,1-1 0 0 0,-1 1 0 0 0,1-1 0 0 0,-1 1-1 0 0,1-1 1 0 0,-1 1 0 0 0,0 0 0 0 0,1-1 0 0 0,-1 1 0 0 0,0 0-1 0 0,1 0 1 0 0,-1 0 0 0 0,0 0 0 0 0,1-1 0 0 0,-2 1 0 0 0,1 0-229 0 0,1 1 0 0 0,-1-1 0 0 0,1 0 0 0 0,-1 1 0 0 0,1-1 0 0 0,-1 0 0 0 0,1 1 0 0 0,0-1 0 0 0,-1 0 1 0 0,1 1-1 0 0,-1-1 0 0 0,1 1 0 0 0,0-1 0 0 0,0 1 0 0 0,-1-1 0 0 0,1 1 0 0 0,0-1 0 0 0,0 1 0 0 0,-1-1 1 0 0,1 2-1 0 0,-1 2 180 0 0,0 0 1 0 0,1 1 0 0 0,-1-1-1 0 0,1 0 1 0 0,0 7 0 0 0,3 26 41 0 0,5 108 2386 0 0,-6-130-3008 0 0,-2-15 127 0 0,0 1 0 0 0,0-1-1 0 0,0 1 1 0 0,0-1 0 0 0,0 0 0 0 0,0 1 0 0 0,0-1-1 0 0,0 0 1 0 0,0 1 0 0 0,0-1 0 0 0,0 0 0 0 0,0 1-1 0 0,1-1 1 0 0,-1 0 0 0 0,0 1 0 0 0,0-1-1 0 0,0 0 1 0 0,0 1 0 0 0,1-1 0 0 0,-1 0 0 0 0,0 0-1 0 0,0 1 1 0 0,1-1 0 0 0,-1 0 0 0 0,0 0 0 0 0,1 1-1 0 0,-1-1 1 0 0,0 0 0 0 0,1 0 0 0 0,-1 0-1 0 0,0 0 1 0 0,1 1 0 0 0,-1-1 0 0 0,0 0 0 0 0,1 0-1 0 0,-1 0 1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 17508 0 0,'0'-1'35'0'0,"0"1"0"0"0,-1-1 0 0 0,1 1 1 0 0,0-1-1 0 0,-1 1 0 0 0,1-1 0 0 0,0 1 0 0 0,-1-1 1 0 0,1 1-1 0 0,-1-1 0 0 0,1 1 0 0 0,-1-1 0 0 0,1 1 1 0 0,-1 0-1 0 0,1-1 0 0 0,-1 1 0 0 0,1 0 0 0 0,-1 0 1 0 0,1-1-1 0 0,-1 1 0 0 0,0 0 0 0 0,1 0 0 0 0,-1 0 1 0 0,1-1-1 0 0,-1 1 0 0 0,0 0 0 0 0,1 0 0 0 0,-1 0 1 0 0,0 0-1 0 0,0 1 0 0 0,0-1 59 0 0,-1 1-1 0 0,1-1 1 0 0,-1 1 0 0 0,1 0-1 0 0,-1 0 1 0 0,1 0 0 0 0,0 0-1 0 0,-1 0 1 0 0,1 0 0 0 0,0 0-1 0 0,-2 2 1 0 0,-1 2 302 0 0,0 1 0 0 0,0 0-1 0 0,0 0 1 0 0,-5 11 0 0 0,4-4-127 0 0,0 1 1 0 0,1 0-1 0 0,-3 22 0 0 0,6-30-156 0 0,0 1 0 0 0,1-1 0 0 0,-1 0 0 0 0,2 1 0 0 0,-1-1 0 0 0,1 1 0 0 0,0-1-1 0 0,0 0 1 0 0,0 0 0 0 0,4 9 0 0 0,-4-13-56 0 0,0 0 1 0 0,0 0-1 0 0,0 0 0 0 0,0 0 0 0 0,0 0 1 0 0,1-1-1 0 0,-1 1 0 0 0,1 0 1 0 0,-1-1-1 0 0,1 1 0 0 0,0-1 0 0 0,-1 0 1 0 0,1 1-1 0 0,0-1 0 0 0,0 0 0 0 0,0 0 1 0 0,0 0-1 0 0,4 1 0 0 0,-3-1-18 0 0,1-1 1 0 0,0 1-1 0 0,-1-1 0 0 0,1 0 0 0 0,-1 0 0 0 0,1 0 0 0 0,0-1 1 0 0,-1 1-1 0 0,1-1 0 0 0,6-1 0 0 0,-5 0-54 0 0,0 0 0 0 0,0 0-1 0 0,1 0 1 0 0,-2-1 0 0 0,1 0 0 0 0,0 1 0 0 0,0-2-1 0 0,-1 1 1 0 0,0-1 0 0 0,1 1 0 0 0,-2-1 0 0 0,1 0-1 0 0,0 0 1 0 0,6-10 0 0 0,-9 10-4 0 0,0 0 0 0 0,0 0 0 0 0,0 0 0 0 0,0 0 0 0 0,-1 0 0 0 0,0 0 0 0 0,0 0 0 0 0,0 0 0 0 0,0 0 0 0 0,0 0 1 0 0,-1 0-1 0 0,0 0 0 0 0,0 0 0 0 0,0 0 0 0 0,0 0 0 0 0,0 0 0 0 0,-1 0 0 0 0,0 1 0 0 0,-3-6 0 0 0,1 1-178 0 0,-1 1 0 0 0,0-1 0 0 0,0 1 0 0 0,-1 1 0 0 0,0-1 1 0 0,0 1-1 0 0,0 0 0 0 0,-9-6 0 0 0,-2 3-2065 0 0,9 5-5290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7834 0 0,'14'-11'6053'0'0,"12"-1"-1759"0"0,-11 5-2675 0 0,-8 3-1086 0 0,24-10 840 0 0,-30 13-1337 0 0,1 1 0 0 0,-1-1 0 0 0,0 1 1 0 0,1-1-1 0 0,-1 1 0 0 0,0 0 0 0 0,1 0 0 0 0,-1 0 0 0 0,1 0 0 0 0,-1 0 1 0 0,0 0-1 0 0,1 0 0 0 0,-1 0 0 0 0,1 0 0 0 0,-1 1 0 0 0,0-1 0 0 0,1 1 1 0 0,-1-1-1 0 0,3 2 0 0 0,-4-1-31 0 0,1-1 0 0 0,-1 1-1 0 0,1 0 1 0 0,-1 0 0 0 0,1 0 0 0 0,-1 0 0 0 0,0 0 0 0 0,1 0 0 0 0,-1 0 0 0 0,0 0-1 0 0,0 0 1 0 0,1 0 0 0 0,-1 0 0 0 0,0 0 0 0 0,0 0 0 0 0,0 0 0 0 0,0 0 0 0 0,0-1-1 0 0,-1 1 1 0 0,1 0 0 0 0,0 0 0 0 0,0 0 0 0 0,-1 0 0 0 0,1 0 0 0 0,0 0 0 0 0,-2 1-1 0 0,-11 25 112 0 0,12-26-115 0 0,-27 42 123 0 0,13-21 71 0 0,-20 39-1 0 0,35-61-171 0 0,0 1 1 0 0,-1 0-1 0 0,1-1 0 0 0,0 1 0 0 0,0-1 0 0 0,-1 1 0 0 0,1-1 1 0 0,0 1-1 0 0,0 0 0 0 0,0-1 0 0 0,0 1 0 0 0,0 0 1 0 0,0-1-1 0 0,0 1 0 0 0,0-1 0 0 0,0 1 0 0 0,0 0 0 0 0,0-1 1 0 0,0 1-1 0 0,0 0 0 0 0,1-1 0 0 0,-1 1 0 0 0,0-1 0 0 0,0 1 1 0 0,1-1-1 0 0,-1 1 0 0 0,1 0 0 0 0,0 0-3 0 0,0-1-1 0 0,0 1 1 0 0,0 0 0 0 0,0-1-1 0 0,0 1 1 0 0,0-1 0 0 0,0 1-1 0 0,0-1 1 0 0,0 0 0 0 0,1 1-1 0 0,-1-1 1 0 0,0 0 0 0 0,2 0-1 0 0,6 0-9 0 0,-1 0-1 0 0,1 0 0 0 0,10-3 1 0 0,-13 2-1 0 0,18-2-2760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11 13827 0 0,'0'0'9'0'0,"0"0"0"0"0,0-1-1 0 0,-1 1 1 0 0,1 0 0 0 0,0 0 0 0 0,0 0 0 0 0,0-1-1 0 0,-1 1 1 0 0,1 0 0 0 0,0 0 0 0 0,0 0 0 0 0,0 0-1 0 0,-1-1 1 0 0,1 1 0 0 0,0 0 0 0 0,0 0 0 0 0,-1 0-1 0 0,1 0 1 0 0,0 0 0 0 0,-1 0 0 0 0,1 0 0 0 0,0 0-1 0 0,0 0 1 0 0,-1 0 0 0 0,1 0 0 0 0,0 0 0 0 0,0 0-1 0 0,-1 0 1 0 0,1 0 0 0 0,0 0 0 0 0,-1 0 0 0 0,1 1-1 0 0,-11 6 1444 0 0,-6 13 1111 0 0,13-12-2171 0 0,1-1 0 0 0,-1 1 0 0 0,2 0 0 0 0,-1-1 0 0 0,1 1 0 0 0,1 1-1 0 0,-2 10 1 0 0,2-14-263 0 0,1 0-1 0 0,0 0 0 0 0,0 0 0 0 0,0 0 0 0 0,1 0 0 0 0,-1 0 0 0 0,1 0 0 0 0,0 0 0 0 0,1 0 1 0 0,-1 0-1 0 0,1-1 0 0 0,0 1 0 0 0,4 6 0 0 0,-4-9-74 0 0,0 0 1 0 0,0 1-1 0 0,0-1 1 0 0,1 0-1 0 0,-1 0 0 0 0,1-1 1 0 0,0 1-1 0 0,-1-1 1 0 0,1 1-1 0 0,0-1 0 0 0,0 0 1 0 0,0 0-1 0 0,0 0 1 0 0,0 0-1 0 0,0 0 0 0 0,0-1 1 0 0,0 1-1 0 0,0-1 1 0 0,0 0-1 0 0,0 0 0 0 0,1 0 1 0 0,-1 0-1 0 0,4-2 1 0 0,0 1-40 0 0,1 0 1 0 0,-1-1 0 0 0,0 0 0 0 0,1-1 0 0 0,-1 1 0 0 0,0-2 0 0 0,0 1-1 0 0,8-6 1 0 0,-12 7-27 0 0,-1 1-1 0 0,0-1 0 0 0,0 0 1 0 0,0 0-1 0 0,0 1 0 0 0,0-1 1 0 0,0-1-1 0 0,0 1 1 0 0,-1 0-1 0 0,1 0 0 0 0,-1-1 1 0 0,1 1-1 0 0,-1-1 1 0 0,0 1-1 0 0,0-1 0 0 0,0 1 1 0 0,0-1-1 0 0,0-4 0 0 0,-1 4 9 0 0,0-1 0 0 0,0 0-1 0 0,-1 0 1 0 0,1 0 0 0 0,-1 0-1 0 0,0 1 1 0 0,0-1 0 0 0,0 0-1 0 0,-1 0 1 0 0,1 1 0 0 0,-1-1 0 0 0,-3-5-1 0 0,-2-2-209 0 0,-1 0-1 0 0,-11-14 1 0 0,15 21-116 0 0,0 0 0 0 0,0 0 0 0 0,0 0 0 0 0,-1 1 0 0 0,1-1 0 0 0,-1 1 0 0 0,0 0 0 0 0,-5-2 0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7370 0 0,'0'-1'229'0'0,"0"1"-1"0"0,0-1 1 0 0,0 0 0 0 0,0 1 0 0 0,0-1 0 0 0,0 1 0 0 0,1-1 0 0 0,-1 1 0 0 0,0-1 0 0 0,0 1 0 0 0,0-1 0 0 0,1 1 0 0 0,-1-1 0 0 0,0 1 0 0 0,1-1 0 0 0,-1 1 0 0 0,0-1 0 0 0,1 1 0 0 0,-1 0-1 0 0,1-1 1 0 0,-1 1 0 0 0,1-1 0 0 0,11-10 1974 0 0,15-7 621 0 0,-25 17-2660 0 0,0 0-1 0 0,1-1 0 0 0,-1 1 0 0 0,0 1 0 0 0,0-1 0 0 0,0 0 0 0 0,1 0 1 0 0,-1 1-1 0 0,0-1 0 0 0,1 1 0 0 0,3 0 0 0 0,-6 0-132 0 0,1 0 0 0 0,-1 0 0 0 0,0 0 0 0 0,1 0 0 0 0,-1 0 0 0 0,1 0 0 0 0,-1 0 0 0 0,0 1 0 0 0,0-1 0 0 0,1 0 0 0 0,-1 0 0 0 0,0 0 0 0 0,1 1 0 0 0,-1-1 0 0 0,0 0 0 0 0,0 0 0 0 0,1 1 0 0 0,-1-1 0 0 0,0 0 0 0 0,0 0 0 0 0,1 1 0 0 0,-1-1 0 0 0,0 0 0 0 0,0 1 0 0 0,0-1 0 0 0,0 0 0 0 0,0 1 0 0 0,1-1 0 0 0,-1 0 0 0 0,0 1 0 0 0,0 0 0 0 0,-3 14 379 0 0,-11 11-203 0 0,-27 25-632 0 0,43-52 403 0 0,-1 0 0 0 0,1 0-1 0 0,-1 0 1 0 0,1 0-1 0 0,0 0 1 0 0,-1 0-1 0 0,1 0 1 0 0,0 1 0 0 0,0-1-1 0 0,0 1 1 0 0,-1-1-1 0 0,1 1 1 0 0,0-1-1 0 0,0 1 1 0 0,0 0 0 0 0,0 0-1 0 0,0 0 1 0 0,0 0-1 0 0,0 1 1 0 0,-1-1-1 0 0,1 0 1 0 0,0 1-1 0 0,0 0 1 0 0,0-1 0 0 0,2 2-1 0 0,-2-1 36 0 0,0 0 0 0 0,0 1 0 0 0,0-1 0 0 0,-1 1 0 0 0,1-1 0 0 0,0 1 0 0 0,-1 0 0 0 0,1-1-1 0 0,-1 1 1 0 0,1 0 0 0 0,-1 0 0 0 0,0 0 0 0 0,0 0 0 0 0,0 0 0 0 0,0 1 0 0 0,0-1 0 0 0,-1 0 0 0 0,1 0 0 0 0,0 1-1 0 0,-1 3 1 0 0,1-3 89 0 0,-2 0-1 0 0,1 0 0 0 0,0 0 0 0 0,0 0 1 0 0,-1 0-1 0 0,0 0 0 0 0,0 0 1 0 0,1 0-1 0 0,-2-1 0 0 0,1 1 0 0 0,0 0 1 0 0,0 0-1 0 0,-1-1 0 0 0,0 1 1 0 0,1-1-1 0 0,-1 1 0 0 0,-4 2 0 0 0,3-1-32 0 0,0-1-1 0 0,0-1 0 0 0,-1 1 1 0 0,1 0-1 0 0,-1-1 0 0 0,0 0 1 0 0,1 0-1 0 0,-1 0 1 0 0,0 0-1 0 0,0-1 0 0 0,-8 3 1 0 0,11-4-107 0 0,1 0 1 0 0,0 0-1 0 0,-1 0 1 0 0,1 0-1 0 0,-1 0 1 0 0,1 0 0 0 0,-1 0-1 0 0,1 0 1 0 0,-1 0-1 0 0,1 0 1 0 0,-1 0 0 0 0,1 0-1 0 0,-1 0 1 0 0,1 0-1 0 0,-1 0 1 0 0,1-1-1 0 0,0 1 1 0 0,-1 0 0 0 0,1 0-1 0 0,-1 0 1 0 0,1-1-1 0 0,0 1 1 0 0,-1 0-1 0 0,1-1 1 0 0,-1 1 0 0 0,1 0-1 0 0,0-1 1 0 0,0 1-1 0 0,-1 0 1 0 0,1-1-1 0 0,0 1 1 0 0,-1-1 0 0 0,1 1-1 0 0,0 0 1 0 0,0-1-1 0 0,0 1 1 0 0,0-1-1 0 0,0 1 1 0 0,-1-1 0 0 0,1 1-1 0 0,0-1 1 0 0,0 1-1 0 0,0-1 1 0 0,0 1-1 0 0,0-1 1 0 0,0 1 0 0 0,1-1-1 0 0,-1-3-1041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2:1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20 12899 0 0,'0'-1'110'0'0,"0"0"0"0"0,0 0 0 0 0,0 1 1 0 0,0-1-1 0 0,0 0 0 0 0,0 0 0 0 0,0 1 1 0 0,0-1-1 0 0,0 0 0 0 0,0 1 0 0 0,-1-1 0 0 0,1 0 1 0 0,0 0-1 0 0,0 1 0 0 0,-1-1 0 0 0,1 0 0 0 0,-1 1 1 0 0,1-1-1 0 0,-1 1 0 0 0,1-1 0 0 0,-1 0 1 0 0,1 1-1 0 0,-1-1 0 0 0,1 1 0 0 0,-1-1 0 0 0,1 1 1 0 0,-1 0-1 0 0,-1-1 0 0 0,1 1 33 0 0,0 0 0 0 0,0 0 1 0 0,0 0-1 0 0,0 0 0 0 0,1 0 0 0 0,-1 0 0 0 0,0 0 0 0 0,0 1 1 0 0,0-1-1 0 0,0 0 0 0 0,0 1 0 0 0,0-1 0 0 0,0 0 1 0 0,0 1-1 0 0,1 0 0 0 0,-1-1 0 0 0,0 1 0 0 0,0-1 0 0 0,1 1 1 0 0,-1 0-1 0 0,0-1 0 0 0,0 2 0 0 0,-4 5 59 0 0,0 0 0 0 0,1 0 0 0 0,0 0 0 0 0,0 1 0 0 0,1-1 0 0 0,0 1-1 0 0,0 0 1 0 0,1 0 0 0 0,0 0 0 0 0,0 0 0 0 0,1 0 0 0 0,0 0 0 0 0,0 1 0 0 0,1-1 0 0 0,0 0-1 0 0,1 1 1 0 0,1 7 0 0 0,-2-14-157 0 0,0 0 0 0 0,1 0-1 0 0,0 0 1 0 0,-1 0 0 0 0,1 0-1 0 0,0 0 1 0 0,0 0 0 0 0,0-1-1 0 0,0 1 1 0 0,0 0 0 0 0,0-1-1 0 0,0 1 1 0 0,1 0 0 0 0,-1-1-1 0 0,1 0 1 0 0,-1 1-1 0 0,1-1 1 0 0,-1 0 0 0 0,1 0-1 0 0,2 2 1 0 0,-1-2-5 0 0,-1-1-1 0 0,1 1 1 0 0,0 0-1 0 0,0-1 0 0 0,0 1 1 0 0,0-1-1 0 0,0 0 1 0 0,0 0-1 0 0,0 0 1 0 0,-1 0-1 0 0,1 0 1 0 0,6-2-1 0 0,-4 1-53 0 0,0-1 0 0 0,0 1-1 0 0,-1-1 1 0 0,1 0 0 0 0,0 0 0 0 0,-1-1-1 0 0,1 0 1 0 0,-1 1 0 0 0,0-1 0 0 0,1-1-1 0 0,-2 1 1 0 0,1-1 0 0 0,0 1 0 0 0,-1-1-1 0 0,6-7 1 0 0,-8 7-10 0 0,0 1 0 0 0,0 0 0 0 0,0-1 0 0 0,0 1 0 0 0,-1-1 0 0 0,0 1 0 0 0,1-1 0 0 0,-1 1 0 0 0,0-1 0 0 0,-1 0 0 0 0,1 1 0 0 0,-1-1 0 0 0,1 1 0 0 0,-1 0 0 0 0,0-1 0 0 0,0 1 0 0 0,-1-1 0 0 0,1 1 0 0 0,-1 0 0 0 0,1 0 0 0 0,-4-4 0 0 0,2 2-279 0 0,0 0 0 0 0,-1 0 0 0 0,0 0 0 0 0,0 0 0 0 0,0 1 0 0 0,-1-1 0 0 0,0 1 0 0 0,1 0 0 0 0,-2 0-1 0 0,1 1 1 0 0,-7-4 0 0 0,4 3-6958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1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2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3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5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6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7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23359,'0'10064'0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09"/>
    </inkml:context>
    <inkml:brush xml:id="br0">
      <inkml:brushProperty name="width" value="0.035" units="cm"/>
      <inkml:brushProperty name="height" value="0.035" units="cm"/>
      <inkml:brushProperty name="color" value="#C00000"/>
    </inkml:brush>
  </inkml:definitions>
  <inkml:trace contextRef="#ctx0" brushRef="#br0">269 0 23359,'0'10064'0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10"/>
    </inkml:context>
    <inkml:brush xml:id="br0">
      <inkml:brushProperty name="width" value="0.035" units="cm"/>
      <inkml:brushProperty name="height" value="0.035" units="cm"/>
      <inkml:brushProperty name="color" value="#0070C0"/>
    </inkml:brush>
  </inkml:definitions>
  <inkml:trace contextRef="#ctx0" brushRef="#br0">269 0 23359,'0'10064'0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2:17.711"/>
    </inkml:context>
    <inkml:brush xml:id="br0">
      <inkml:brushProperty name="width" value="0.035" units="cm"/>
      <inkml:brushProperty name="height" value="0.035" units="cm"/>
      <inkml:brushProperty name="color" value="#196B24"/>
    </inkml:brush>
  </inkml:definitions>
  <inkml:trace contextRef="#ctx0" brushRef="#br0">269 0 23359,'0'10064'0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17011,'135'2610'0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5069 0 0,'1'20'12943'0'0,"3"-14"-11448"0"0,90 116-1342 0 0,-88-113-153 0 0,0 0 0 0 0,1-1 0 0 0,1 0 0 0 0,-1 0 0 0 0,1-1 0 0 0,13 10 0 0 0,-19-15 0 0 0,0-1 0 0 0,0 0 0 0 0,0 1 0 0 0,1-1 0 0 0,-1 0 0 0 0,0 0 0 0 0,1 0 0 0 0,-1-1 0 0 0,1 1 0 0 0,-1 0 0 0 0,1-1 0 0 0,-1 0 0 0 0,1 0 0 0 0,-1 1 0 0 0,1-1 0 0 0,-1-1 0 0 0,1 1 0 0 0,-1 0 0 0 0,1-1 0 0 0,-1 1 0 0 0,1-1 0 0 0,-1 0 0 0 0,0 1 0 0 0,1-1 0 0 0,-1-1 0 0 0,0 1 0 0 0,0 0 0 0 0,0 0 0 0 0,1-1 0 0 0,-1 1 0 0 0,-1-1 0 0 0,1 0 0 0 0,3-2 0 0 0,7-12-106 0 0,-1 0-1 0 0,0 0 0 0 0,-1-1 0 0 0,14-32 1 0 0,-4 9 466 0 0,-6 14-657 0 0,15-29-1960 0 0,-6 22-2117 0 0,-15 25 2967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16126,'138'2973'0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3 147 3917 0 0,'-3'-13'11510'0'0,"19"12"-4794"0"0,-7 3-9199 0 0,0 1 2483 0 0,-1 1 0 0 0,0 0 0 0 0,0 0 0 0 0,0 1 0 0 0,9 7 0 0 0,35 31 0 0 0,-50-41 0 0 0,27 28 0 0 0,-22-22 0 0 0,0 0 0 0 0,1-1 0 0 0,13 11 0 0 0,-20-17 0 0 0,0-1 0 0 0,0 1 0 0 0,1-1 0 0 0,-1 1 0 0 0,0-1 0 0 0,0 0 0 0 0,0 1 0 0 0,0-1 0 0 0,0 0 0 0 0,1 0 0 0 0,-1 0 1 0 0,0 0-1 0 0,0 0 0 0 0,0 0 0 0 0,1 0 0 0 0,-1 0 0 0 0,0-1 0 0 0,0 1 0 0 0,0 0 0 0 0,0-1 0 0 0,1 1 0 0 0,-1-1 0 0 0,0 1 0 0 0,0-1 0 0 0,0 1 0 0 0,0-1 0 0 0,0 0 0 0 0,0 0 0 0 0,-1 1 0 0 0,1-1 0 0 0,0 0 0 0 0,0 0 0 0 0,0 0 0 0 0,0-1 0 0 0,5-5-2 0 0,-1-1 1 0 0,0 1-1 0 0,6-14 0 0 0,-6 11-8 0 0,103-198-7891 0 0,-103 195 3688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17701,'189'2798'0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6 130 2765 0 0,'-5'4'16895'0'0,"38"32"-16895"0"0,55 74 0 0 0,3 3 0 0 0,-88-110 0 0 0,2 2 0 0 0,0 1 0 0 0,0-1 0 0 0,1 0 0 0 0,8 6 0 0 0,-14-11 0 0 0,1 1 0 0 0,0 0 0 0 0,0-1 0 0 0,0 1 0 0 0,0-1 0 0 0,0 1 0 0 0,0-1 0 0 0,0 0 0 0 0,0 1 0 0 0,0-1 0 0 0,0 0 0 0 0,0 0 0 0 0,0 1 0 0 0,0-1 0 0 0,0 0 0 0 0,0 0 0 0 0,0 0 0 0 0,0 0 0 0 0,0-1 0 0 0,0 1 0 0 0,0 0 0 0 0,0 0 0 0 0,0-1 0 0 0,0 1 0 0 0,0 0 0 0 0,0-1 0 0 0,0 1 0 0 0,0-1 0 0 0,0 1 0 0 0,0-1 0 0 0,0 0 0 0 0,0 1 0 0 0,-1-1 0 0 0,1 0 0 0 0,0 0 0 0 0,0 1 0 0 0,-1-1 0 0 0,2-2 0 0 0,7-14-5 0 0,0-1 0 0 0,-1 1 0 0 0,-1-2 0 0 0,4-20 0 0 0,3-4-473 0 0,78-210-6496 0 0,-86 238 2585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0 18810,'0'2789'0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6221 0 0,'8'2'13800'0'0,"2"7"-14161"0"0,1 3 364 0 0,-1 1 0 0 0,-1 0 0 0 0,15 28 0 0 0,17 50-70 0 0,-12-27-724 0 0,-19-41 133 0 0,-1-3-691 0 0,0-1 0 0 0,2 0 0 0 0,21 30 0 0 0,-32-48 1394 0 0,1 0 0 0 0,0 0-1 0 0,0 0 1 0 0,-1 0 0 0 0,1-1 0 0 0,0 1 0 0 0,0 0-1 0 0,0 0 1 0 0,0 0 0 0 0,0-1 0 0 0,0 1 0 0 0,0-1 0 0 0,0 1-1 0 0,0-1 1 0 0,0 1 0 0 0,1-1 0 0 0,-1 0 0 0 0,0 1-1 0 0,2-1 1 0 0,-2 0 97 0 0,0 0 0 0 0,0-1-1 0 0,0 1 1 0 0,-1 0 0 0 0,1-1 0 0 0,0 1-1 0 0,0 0 1 0 0,0-1 0 0 0,-1 1 0 0 0,1-1-1 0 0,0 0 1 0 0,0 1 0 0 0,-1-1 0 0 0,1 0-1 0 0,0 1 1 0 0,-1-1 0 0 0,1 0 0 0 0,-1 1-1 0 0,1-2 1 0 0,3-5 529 0 0,-1 0 0 0 0,0 0 0 0 0,-1-1 0 0 0,3-12 0 0 0,-4 18-857 0 0,22-118 126 0 0,5-14-96 0 0,-27 128 6 0 0,1 0-1 0 0,-1 1 1 0 0,1 0-1 0 0,1-1 1 0 0,-1 1-1 0 0,1 0 1 0 0,0 0-1 0 0,7-9 1 0 0,4 1-306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15613,'0'2903'0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 5761 0 0,'-4'-2'12230'0'0,"88"136"-10159"0"0,12 15-5892 0 0,-95-147 3917 0 0,0 0 0 0 0,0 0 0 0 0,0-1-1 0 0,1 1 1 0 0,-1-1 0 0 0,1 1 0 0 0,-1-1 0 0 0,1 0 0 0 0,0 0 0 0 0,-1 0 0 0 0,1 1 0 0 0,0-2 0 0 0,0 1 0 0 0,0 0 0 0 0,0 0 0 0 0,0 0 0 0 0,3 0 0 0 0,-3-1-11 0 0,0 0-1 0 0,0-1 1 0 0,0 1-1 0 0,-1 0 1 0 0,1-1 0 0 0,0 1-1 0 0,0-1 1 0 0,0 0-1 0 0,-1 0 1 0 0,1 1 0 0 0,0-1-1 0 0,-1 0 1 0 0,1 0 0 0 0,-1-1-1 0 0,1 1 1 0 0,-1 0-1 0 0,1 0 1 0 0,-1-1 0 0 0,1-1-1 0 0,12-15-670 0 0,-1 0 1 0 0,-1 0-1 0 0,-1-2 0 0 0,-1 1 0 0 0,12-32 0 0 0,12-23-3244 0 0,-27 62-607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16201,'229'3228'0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9 156 2993 0 0,'-9'0'16219'0'0,"18"4"-16168"0"0,0 1 0 0 0,0 0 0 0 0,0 0 0 0 0,-1 1 0 0 0,0 0 1 0 0,0 1-1 0 0,13 13 0 0 0,-10-9-12 0 0,22 26-39 0 0,-26-29 0 0 0,0 0 0 0 0,0 0 0 0 0,1 0 0 0 0,0-1 0 0 0,0 0 0 0 0,0-1 0 0 0,11 6 0 0 0,-18-11 0 0 0,0-1 0 0 0,1 1 0 0 0,-1-1 0 0 0,1 0 1 0 0,-1 1-1 0 0,0-1 0 0 0,1 0 0 0 0,-1 0 0 0 0,1 0 0 0 0,-1 0 0 0 0,1 0 0 0 0,-1 0 0 0 0,1 0 0 0 0,-1-1 0 0 0,0 1 0 0 0,1-1 0 0 0,-1 1 0 0 0,0-1 1 0 0,1 1-1 0 0,-1-1 0 0 0,0 1 0 0 0,1-1 0 0 0,-1 0 0 0 0,0 0 0 0 0,0 0 0 0 0,0 0 0 0 0,0 0 0 0 0,0 0 0 0 0,0 0 0 0 0,0 0 0 0 0,0 0 0 0 0,0 0 0 0 0,0-2 1 0 0,4-5-8 0 0,0-1 1 0 0,0 1 0 0 0,5-17 0 0 0,-8 21-1 0 0,23-59-4113 0 0,66-118-1 0 0,-84 169 37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16950,'246'3091'0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56 2533 0 0,'-9'-30'16958'0'0,"10"29"-16533"0"0,6-2-681 0 0,-6 3 256 0 0,1 0 0 0 0,-1 1 0 0 0,0-1 0 0 0,0 1 0 0 0,0-1 0 0 0,0 1 0 0 0,0-1 0 0 0,0 1 0 0 0,0 0 0 0 0,0 0 0 0 0,0-1 0 0 0,0 1 0 0 0,0 0 0 0 0,0 0 0 0 0,0 0 0 0 0,-1 0 0 0 0,2 1 0 0 0,12 22 0 0 0,-11-20 0 0 0,7 17 0 0 0,16 42 0 0 0,-17-40 0 0 0,16 33 0 0 0,-24-54 0 0 0,0-1 0 0 0,0 1 0 0 0,0 0 0 0 0,0-1 0 0 0,0 1 0 0 0,0-1 0 0 0,0 1 0 0 0,1-1 0 0 0,-1 0 0 0 0,0 1 0 0 0,1-1 0 0 0,-1 0 0 0 0,1 0 0 0 0,-1 0 0 0 0,1 0 0 0 0,0 0 0 0 0,-1-1 0 0 0,1 1 0 0 0,3 1 0 0 0,-3-3 0 0 0,0 1 0 0 0,-1 0 0 0 0,1 0 0 0 0,0 0 0 0 0,-1-1 0 0 0,1 1 0 0 0,-1-1 0 0 0,1 0 0 0 0,0 1 0 0 0,-1-1 0 0 0,1 0 0 0 0,-1 0 0 0 0,0 0 0 0 0,1 0 0 0 0,-1 0 0 0 0,0 0 0 0 0,1 0 0 0 0,-1 0 0 0 0,0-1 0 0 0,0 1 0 0 0,2-3 0 0 0,13-20-258 0 0,0-1 0 0 0,17-40 1 0 0,-11 22-3002 0 0,-16 32 2496 0 0,0 0 0 0 0,0 1 0 0 0,1 0 0 0 0,1 0 0 0 0,12-12 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16324,'261'2880'0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4377 0 0,'8'5'15283'0'0,"1"2"-15283"0"0,-1 1 0 0 0,0 0 0 0 0,0 0 0 0 0,-1 0 0 0 0,9 14 0 0 0,-10-12 0 0 0,0 0 0 0 0,1 0 0 0 0,0-1 0 0 0,1 0 0 0 0,9 9 0 0 0,-16-17 0 0 0,1 0 0 0 0,-1 0 0 0 0,1 0 0 0 0,0-1 0 0 0,-1 1 0 0 0,1 0 0 0 0,0 0 0 0 0,-1-1 0 0 0,1 1 0 0 0,0-1 0 0 0,0 1 0 0 0,-1-1 0 0 0,1 0 0 0 0,0 0 0 0 0,0 0 0 0 0,0 0 0 0 0,-1 0 0 0 0,1 0 0 0 0,0-1 0 0 0,0 1 0 0 0,0 0 0 0 0,-1-1 0 0 0,1 1 0 0 0,0-1 0 0 0,-1 0 0 0 0,1 0 0 0 0,0 0 0 0 0,-1 0 0 0 0,1 0 0 0 0,-1 0 0 0 0,3-2 0 0 0,4-4 0 0 0,0 0 0 0 0,-1-1 0 0 0,1 0 0 0 0,6-11 0 0 0,-3 5 0 0 0,69-93-1395 0 0,-43 50-5485 0 0,-29 44 2709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17675,'216'3056'0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57 4377 0 0,'7'7'11155'0'0,"25"11"-6612"0"0,-16-8-4958 0 0,2 3 415 0 0,-2 0 0 0 0,0 1 0 0 0,0 0 0 0 0,13 17 0 0 0,22 21 0 0 0,-50-51 0 0 0,1 0 0 0 0,-1 1 0 0 0,0-1 0 0 0,0 0 0 0 0,1 0 0 0 0,-1 0 0 0 0,0-1 0 0 0,1 1 0 0 0,-1 0 0 0 0,1 0 0 0 0,-1-1 0 0 0,1 1 0 0 0,-1-1 0 0 0,1 1 0 0 0,-1-1 0 0 0,1 0 0 0 0,0 0 0 0 0,-1 1 0 0 0,1-1 0 0 0,0 0 0 0 0,-1-1 0 0 0,1 1 0 0 0,-1 0 0 0 0,1 0 0 0 0,0-1 0 0 0,-1 1 0 0 0,1-1 0 0 0,-1 1 0 0 0,1-1 0 0 0,-1 0 0 0 0,1 1 0 0 0,-1-1 0 0 0,1 0 0 0 0,-1 0 0 0 0,0 0 0 0 0,0 0 0 0 0,1 0 0 0 0,-1 0 0 0 0,0-1 0 0 0,0 1 0 0 0,0 0 0 0 0,0-1 0 0 0,0 1 0 0 0,1-3 0 0 0,60-97-490 0 0,-6 11-4512 0 0,-33 62 2333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17562,'243'3135'0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3917 0 0,'3'-5'15304'0'0,"4"12"-15328"0"0,-4-4 487 0 0,4 3-463 0 0,1 2 0 0 0,-1-1 0 0 0,-1 1 0 0 0,0 1 0 0 0,9 13 0 0 0,14 19 0 0 0,-26-37 0 0 0,0-1 0 0 0,1 1 0 0 0,-1-1 0 0 0,1 1 0 0 0,0-1 0 0 0,0 0 0 0 0,0-1 0 0 0,1 1 0 0 0,7 3 0 0 0,-10-5 0 0 0,1-1 0 0 0,-1 1 0 0 0,1-1 0 0 0,-1 1 0 0 0,0-1 0 0 0,1 0 0 0 0,-1 0 0 0 0,1 0 0 0 0,-1-1 0 0 0,1 1 0 0 0,-1-1 0 0 0,0 1 0 0 0,1-1 0 0 0,-1 0 0 0 0,0 0 0 0 0,0 0 0 0 0,1 0 0 0 0,-1 0 0 0 0,0 0 0 0 0,0 0 0 0 0,0-1 0 0 0,2-2 0 0 0,6-4-29 0 0,0-1 0 0 0,-1-1 0 0 0,-1 0 0 0 0,0 0 0 0 0,8-12-1 0 0,-1-4-3030 0 0,15-30-1 0 0,-23 38 2491 0 0,2-2 119 0 0,-2 8-2796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17651,'239'3058'0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0 108 5069 0 0,'8'-6'12929'0'0,"-3"8"-12721"0"0,0 1-1 0 0,1 0 1 0 0,-1 0 0 0 0,-1 0 0 0 0,1 1 0 0 0,0-1-1 0 0,6 8 1 0 0,15 21-208 0 0,-16-19 0 0 0,0-1 0 0 0,1 0 0 0 0,24 21 0 0 0,-33-31 5 0 0,0-1-1 0 0,0 0 0 0 0,0 0 1 0 0,-1 0-1 0 0,1 0 0 0 0,0 0 1 0 0,0 0-1 0 0,0-1 0 0 0,0 1 1 0 0,1-1-1 0 0,-1 1 0 0 0,0-1 1 0 0,0 0-1 0 0,0 0 1 0 0,0 0-1 0 0,0 0 0 0 0,4 0 1 0 0,-3-1-18 0 0,0 0 0 0 0,0 0 1 0 0,-1 0-1 0 0,1-1 0 0 0,0 1 1 0 0,-1-1-1 0 0,1 1 0 0 0,0-1 1 0 0,-1 0-1 0 0,0 0 1 0 0,3-2-1 0 0,4-7-75 0 0,0 0 0 0 0,-1 0-1 0 0,-1 0 1 0 0,10-19 0 0 0,-12 21 57 0 0,68-134-7332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17336,'252'3086'0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1612 0 0,'5'5'21205'0'0,"2"0"-24362"0"0,1 6 3157 0 0,0 0 0 0 0,11 21 0 0 0,8 12 0 0 0,-24-40 0 0 0,0 0 0 0 0,0 0 0 0 0,1-1 0 0 0,-1 1 0 0 0,1-1 0 0 0,0 0 0 0 0,8 6 0 0 0,-9-8 33 0 0,0 1-1 0 0,0-1 1 0 0,0 0-1 0 0,1 1 1 0 0,-1-2 0 0 0,0 1-1 0 0,1 0 1 0 0,-1 0-1 0 0,0-1 1 0 0,1 0-1 0 0,-1 0 1 0 0,1 0 0 0 0,-1 0-1 0 0,1 0 1 0 0,4-2-1 0 0,-3 1-214 0 0,0-1 0 0 0,0 0 0 0 0,0 0 0 0 0,0-1 0 0 0,0 1 0 0 0,-1-1 1 0 0,1 0-1 0 0,7-7 0 0 0,-1 0-524 0 0,-1-1 1 0 0,0 0 0 0 0,-1-1 0 0 0,0 0-1 0 0,-1-1 1 0 0,8-15 0 0 0,-9 13 507 0 0,-1 0 0 0 0,8-29 0 0 0,-8 23-1016 0 0,-2 9-3059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18759,'192'2971'0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7 100 2533 0 0,'-7'-11'14275'0'0,"8"10"-14042"0"0,-1 0 1 0 0,0 1-1 0 0,1-1 1 0 0,-1 0-1 0 0,0 0 1 0 0,1 1-1 0 0,-1-1 1 0 0,1 0-1 0 0,0 1 1 0 0,-1-1 0 0 0,1 1-1 0 0,-1-1 1 0 0,1 1-1 0 0,0-1 1 0 0,1-1-289 0 0,0 1 1 0 0,0 0 0 0 0,0 0 0 0 0,0 0 0 0 0,0 0-1 0 0,0 1 1 0 0,0-1 0 0 0,0 0 0 0 0,0 1 0 0 0,0 0-1 0 0,3-1 1 0 0,-3 2 54 0 0,0-1 0 0 0,0 1 0 0 0,0-1 0 0 0,0 1 0 0 0,0 0 0 0 0,0 0 0 0 0,0 0 0 0 0,-1 0 0 0 0,1 0 0 0 0,0 1 0 0 0,-1-1 0 0 0,1 0 0 0 0,-1 1 0 0 0,1-1 0 0 0,-1 1 0 0 0,0 0 0 0 0,1-1 0 0 0,-1 1 0 0 0,1 3 0 0 0,3 5 0 0 0,0 0 0 0 0,4 16 0 0 0,-4-12 0 0 0,2 6 0 0 0,-2-6 0 0 0,0 1 0 0 0,12 21 0 0 0,-15-33 0 0 0,-1 0 0 0 0,1-1 0 0 0,0 1 0 0 0,0-1 0 0 0,0 1 0 0 0,0-1 0 0 0,0 1 0 0 0,0-1 0 0 0,1 0 0 0 0,-1 0 0 0 0,1 0 0 0 0,0-1 0 0 0,-1 1 0 0 0,1-1 0 0 0,0 1 0 0 0,0-1 0 0 0,0 0 0 0 0,5 1 0 0 0,-6-2-16 0 0,1 0 0 0 0,0 0 0 0 0,0 0 0 0 0,-1-1 0 0 0,1 1 0 0 0,0-1 0 0 0,-1 0 0 0 0,1 1 0 0 0,0-1 0 0 0,-1-1 0 0 0,1 1 0 0 0,-1 0 0 0 0,0 0 0 0 0,1-1 0 0 0,-1 0 0 0 0,0 1 0 0 0,0-1 0 0 0,3-3 0 0 0,5-5-187 0 0,-1-1 0 0 0,10-15 1 0 0,-14 20-17 0 0,47-60-3721 0 0,-17 26 2386 0 0,68-59-1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18848,'171'2932'0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5297 0 0,'-5'14'16350'0'0,"53"74"-18337"0"0,-29-33 1987 0 0,2 3 0 0 0,-18-52 0 0 0,0 1 0 0 0,0-1 0 0 0,1 0 0 0 0,0 0 0 0 0,0-1 0 0 0,7 8 0 0 0,-10-12 1 0 0,-1-1 0 0 0,1 1 1 0 0,0 0-1 0 0,0-1 0 0 0,-1 1 0 0 0,1-1 0 0 0,0 0 0 0 0,0 1 0 0 0,0-1 1 0 0,0 0-1 0 0,0 1 0 0 0,0-1 0 0 0,0 0 0 0 0,0 0 0 0 0,0 0 1 0 0,0 0-1 0 0,0 0 0 0 0,0 0 0 0 0,0 0 0 0 0,0 0 0 0 0,-1 0 0 0 0,1 0 1 0 0,0 0-1 0 0,0-1 0 0 0,0 1 0 0 0,0 0 0 0 0,0-1 0 0 0,0 1 0 0 0,0-1 1 0 0,0 1-1 0 0,-1-1 0 0 0,1 1 0 0 0,0-1 0 0 0,1-1 0 0 0,3-2-91 0 0,-1 0-1 0 0,1-1 1 0 0,-1 0-1 0 0,4-5 0 0 0,-5 6-172 0 0,74-110-4896 0 0,-32 35 4537 0 0,-31 46-754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16485,'259'2944'0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24 3917 0 0,'-3'2'7189'0'0,"31"24"-871"0"0,-4 5-3635 0 0,17 39-3190 0 0,1 0 567 0 0,-40-67-60 0 0,0 0 0 0 0,0 0 0 0 0,0 0 0 0 0,1-1 0 0 0,-1 1 0 0 0,0-1 0 0 0,1 0 0 0 0,0 0 0 0 0,0 0 0 0 0,0 0 0 0 0,0 0 0 0 0,0 0 0 0 0,0-1 0 0 0,0 1 0 0 0,0-1 0 0 0,1 0 0 0 0,-1 0 0 0 0,4 0 0 0 0,-3-1 0 0 0,-1 0 0 0 0,1 0 0 0 0,0 0 0 0 0,-1-1 0 0 0,1 1 0 0 0,-1-1 0 0 0,1 0 0 0 0,-1 0 0 0 0,1-1 0 0 0,-1 1 0 0 0,0 0 0 0 0,0-1 0 0 0,0 0 0 0 0,1 0 0 0 0,-2 0 0 0 0,1 0 0 0 0,4-4 0 0 0,2-3-578 0 0,0-1 0 0 0,0-1-1 0 0,0 1 1 0 0,-2-1 0 0 0,1-1 0 0 0,-1 1-1 0 0,7-18 1 0 0,-6 10-561 0 0,-1 1 0 0 0,-1-1 1 0 0,-1-1-1 0 0,5-26 0 0 0,-9 34-2880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3:28:16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17635,'235'3036'0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3:28:16.4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73 4377 0 0,'-3'-32'17253'0'0,"4"31"-16845"0"0,7 0-2786 0 0,-6 1 2378 0 0,-1 1 0 0 0,0-1 0 0 0,0 1 0 0 0,0 0 0 0 0,1-1 0 0 0,-1 1 0 0 0,0 0 0 0 0,0 0 0 0 0,0 0 0 0 0,0 0 0 0 0,0 0 0 0 0,0 0 0 0 0,0 0 0 0 0,1 2 0 0 0,11 22 0 0 0,-8-15 0 0 0,38 59 0 0 0,-38-61 0 0 0,2 0 0 0 0,-1-1 0 0 0,1 1 0 0 0,0-1 0 0 0,1-1 0 0 0,8 7 0 0 0,-14-12-11 0 0,-1 0 0 0 0,1 0 0 0 0,0 0 0 0 0,0 0 0 0 0,-1 0 0 0 0,1-1 0 0 0,0 1 0 0 0,0 0 0 0 0,0-1 0 0 0,0 0 0 0 0,0 1 0 0 0,0-1 0 0 0,0 0 0 0 0,0 0 0 0 0,0 0 0 0 0,0 0 0 0 0,0-1 0 0 0,0 1 0 0 0,-1 0 0 0 0,1-1 0 0 0,0 0 0 0 0,0 1 0 0 0,0-1 0 0 0,0 0 0 0 0,-1 0 0 0 0,1 0 0 0 0,2-2 0 0 0,3-2-630 0 0,0-1 0 0 0,0 0-1 0 0,-1-1 1 0 0,10-13 0 0 0,-1 2-996 0 0,5-4 850 0 0,-2 3 648 0 0,-1 0 0 0 0,-1-1 1 0 0,14-23-1 0 0,-18 16-1602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7:44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0 16897,'0'2748'0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7:4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57 2304 0 0,'-15'-16'17181'0'0,"12"10"-15463"0"0,2 0-648 0 0,2 0-3683 0 0,0 6 2613 0 0,-1 0 0 0 0,0 0 0 0 0,0 0 0 0 0,0 0 0 0 0,1 0 0 0 0,-1 0 0 0 0,0 0 0 0 0,0 0 0 0 0,0 0 0 0 0,0 0 0 0 0,1 0 0 0 0,-1 0 0 0 0,0 0 0 0 0,0 0 0 0 0,0 0 0 0 0,1 0 0 0 0,-1 0 0 0 0,0 0 0 0 0,0 1 0 0 0,0-1 0 0 0,0 0 0 0 0,0 0 0 0 0,1 0 0 0 0,-1 0 0 0 0,0 0 0 0 0,0 0 0 0 0,0 1 0 0 0,0-1 0 0 0,0 0 0 0 0,0 0 0 0 0,0 0 0 0 0,1 0 0 0 0,-1 1 0 0 0,0-1 0 0 0,0 0 0 0 0,0 0 0 0 0,0 0 0 0 0,0 1 0 0 0,6 7 0 0 0,-6-8 0 0 0,8 14 0 0 0,0 1 0 0 0,-2 0 0 0 0,1 0 0 0 0,5 22 0 0 0,-8-22 0 0 0,0-1 0 0 0,2 0 0 0 0,0 0 0 0 0,0 0 0 0 0,12 17 0 0 0,-17-30 0 0 0,0 0 0 0 0,-1 0 0 0 0,1 0 0 0 0,0 0 0 0 0,0 0 0 0 0,0 0 0 0 0,-1-1 0 0 0,1 1 0 0 0,0 0 0 0 0,0 0 0 0 0,1-1 0 0 0,-1 1 0 0 0,0 0 0 0 0,0-1 0 0 0,0 0 0 0 0,0 1 0 0 0,0-1 0 0 0,1 1 0 0 0,-1-1 0 0 0,0 0 0 0 0,0 0 0 0 0,2 0 0 0 0,-1 0 0 0 0,-1 0 0 0 0,1-1 0 0 0,0 1 0 0 0,0-1 0 0 0,-1 0 0 0 0,1 1 0 0 0,0-1 0 0 0,-1 0 0 0 0,1 0 0 0 0,-1 0 0 0 0,1 0 0 0 0,-1 0 0 0 0,2-3 0 0 0,5-3 0 0 0,-2-2 0 0 0,1 1 0 0 0,-1-1 0 0 0,6-11 0 0 0,-8 14 0 0 0,27-56-23 0 0,-26 48-466 0 0,2 1 1 0 0,-1-1-1 0 0,2 2 0 0 0,0-1 0 0 0,0 1 0 0 0,11-12 0 0 0,-6 14 104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7:51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17158,'237'3191'0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7:52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2993 0 0,'-1'11'15588'0'0,"7"5"-14438"0"0,-6-14-1221 0 0,18 42 71 0 0,43 101 0 0 0,-59-142 0 0 0,29 53 0 0 0,-28-51 0 0 0,0 0 0 0 0,1-1 0 0 0,-1 0 0 0 0,1 0 0 0 0,0 0 0 0 0,0 0 0 0 0,0-1 0 0 0,1 1 0 0 0,6 3 0 0 0,-10-6 0 0 0,0-1 0 0 0,1 0 0 0 0,-1 1 0 0 0,0-1 0 0 0,1 0 0 0 0,-1 0 0 0 0,1 0 0 0 0,-1 0 0 0 0,0 0 0 0 0,1 0 0 0 0,-1 0 0 0 0,0 0 0 0 0,1 0 0 0 0,-1-1 0 0 0,0 1 0 0 0,1 0 0 0 0,-1-1 0 0 0,0 0 0 0 0,1 1 0 0 0,-1-1 0 0 0,0 0 0 0 0,0 1 0 0 0,0-1 0 0 0,0 0 0 0 0,0 0 0 0 0,0 0 0 0 0,0 0 0 0 0,0 0 0 0 0,0 0 0 0 0,0 0 0 0 0,1-2 0 0 0,3-5 0 0 0,0 0 0 0 0,0 0 0 0 0,5-13 0 0 0,-7 15 0 0 0,69-123 0 0 0,-47 87-1505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8:52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16753,'4143'3067'0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8:53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0 243 2072 0 0,'8'0'16875'0'0,"26"8"-16162"0"0,44 17-713 0 0,-57-16 0 0 0,0-2 0 0 0,0-1 0 0 0,1-1 0 0 0,38 5 0 0 0,-58-9 0 0 0,0-1 0 0 0,0 0 0 0 0,0 0 0 0 0,1 0 0 0 0,-1-1 0 0 0,0 1 0 0 0,0 0 0 0 0,0-1 0 0 0,0 1 0 0 0,0-1 0 0 0,0 0 0 0 0,0 0 0 0 0,0 0 0 0 0,0 0 0 0 0,-1 0 0 0 0,1 0 0 0 0,0 0 0 0 0,0 0 0 0 0,-1-1 0 0 0,1 1 0 0 0,-1-1 0 0 0,0 1 0 0 0,3-4 0 0 0,-2 2 0 0 0,-1-1 0 0 0,1 1 0 0 0,-1-1 0 0 0,0 1 0 0 0,0-1 0 0 0,0 1 0 0 0,-1-1 0 0 0,1 0 0 0 0,-1 0 0 0 0,0 1 0 0 0,0-1 0 0 0,-1-6 0 0 0,-1-5 24 0 0,-1-1-1 0 0,-5-15 1 0 0,4 19-256 0 0,1 0-1 0 0,1-1 1 0 0,0 1 0 0 0,-1-16 0 0 0,3 20-101 0 0,0-6 541 0 0,0 0 0 0 0,1 0 0 0 0,0 0-1 0 0,4-15 1 0 0,-4 23-624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05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4307 0 16828,'-4307'3678'0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06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 2533 0 0,'-14'11'18665'0'0,"14"-3"-17267"0"0,1-1-4334 0 0,-1 5 2936 0 0,0 0 0 0 0,-1 0 0 0 0,-1 0 0 0 0,0 0 0 0 0,0-1 0 0 0,-1 1 0 0 0,-6 13 0 0 0,5-13 0 0 0,0 0 0 0 0,1 0 0 0 0,0-1 0 0 0,1 2 0 0 0,1-1 0 0 0,-1 21 0 0 0,5-4 0 0 0,-1-18 0 0 0,-1-1 0 0 0,0 0 0 0 0,-1 14 0 0 0,-1-21-54 0 0,1-1 0 0 0,0 0-1 0 0,0 0 1 0 0,0 1 0 0 0,0-1-1 0 0,0 0 1 0 0,0 0 0 0 0,2 5-1 0 0,-2-7-10 0 0,0 0 0 0 0,0 1-1 0 0,0-1 1 0 0,0 0 0 0 0,1 0-1 0 0,-1 1 1 0 0,0-1 0 0 0,0 0-1 0 0,1 0 1 0 0,-1 1 0 0 0,0-1-1 0 0,0 0 1 0 0,1 0 0 0 0,-1 0-1 0 0,0 0 1 0 0,1 1-1 0 0,-1-1 1 0 0,0 0 0 0 0,1 0-1 0 0,-1 0 1 0 0,0 0 0 0 0,1 0-1 0 0,13-3-1679 0 0,40-24-2732 0 0,-34 16 4435 0 0,34-12-1 0 0,-48 20 35 0 0,1 1-1 0 0,-1 0 0 0 0,1 1 0 0 0,0 0 1 0 0,0 0-1 0 0,-1 0 0 0 0,1 1 0 0 0,0 0 1 0 0,11 2-1 0 0,-15-2-156 0 0,-1 1 0 0 0,1 0 1 0 0,-1 0-1 0 0,1 0 1 0 0,-1 0-1 0 0,1 0 0 0 0,-1 1 1 0 0,0-1-1 0 0,0 1 0 0 0,0 0 1 0 0,3 2-1 0 0,-4-3-42 0 0,2 1-530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15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13500,'9165'3084'0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16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1 282 3917 0 0,'15'-6'14033'0'0,"10"5"-10785"0"0,27 8-6038 0 0,-43-6 4042 0 0,4 1-1261 0 0,0 0 16 0 0,0 0-1 0 0,17 0 1 0 0,-25-3-18 0 0,-1 1 0 0 0,1 0 0 0 0,0-1 0 0 0,-1 0 0 0 0,1 0 1 0 0,-1-1-1 0 0,1 1 0 0 0,-1-1 0 0 0,0 0 0 0 0,5-3 0 0 0,-7 4-336 0 0,1 0-1 0 0,-1 0 1 0 0,0-1-1 0 0,0 1 1 0 0,0-1 0 0 0,0 0-1 0 0,0 1 1 0 0,-1-1-1 0 0,1 0 1 0 0,0 0-1 0 0,-1 0 1 0 0,2-3 0 0 0,-2 3 167 0 0,-1 0 1 0 0,1 0 0 0 0,-1 0 0 0 0,0 0-1 0 0,0-1 1 0 0,1 1 0 0 0,-1 0 0 0 0,-1 0-1 0 0,1 0 1 0 0,0 0 0 0 0,0-1 0 0 0,-1 1-1 0 0,0 0 1 0 0,0-3 0 0 0,-24-55 510 0 0,2 2-196 0 0,21 54-315 0 0,-4-16 264 0 0,-5-25 1 0 0,9 17-4102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22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9546 1 13320,'-9545'3614'0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24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27 228 0 0,'-3'-27'19432'0'0,"-4"47"-19432"0"0,0-1 0 0 0,0-1 0 0 0,-16 27 0 0 0,11-22 0 0 0,-18 47 0 0 0,25-56 0 0 0,1-1 0 0 0,-5 23 0 0 0,8-33 0 0 0,1 1 0 0 0,0-1 0 0 0,-1 1 0 0 0,1 0 0 0 0,1-1 0 0 0,-1 1 0 0 0,0 0 0 0 0,1-1 0 0 0,0 1 0 0 0,0-1 0 0 0,1 5 0 0 0,-1-6 0 0 0,0-1 0 0 0,1 1 0 0 0,-1-1 0 0 0,0 1 0 0 0,0-1 0 0 0,1 0 0 0 0,-1 1 0 0 0,1-1 0 0 0,-1 0 0 0 0,1 0 0 0 0,-1 0 0 0 0,1 0 0 0 0,0-1 0 0 0,-1 1 0 0 0,1 0 0 0 0,0-1 0 0 0,0 1 0 0 0,0-1 0 0 0,-1 1 0 0 0,1-1 0 0 0,3 0 0 0 0,5 1 0 0 0,1-1 0 0 0,16-1 0 0 0,-18 1 0 0 0,19-1-146 0 0,-11 1-209 0 0,-1 0 1 0 0,1-2-1 0 0,0 0 0 0 0,24-6 0 0 0,-29 2 1411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32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17371,'13887'3129'0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35.3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2993 0 0,'3'3'14513'0'0,"8"1"-10865"0"0,14 5-6504 0 0,-18-4 4218 0 0,39 44-1362 0 0,-30-30 0 0 0,1-1 0 0 0,1 0 0 0 0,21 15 0 0 0,51 29 0 0 0,-88-60 0 0 0,0 0 0 0 0,1-1 0 0 0,-1 1 0 0 0,1-1 0 0 0,-1 0 0 0 0,1 1 0 0 0,-1-1 0 0 0,1 0 0 0 0,0-1 0 0 0,3 2 0 0 0,-9-2 0 0 0,1 0 0 0 0,0 1 0 0 0,0-1 0 0 0,0 1 0 0 0,0-1 0 0 0,0 1 0 0 0,-1 0 0 0 0,1 0 0 0 0,0 0 0 0 0,1 0 0 0 0,-3 2 0 0 0,-23 18 0 0 0,-1 0 0 0 0,10-10-1694 0 0,-75 41-3433 0 0,93-52 5072 0 0,0 0 0 0 0,0 0 0 0 0,0 0 0 0 0,0 0 0 0 0,-1 0 0 0 0,1 0 1 0 0,0 0-1 0 0,0 0 0 0 0,0 0 0 0 0,0 0 0 0 0,-1 0 0 0 0,1 0 0 0 0,0 0 0 0 0,0 0 0 0 0,0 0 1 0 0,0 0-1 0 0,0 0 0 0 0,-1 0 0 0 0,1 0 0 0 0,0-1 0 0 0,0 1 0 0 0,0 0 0 0 0,-1-2-933 0 0,0 2 933 0 0,1 0 1 0 0,0 0-1 0 0,0-1 0 0 0,0 1 0 0 0,0 0 0 0 0,1 0 0 0 0,-1 0 0 0 0,0 0 0 0 0,0 0 0 0 0,0-1 1 0 0,0 1-1 0 0,0 0 0 0 0,0 0 0 0 0,0 0 0 0 0,0-4 1354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39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14275 1 16510,'-14274'3511'0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41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1 920 0 0,'-6'2'18828'0'0,"-10"13"-18916"0"0,7-3 88 0 0,0 1 0 0 0,1 0 0 0 0,-10 22 0 0 0,10-21 0 0 0,0 1 0 0 0,-12 16 0 0 0,15-24 0 0 0,0 0 0 0 0,0 0 0 0 0,1 1 0 0 0,0-1 0 0 0,1 1 0 0 0,0 0 0 0 0,0 0 0 0 0,1 0 0 0 0,-1 0 0 0 0,2 1 0 0 0,-1-1 0 0 0,1 0 0 0 0,0 16 0 0 0,2-22 0 0 0,-1 0 0 0 0,1-1 0 0 0,0 1 0 0 0,-1 0 0 0 0,1-1 0 0 0,0 1 0 0 0,0 0 0 0 0,0-1 0 0 0,0 1 0 0 0,0-1 0 0 0,1 0 0 0 0,-1 1 0 0 0,2 1 0 0 0,24 18 0 0 0,-13-11 0 0 0,-5-4-733 0 0,1 0 0 0 0,0 0 0 0 0,0-1 0 0 0,1-1 0 0 0,0 1 0 0 0,-1-2 0 0 0,22 5 0 0 0,26 10-1533 0 0,-56-17 2243 0 0,1 1 0 0 0,-1-1-1 0 0,0 0 1 0 0,0 1 0 0 0,0-1-1 0 0,0 1 1 0 0,0 0-1 0 0,0 0 1 0 0,2 2 0 0 0,6 7-1010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19:55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4414 0 17340,'-4414'3023'0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19:56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37 2072 0 0,'-1'-26'16730'0'0,"6"16"-15872"0"0,-5 13-858 0 0,0-1 0 0 0,1 1 0 0 0,-2 0 0 0 0,1-1 0 0 0,0 1 0 0 0,-1 4 0 0 0,-15 64 0 0 0,-1 11 0 0 0,15-70 0 0 0,1 0 0 0 0,0 0 0 0 0,1 0 0 0 0,2 21 0 0 0,-2-31 3 0 0,0 0-1 0 0,0-1 0 0 0,1 1 1 0 0,-1 0-1 0 0,0 0 1 0 0,1-1-1 0 0,0 1 0 0 0,-1 0 1 0 0,1-1-1 0 0,0 1 0 0 0,0-1 1 0 0,0 1-1 0 0,0-1 1 0 0,0 1-1 0 0,0-1 0 0 0,0 1 1 0 0,1-1-1 0 0,-1 0 1 0 0,0 0-1 0 0,1 0 0 0 0,-1 0 1 0 0,1 0-1 0 0,-1 0 1 0 0,1 0-1 0 0,-1 0 0 0 0,1-1 1 0 0,0 1-1 0 0,-1 0 1 0 0,1-1-1 0 0,0 0 0 0 0,0 1 1 0 0,-1-1-1 0 0,4 0 0 0 0,4 0-116 0 0,1-1-1 0 0,-1 0 0 0 0,0-1 0 0 0,0 0 0 0 0,13-4 0 0 0,1 0-1267 0 0,-7 2 828 0 0,-7 1-87 0 0,1 0 1 0 0,-1 1 0 0 0,0 1 0 0 0,1 0 0 0 0,0 0 0 0 0,-1 1 0 0 0,16 1 0 0 0,-24-1 727 0 0,-1 0 0 0 0,1 0 1 0 0,-1 0-1 0 0,1 1 1 0 0,-1-1-1 0 0,1 0 0 0 0,-1 0 1 0 0,0 1-1 0 0,1-1 1 0 0,-1 0-1 0 0,1 0 0 0 0,-1 1 1 0 0,1-1-1 0 0,-1 1 1 0 0,0-1-1 0 0,1 0 0 0 0,-1 1 1 0 0,0-1-1 0 0,0 1 1 0 0,1-1-1 0 0,-1 1 0 0 0,0-1 1 0 0,0 1-1 0 0,1-1 1 0 0,-1 1-1 0 0,0-1 0 0 0,0 1 1 0 0,0-1-1 0 0,0 1 1 0 0,0-1-1 0 0,0 1 0 0 0,0-1 1 0 0,0 1-1 0 0,0-1 1 0 0,0 1-1 0 0,0-1 0 0 0,0 1 1 0 0,0-1-1 0 0,-1 1 1 0 0,1-1-1 0 0,0 1 0 0 0,0-1 1 0 0,0 1-1 0 0,-1-1 1 0 0,1 1-1 0 0,-2 6-2942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0:09.5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16575,'4704'3581'0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0:10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0 260 1380 0 0,'8'-13'19043'0'0,"-5"7"-19806"0"0,-1 5 763 0 0,0-1 0 0 0,1 1 0 0 0,-1-1 0 0 0,0 1 0 0 0,1 0 0 0 0,-1-1 0 0 0,1 1 0 0 0,-1 0 0 0 0,1 1 0 0 0,-1-1 0 0 0,1 0 0 0 0,0 1 0 0 0,-1 0 0 0 0,5-1 0 0 0,6 1 0 0 0,23 3 0 0 0,-13-1 0 0 0,-17-1 0 0 0,4 0 0 0 0,0-1 0 0 0,0 0 0 0 0,0 0 0 0 0,0-1 0 0 0,11-2 0 0 0,-19 2 0 0 0,1 0 0 0 0,-1 0 0 0 0,1 0 0 0 0,-1 0 0 0 0,1 0 0 0 0,-1 0 0 0 0,0-1 0 0 0,1 1 0 0 0,-1-1 0 0 0,0 1 0 0 0,0-1 0 0 0,0 0 0 0 0,0 0 0 0 0,-1 0 0 0 0,1 0 0 0 0,0 0 0 0 0,-1-1 0 0 0,0 1 0 0 0,1 0 0 0 0,-1-1 0 0 0,0 1 0 0 0,0-1 0 0 0,0 1 0 0 0,0-4 0 0 0,8-36 317 0 0,-2-23-4845 0 0,2-6 2196 0 0,-9 69 2345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0:18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18747,'0'2954'0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0:20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15 460 0 0,'5'-14'17591'0'0,"-4"14"-17429"0"0,-1 0 0 0 0,1 0 0 0 0,-1 0 0 0 0,1 0 0 0 0,-1-1 0 0 0,1 1 0 0 0,0 0 0 0 0,-1 0 0 0 0,1 0 0 0 0,-1 0 0 0 0,1 0 0 0 0,0 1 0 0 0,-1-1 0 0 0,1 0 0 0 0,-1 0 0 0 0,1 0 0 0 0,-1 0 0 0 0,2 1 0 0 0,16 11-3139 0 0,-13-8 4485 0 0,4 9-1508 0 0,1-1 0 0 0,-1 1 0 0 0,-1 1 0 0 0,11 25 0 0 0,-10-21 0 0 0,0-2 0 0 0,17 27 0 0 0,-25-42 0 0 0,0 0 0 0 0,-1 0 0 0 0,1 0 0 0 0,0-1 0 0 0,0 1 0 0 0,-1 0 0 0 0,1 0 0 0 0,0-1 0 0 0,0 1 0 0 0,0 0 0 0 0,0-1 0 0 0,0 1 0 0 0,0-1 0 0 0,0 1 0 0 0,0-1 0 0 0,0 0 0 0 0,0 1 0 0 0,0-1 0 0 0,0 0 0 0 0,0 0 0 0 0,2 0 0 0 0,-1 0 0 0 0,-1 0 0 0 0,1-1 0 0 0,-1 1 0 0 0,1-1 0 0 0,-1 1 0 0 0,1-1 0 0 0,-1 0 0 0 0,0 0 0 0 0,1 0 0 0 0,-1 1 0 0 0,0-1 0 0 0,0 0 0 0 0,2-3 0 0 0,4-3 0 0 0,-1-1 0 0 0,-1 0 0 0 0,0-1 0 0 0,5-8 0 0 0,-6 9 0 0 0,20-28 37 0 0,-19 29-827 0 0,1 0 0 0 0,0 0 0 0 0,0 1-1 0 0,1 0 1 0 0,0 0 0 0 0,0 0 0 0 0,0 1-1 0 0,1 1 1 0 0,11-7 0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0:22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18228,'115'3508'0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0:23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19 2533 0 0,'-5'-5'7923'0'0,"24"18"-581"0"0,-2 6-4730 0 0,12 29-3894 0 0,-10-19 1814 0 0,-11-14-532 0 0,16 19 0 0 0,-23-32 0 0 0,1 0 0 0 0,0 0 0 0 0,-1 0 0 0 0,1-1 0 0 0,0 1 0 0 0,0-1 0 0 0,0 1 0 0 0,0-1 0 0 0,0 0 0 0 0,1 0 0 0 0,-1 0 0 0 0,0 0 0 0 0,3 1 0 0 0,-3-2 1 0 0,-1 0-1 0 0,0 0 0 0 0,0 0 0 0 0,1 0 1 0 0,-1-1-1 0 0,0 1 0 0 0,0 0 1 0 0,0-1-1 0 0,1 1 0 0 0,-1-1 1 0 0,0 1-1 0 0,0-1 0 0 0,0 0 1 0 0,0 1-1 0 0,0-1 0 0 0,0 0 1 0 0,0 0-1 0 0,0 0 0 0 0,0 1 0 0 0,0-1 1 0 0,-1 0-1 0 0,1 0 0 0 0,1-2 1 0 0,17-29-55 0 0,-15 23-43 0 0,3-4-811 0 0,1 1 0 0 0,0 1 0 0 0,1-1 0 0 0,0 2 0 0 0,1-1 0 0 0,0 1 1 0 0,13-10-1 0 0,-13 13 847 0 0,0 0 1 0 0,17-8 0 0 0,-25 13-8 0 0,0 1 1 0 0,0 0-1 0 0,0 0 0 0 0,1 1 0 0 0,-1-1 1 0 0,0 0-1 0 0,0 1 0 0 0,0-1 0 0 0,1 1 1 0 0,-1 0-1 0 0,4 0 0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0:32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16564,'4613'3017'0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0:34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1 231 4145 0 0,'6'-13'14478'0'0,"-4"13"-14419"0"0,-1-1 1 0 0,1 1 0 0 0,-1-1 0 0 0,1 1 0 0 0,-1 0 0 0 0,1 0 0 0 0,-1 0 0 0 0,1 0 0 0 0,-1 0 0 0 0,1 0 0 0 0,-1 0-1 0 0,1 0 1 0 0,0 1 0 0 0,-1-1 0 0 0,1 1 0 0 0,-1-1 0 0 0,0 1 0 0 0,2 0 0 0 0,30 16-252 0 0,-25-12 283 0 0,11 6-309 0 0,23 12 683 0 0,-39-21-769 0 0,1-1 0 0 0,-1 1 0 0 0,1-1 0 0 0,0 0 0 0 0,0-1 0 0 0,0 1 0 0 0,0 0 0 0 0,0-1 1 0 0,5 0-1 0 0,-7 0 405 0 0,0-1-1 0 0,-1 1 1 0 0,1 0 0 0 0,-1-1 0 0 0,1 1 0 0 0,-1-1 0 0 0,1 1 0 0 0,-1-1 0 0 0,0 0-1 0 0,1 0 1 0 0,-1 1 0 0 0,0-1 0 0 0,1 0 0 0 0,-1 0 0 0 0,0-1 0 0 0,0 1-1 0 0,2-2 1 0 0,-2 1-7 0 0,1-1 0 0 0,0 0-1 0 0,-1 0 1 0 0,0 0-1 0 0,0 0 1 0 0,0 0-1 0 0,0 0 1 0 0,1-4 0 0 0,-1-5-59 0 0,0 0 0 0 0,0 0 0 0 0,-2-18 0 0 0,1 28-41 0 0,-5-51-60 0 0,-14-57 0 0 0,18 102-743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0:42.5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4735 1 15271,'-4735'3552'0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0:50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0 2304 0 0,'-4'15'11042'0'0,"-2"0"-5170"0"0,-2 3-3734 0 0,-7 9-4067 0 0,-3 8 2162 0 0,-14 28-233 0 0,13-26 0 0 0,-16 42 0 0 0,34-77 0 0 0,1-1 0 0 0,-1 0 0 0 0,1 1 0 0 0,-1-1 0 0 0,1 0 0 0 0,0 1 0 0 0,0-1 0 0 0,0 1 0 0 0,0-1 0 0 0,0 3 0 0 0,0-3 0 0 0,1-1 0 0 0,-1 1 0 0 0,0-1 0 0 0,0 1 0 0 0,0-1 0 0 0,1 1 0 0 0,-1-1 0 0 0,0 1 0 0 0,1-1 0 0 0,-1 0 0 0 0,0 1 0 0 0,1-1 0 0 0,-1 1 0 0 0,0-1 0 0 0,1 0 0 0 0,-1 1 0 0 0,1-1 0 0 0,-1 0 0 0 0,1 0 0 0 0,0 1 0 0 0,1 0 0 0 0,1-1 0 0 0,0 1 0 0 0,0-1 0 0 0,0 0 0 0 0,-1 0 0 0 0,1 0 0 0 0,0 0 0 0 0,0 0 0 0 0,4-2 0 0 0,12-1-187 0 0,1 1 0 0 0,0 1-1 0 0,-1 1 1 0 0,1 0 0 0 0,26 4 0 0 0,-40-2-373 0 0,0 1 0 0 0,0-1 0 0 0,-1 1 0 0 0,1 0 0 0 0,-1 0 0 0 0,0 0 0 0 0,0 1 0 0 0,0-1 0 0 0,0 1 0 0 0,4 5 0 0 0,15 12 1305 0 0,-23-21-573 0 0,0 1 1 0 0,0 0 0 0 0,0 0 0 0 0,0 0 0 0 0,0 0 0 0 0,-1 0-1 0 0,1 0 1 0 0,0 0 0 0 0,-1 0 0 0 0,1 0 0 0 0,-1 1 0 0 0,1-1-1 0 0,-1 0 1 0 0,0 0 0 0 0,1 0 0 0 0,-1 1 0 0 0,0-1 0 0 0,0 0-1 0 0,0 0 1 0 0,0 1 0 0 0,0-1 0 0 0,0 0 0 0 0,0 0 0 0 0,0 0-1 0 0,-2 5 2046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1:17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15473,'9415'3165'0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1:1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9 327 1612 0 0,'-9'-6'17512'0'0,"11"1"-16976"0"0,1 3-536 0 0,-1 0 0 0 0,1 0 0 0 0,-1 1 0 0 0,1-1 0 0 0,0 1 0 0 0,-1-1 0 0 0,1 1 0 0 0,0 0 0 0 0,0 0 0 0 0,0 0 0 0 0,0 1 0 0 0,0-1 0 0 0,0 1 0 0 0,0-1 0 0 0,0 1 0 0 0,6 1 0 0 0,9-1 0 0 0,30 6 0 0 0,-34-4 0 0 0,4 2 0 0 0,15 3 0 0 0,-31-7 0 0 0,0 0 0 0 0,-1 0 0 0 0,1 0 0 0 0,0 0 0 0 0,-1 0 0 0 0,1 0 0 0 0,0 0 0 0 0,-1-1 0 0 0,1 1 0 0 0,0-1 0 0 0,-1 1 0 0 0,1-1 0 0 0,-1 1 0 0 0,1-1 0 0 0,1-1 0 0 0,-2 1 0 0 0,0 0 0 0 0,0 0 0 0 0,-1 0 0 0 0,1-1 0 0 0,0 1 0 0 0,-1 0 0 0 0,1-1 0 0 0,0 1 0 0 0,-1 0 0 0 0,0-1 0 0 0,1 1 0 0 0,-1 0 0 0 0,0-1 0 0 0,0 1 0 0 0,0-1 0 0 0,0 1 0 0 0,0-1 0 0 0,0-1 0 0 0,-5-31 0 0 0,4 28 0 0 0,-37-217-6869 0 0,38 222 6875 0 0,-1-1 0 0 0,1 1 1 0 0,0-1-1 0 0,-1 1 1 0 0,1-1-1 0 0,-1 1 0 0 0,1-1 1 0 0,-1 1-1 0 0,-1-3 0 0 0,1 4-54 0 0,1-1-1 0 0,0 1 1 0 0,-1 0-1 0 0,1-1 1 0 0,-1 1-1 0 0,1-1 1 0 0,-1 1-1 0 0,1 0 0 0 0,-1 0 1 0 0,1-1-1 0 0,-1 1 1 0 0,1 0-1 0 0,-1 0 1 0 0,1 0-1 0 0,-1 0 1 0 0,0 0-1 0 0,1-1 0 0 0,-1 1 1 0 0,1 0-1 0 0,-1 0 1 0 0,1 0-1 0 0,-1 0 1 0 0,0 1-1 0 0,1-1 1 0 0,-1 0-1 0 0,1 0 0 0 0,-1 0 1 0 0,1 0-1 0 0,-1 1 1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1:26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9497 0 16754,'-9496'3507'0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1:28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74 460 0 0,'9'-18'9610'0'0,"-6"14"-8649"0"0,21-15 5194 0 0,-9 10-4861 0 0,23-10-1 0 0,-36 18-1406 0 0,-1 0 113 0 0,0 1 0 0 0,0-1 0 0 0,0 1 0 0 0,1-1 0 0 0,-1 1 0 0 0,0 0 0 0 0,0 0 0 0 0,0-1 0 0 0,1 1 0 0 0,-1 0 0 0 0,0 0 0 0 0,0 0 0 0 0,0 0 0 0 0,1 0 0 0 0,-1 1 0 0 0,0-1 0 0 0,0 0 0 0 0,0 0 0 0 0,3 2 0 0 0,-4-2 0 0 0,1 1 0 0 0,-1-1 0 0 0,1 1 0 0 0,-1-1 0 0 0,0 1 0 0 0,1 0 0 0 0,-1-1 0 0 0,0 1 0 0 0,1 0 0 0 0,-1-1 0 0 0,0 1 0 0 0,0 0 0 0 0,0-1 0 0 0,1 1 0 0 0,-1 0 0 0 0,0 0 0 0 0,0-1 0 0 0,0 1 0 0 0,0 0 0 0 0,0 0 0 0 0,-1-1 0 0 0,1 1 0 0 0,0 0 0 0 0,0-1 0 0 0,0 1 0 0 0,-1 0 0 0 0,1-1 0 0 0,0 1 0 0 0,0 0 0 0 0,-1-1 0 0 0,1 1 0 0 0,-1 0 0 0 0,1-1 0 0 0,-1 1 0 0 0,-12 20-53 0 0,0 0-1 0 0,-2-1 1 0 0,0-1-1 0 0,-22 21 1 0 0,-16 20-7199 0 0,21-18 6332 0 0,28-37 132 0 0,-9 15 4029 0 0,11-10-4744 0 0,2-9 2000 0 0,0 0 0 0 0,0 1 0 0 0,0-1 0 0 0,0 0 0 0 0,1 0 0 0 0,-1 1-1 0 0,0-1 1 0 0,1 0 0 0 0,-1 0 0 0 0,1 1 0 0 0,1 1 0 0 0,10 8 581 0 0,-7-9-1484 0 0,0 0-1 0 0,1 0 0 0 0,-1 0 0 0 0,9 1 0 0 0,4 2 2889 0 0,8 4-3415 0 0,69 20-6108 0 0,-78-26 9412 0 0,-15-2-2763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1:52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9568 0 15047,'-9568'3002'0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1:56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92 460 0 0,'-1'-23'14638'0'0,"0"0"-9967"0"0,-2-23-4780 0 0,3 47 106 0 0,-1 0 1 0 0,1 0-1 0 0,0 0 0 0 0,-1 0 1 0 0,1 0-1 0 0,0 0 0 0 0,-1 0 0 0 0,1-1 1 0 0,-1 1-1 0 0,1 0 0 0 0,-1 0 0 0 0,-1 1 1 0 0,0 0-54 0 0,-25 57-8229 0 0,-4 31 7049 0 0,-4 8 1744 0 0,33-93-500 0 0,1 0 0 0 0,0 0 0 0 0,0 0 0 0 0,0 0 0 0 0,0 6 0 0 0,-2 8 13 0 0,3-20 54 0 0,7 9 575 0 0,16 6 5550 0 0,3-4-3639 0 0,30 0-3661 0 0,-8-1-560 0 0,-29-4-970 0 0,15 4-523 0 0,-1 4 3546 0 0,-16-6-1035 0 0,4 3 1481 0 0,-8-1 3200 0 0,-11-6-4370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2:03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15385,'9503'3590'0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2:05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20 192 2993 0 0,'-9'-4'12833'0'0,"1"-5"-8849"0"0,8 9-3987 0 0,0 0 0 0 0,0-1 0 0 0,-1 1 0 0 0,1-1 0 0 0,0 1-1 0 0,0 0 1 0 0,-1-1 0 0 0,1 1 0 0 0,0 0 0 0 0,0-1 0 0 0,0 1 0 0 0,0-1 0 0 0,0 1-1 0 0,0-1 1 0 0,0 1 0 0 0,0 0 0 0 0,0-1 0 0 0,0 1 0 0 0,0-1 0 0 0,0 1 0 0 0,0-1-1 0 0,0 1 1 0 0,0 0 0 0 0,0-1 0 0 0,0 1 0 0 0,0-1 0 0 0,1 1 0 0 0,-1 0 0 0 0,0-1-1 0 0,0 1 1 0 0,0 0 0 0 0,1-1 0 0 0,-1 1 0 0 0,0 0 0 0 0,1-1 0 0 0,-1 1 0 0 0,0 0-1 0 0,1-1 1 0 0,-1 1 0 0 0,0 0 0 0 0,1 0 0 0 0,-1-1 0 0 0,0 1 0 0 0,1 0 0 0 0,-1 0-1 0 0,1 0 1 0 0,0 0 0 0 0,7-2-443 0 0,0 1 0 0 0,0 0 0 0 0,-1 1 0 0 0,1 0 0 0 0,0 0 0 0 0,0 1 0 0 0,12 3 0 0 0,2 0-1603 0 0,30 12 1 0 0,-45-14 2081 0 0,38 12 116 0 0,-41-13-132 0 0,0 0 1 0 0,1 0-1 0 0,-1-1 1 0 0,0 1-1 0 0,0-1 1 0 0,0 0 0 0 0,1-1-1 0 0,6 0 1 0 0,-9 0-6 0 0,-1 1 0 0 0,0-1 0 0 0,1 1 0 0 0,-1-1 0 0 0,0 0 0 0 0,0 1 0 0 0,0-1 0 0 0,0 0 0 0 0,0 0 0 0 0,0 0 0 0 0,0 0 1 0 0,0 0-1 0 0,0 0 0 0 0,0 0 0 0 0,0 0 0 0 0,-1 0 0 0 0,1 0 0 0 0,0-1 0 0 0,-1 1 0 0 0,1 0 0 0 0,-1 0 0 0 0,1-1 0 0 0,-1 1 0 0 0,0 0 1 0 0,0-1-1 0 0,1 1 0 0 0,-1 0 0 0 0,0-1 0 0 0,0 1 0 0 0,0 0 0 0 0,-1-3 0 0 0,0-6 153 0 0,0 1-1 0 0,-1 0 1 0 0,-5-16 0 0 0,1 5 108 0 0,-2-44-169 0 0,5 36 4357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2:14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4674 0 17621,'-4673'3064'0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2:15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52 1152 0 0,'6'-36'19043'0'0,"-6"28"-17436"0"0,0 1-3749 0 0,-6 105 2142 0 0,0-55 0 0 0,4-30 0 0 0,1-1 0 0 0,0 1 0 0 0,1 19 0 0 0,0-27 0 0 0,1-1 0 0 0,-1 0 0 0 0,1 0 0 0 0,0 1 0 0 0,1-1 0 0 0,-1 0 0 0 0,1 0 0 0 0,0 0 0 0 0,0 0 0 0 0,0-1 0 0 0,0 1 0 0 0,1-1 0 0 0,0 1 0 0 0,4 4 0 0 0,-4-5 0 0 0,6 7 0 0 0,1-1 0 0 0,0-1 0 0 0,16 12 0 0 0,-22-18 0 0 0,0 1 0 0 0,0-1 0 0 0,1 0 0 0 0,-1-1 0 0 0,1 1 0 0 0,0-1 0 0 0,0 0 0 0 0,-1 0 0 0 0,1 0 0 0 0,0-1 0 0 0,0 0 0 0 0,9 0 0 0 0,13-5-337 0 0,-7 0-3238 0 0,22-10 0 0 0,-35 12 3074 0 0,-6 3 620 0 0,0 0-1 0 0,1 0 1 0 0,-1-1-1 0 0,0 1 1 0 0,0 0-1 0 0,0 0 1 0 0,0 0-1 0 0,0 0 1 0 0,0 0-1 0 0,0 0 1 0 0,0 0-1 0 0,0 1 1 0 0,0-1-1 0 0,0 0 1 0 0,0 1-1 0 0,2 0 1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2:18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17013,'4786'3651'0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2:19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0 258 3225 0 0,'13'0'16597'0'0,"-11"0"-16759"0"0,128 10 162 0 0,-50-2 0 0 0,-78-8 0 0 0,0 0 0 0 0,0 0 0 0 0,0 0 0 0 0,0 0 0 0 0,0 0 0 0 0,-1 0 0 0 0,1 0 0 0 0,0-1 0 0 0,0 1 0 0 0,0-1 0 0 0,0 1 0 0 0,0-1 0 0 0,0 0 0 0 0,-1 0 0 0 0,1 0 0 0 0,2-1 0 0 0,-3 0 0 0 0,0 1 0 0 0,0 0 0 0 0,0-1 0 0 0,0 1 0 0 0,0-1 0 0 0,0 1 0 0 0,-1-1 0 0 0,1 0 0 0 0,-1 1 0 0 0,1-1 0 0 0,-1 0 0 0 0,1 0 0 0 0,-1 1 0 0 0,0-1 0 0 0,0 0 0 0 0,0 1 0 0 0,0-1 0 0 0,-1-3 0 0 0,-1-11-205 0 0,0 1 0 0 0,-6-20-1 0 0,4 18-1525 0 0,-4-25 0 0 0,6 15-1067 0 0,2-33 2071 0 0,2 38-2747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2:29.3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17805,'0'2968'0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2:30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3385 0 0,'-10'1'10847'0'0,"11"4"-9854"0"0,0 0 1 0 0,0-1-1 0 0,1 1 0 0 0,3 8 0 0 0,13 19-16 0 0,28 27-1789 0 0,-41-53 1109 0 0,-2-2-297 0 0,0 0 0 0 0,0-1 0 0 0,1 0 0 0 0,-1 1 0 0 0,1-1 0 0 0,0-1 0 0 0,0 1 0 0 0,0 0 0 0 0,8 3 0 0 0,-8-5 0 0 0,-1 0 0 0 0,1 0 0 0 0,-1 0 0 0 0,1-1 0 0 0,-1 1 0 0 0,1-1 0 0 0,0 0 0 0 0,-1 0 0 0 0,1 0 0 0 0,-1-1 0 0 0,1 1 0 0 0,0-1 0 0 0,5-1 0 0 0,-5 0-72 0 0,0 1 0 0 0,1-1-1 0 0,-1 0 1 0 0,0 0 0 0 0,0-1-1 0 0,0 1 1 0 0,0-1 0 0 0,-1 0-1 0 0,1 0 1 0 0,-1 0 0 0 0,1 0 0 0 0,-1 0-1 0 0,0-1 1 0 0,4-7 0 0 0,0-1-1325 0 0,-1 0-1 0 0,0 0 1 0 0,6-23 0 0 0,-10 27 797 0 0,3-4-2906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22:34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18036,'219'3568'0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22:35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21 3917 0 0,'-1'-14'16912'0'0,"1"8"-17756"0"0,7 12 519 0 0,2 11 325 0 0,-1-1 0 0 0,11 32 0 0 0,-15-36 0 0 0,0 1 0 0 0,1-1 0 0 0,1 0 0 0 0,0 0 0 0 0,0 0 0 0 0,2-1 0 0 0,8 11 0 0 0,-15-21 0 0 0,-1 0 0 0 0,1 0 0 0 0,0 0 0 0 0,0 0 0 0 0,0 0 0 0 0,0 0 0 0 0,0 0 0 0 0,0-1 0 0 0,0 1 0 0 0,1 0 0 0 0,-1-1 0 0 0,0 1 0 0 0,0-1 0 0 0,0 1 0 0 0,1-1 0 0 0,-1 0 0 0 0,0 0 0 0 0,1 1 0 0 0,-1-1 0 0 0,0 0 0 0 0,1 0 0 0 0,-1 0 0 0 0,0 0 0 0 0,0 0 0 0 0,1-1 0 0 0,-1 1 0 0 0,0 0 0 0 0,1-1 0 0 0,-1 1 0 0 0,0 0 0 0 0,0-1 0 0 0,0 0 0 0 0,1 1 0 0 0,-1-1 0 0 0,0 0 0 0 0,0 1 0 0 0,0-1 0 0 0,0 0 0 0 0,0 0 0 0 0,0 0 0 0 0,1-2 0 0 0,4-5 0 0 0,1 0 0 0 0,-2 0 0 0 0,1-1 0 0 0,5-13 0 0 0,-5 10 0 0 0,2-1-7 0 0,0-3 14 0 0,15-20 0 0 0,-20 32-19 0 0,1-1 0 0 0,0 1 0 0 0,0 0 0 0 0,0 0 0 0 0,0 1 0 0 0,0-1 0 0 0,1 1 0 0 0,8-5 1 0 0,-8 6-904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5:34.8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15500,'4230'3200'0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5:36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1 238 5401 0 0,'8'3'12722'0'0,"11"-3"-12302"0"0,-1 0 0 0 0,0 2 0 0 0,22 4 0 0 0,59 16-688 0 0,-54-11 393 0 0,-44-11-125 0 0,1 1 0 0 0,-1-1 0 0 0,0 0 0 0 0,0 0 0 0 0,1 1 0 0 0,-1-1 0 0 0,0 0 0 0 0,1 0 0 0 0,-1 0 0 0 0,0 0 0 0 0,0-1 0 0 0,1 1 0 0 0,-1 0 0 0 0,0-1 0 0 0,0 1 0 0 0,1 0 0 0 0,-1-1 0 0 0,0 1 0 0 0,0-1 0 0 0,0 0 0 0 0,2-1 0 0 0,-2 1 0 0 0,0 0 0 0 0,-1 0 0 0 0,1 0 0 0 0,-1 0 0 0 0,1-1 0 0 0,-1 1 0 0 0,1 0 0 0 0,-1 0 0 0 0,0-1 0 0 0,1 1 0 0 0,-1 0 0 0 0,0-1 0 0 0,0 1 0 0 0,0 0 0 0 0,0 0 0 0 0,0-1 0 0 0,-1 1 0 0 0,1 0 0 0 0,0-1 0 0 0,0 1 0 0 0,-2-2 0 0 0,-11-38 0 0 0,-37-76 0 0 0,40 97 0 0 0,-30-49-1051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5:39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4503 1 18125,'-4502'3333'0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5:42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22 1152 0 0,'-38'-14'18562'0'0,"34"8"-18616"0"0,9 5 54 0 0,-4 1 0 0 0,-1 0 0 0 0,1 1 0 0 0,0-1 0 0 0,-1 0 0 0 0,1 1 0 0 0,-1-1 0 0 0,1 0 0 0 0,0 1 0 0 0,-1-1 0 0 0,1 1 0 0 0,-1-1 0 0 0,0 1 0 0 0,1-1 0 0 0,-1 1 0 0 0,1 0 0 0 0,-1-1 0 0 0,0 1 0 0 0,1 0 0 0 0,-1-1 0 0 0,0 1 0 0 0,1 0 0 0 0,3 12-711 0 0,0-1 1 0 0,0 1-1 0 0,-2 0 0 0 0,1 0 0 0 0,0 14 1 0 0,-1 69-4664 0 0,-3-64 6542 0 0,1-30-1163 0 0,0 2 16 0 0,0 1-1 0 0,0 0 1 0 0,1-1 0 0 0,-1 1 0 0 0,1 0 0 0 0,2 5 0 0 0,-3-9-17 0 0,1-1 1 0 0,-1 1-1 0 0,0 0 1 0 0,1 0-1 0 0,-1-1 1 0 0,1 1-1 0 0,0 0 1 0 0,-1-1-1 0 0,1 1 1 0 0,-1 0-1 0 0,1-1 1 0 0,0 1-1 0 0,0-1 1 0 0,-1 1-1 0 0,1-1 0 0 0,0 1 1 0 0,0-1-1 0 0,0 0 1 0 0,-1 1-1 0 0,1-1 1 0 0,0 0-1 0 0,0 0 1 0 0,0 1-1 0 0,0-1 1 0 0,0 0-1 0 0,0 0 1 0 0,-1 0-1 0 0,1 0 1 0 0,0 0-1 0 0,0 0 1 0 0,0-1-1 0 0,0 1 0 0 0,0 0 1 0 0,0 0-1 0 0,-1-1 1 0 0,1 1-1 0 0,0 0 1 0 0,0-1-1 0 0,1 0 1 0 0,15-6 32 0 0,1-2 0 0 0,20-13 0 0 0,22-11 39 0 0,-51 29-18 0 0,-1 0 1 0 0,1 0 0 0 0,0 1 0 0 0,0 1 0 0 0,0 0-1 0 0,0 0 1 0 0,0 0 0 0 0,1 1 0 0 0,-1 1 0 0 0,14 0-1 0 0,-5 0-968 0 0,-8-1 605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6:03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14291 0 16491,'-14291'3076'0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6:04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70 460 0 0,'3'-9'8795'0'0,"4"-3"-3708"0"0,1-3-1280 0 0,-2-2-2175 0 0,-6 16-1638 0 0,0 1 0 0 0,1-1 0 0 0,-1 0 0 0 0,0 0 0 0 0,0 0 0 0 0,0 1-1 0 0,0-1 1 0 0,0 0 0 0 0,0 0 0 0 0,0 0 0 0 0,0 1 0 0 0,-1-1 0 0 0,1 0 0 0 0,0 0 0 0 0,0 0 0 0 0,-1 1 0 0 0,1-1 0 0 0,0 0 0 0 0,-2-1 0 0 0,-3 3 6 0 0,-5 11 0 0 0,5 0-127 0 0,1 0 0 0 0,1 0 0 0 0,0 0 0 0 0,1 0-1 0 0,0 0 1 0 0,0 16 0 0 0,-1-15-2361 0 0,1 0 1 0 0,-7 18-1 0 0,5-19 2208 0 0,1 1-1 0 0,-3 19 1 0 0,5-28 304 0 0,-1 1 1 0 0,1 0-1 0 0,-1 0 1 0 0,0 0-1 0 0,-1-1 1 0 0,-2 6-1 0 0,1-4-28 0 0,1 1 0 0 0,0-1-1 0 0,-4 13 1 0 0,6-17 224 0 0,1-1 1 0 0,0 1 0 0 0,-1-1-1 0 0,1 0 1 0 0,0 1 0 0 0,0-1-1 0 0,0 1 1 0 0,0-1-1 0 0,0 1 1 0 0,1-1 0 0 0,-1 1-1 0 0,0-1 1 0 0,1 1 0 0 0,-1-1-1 0 0,1 0 1 0 0,-1 1-1 0 0,1-1 1 0 0,0 0 0 0 0,-1 1-1 0 0,1-1 1 0 0,0 0-1 0 0,0 0 1 0 0,1 1 0 0 0,0 0 149 0 0,1 0 0 0 0,-1 0 0 0 0,1 0 0 0 0,0-1 1 0 0,0 1-1 0 0,-1-1 0 0 0,1 0 0 0 0,0 0 0 0 0,0 0 0 0 0,4 1 1 0 0,35 4-1608 0 0,-20-3 387 0 0,55 14-2456 0 0,-68-15 2769 0 0,1 1 0 0 0,-1 1-1 0 0,0 0 1 0 0,0 0 0 0 0,16 11-1 0 0,-20-8-781 0 0,-3 8 6823 0 0,-1-8-4658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6:09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17624,'14482'3567'0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6:11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8 219 2304 0 0,'-8'14'17356'0'0,"45"-3"-17356"0"0,97 24 0 0 0,-61-24 0 0 0,-70-11 0 0 0,-1 0 0 0 0,1 0 0 0 0,0 0 0 0 0,-1 0 0 0 0,1 0 0 0 0,0-1 0 0 0,-1 1 0 0 0,1-1 0 0 0,3-1 0 0 0,-6 2 0 0 0,1 0 0 0 0,0 0 0 0 0,0-1 0 0 0,-1 1 0 0 0,1 0 0 0 0,0-1 0 0 0,-1 1 0 0 0,1 0 0 0 0,0-1 0 0 0,-1 1 0 0 0,1-1 0 0 0,-1 1 0 0 0,1-1 0 0 0,-1 1 0 0 0,1-1 0 0 0,-1 0 0 0 0,1 1 0 0 0,-1-1 0 0 0,0 0 0 0 0,1 1 0 0 0,-1-1 0 0 0,0 0 0 0 0,0 1 0 0 0,1-1 0 0 0,-1 0 0 0 0,0 0 0 0 0,0 1 0 0 0,0-1 0 0 0,0 0 0 0 0,0 0 0 0 0,0 1 0 0 0,0-1 0 0 0,0 0 0 0 0,0 0 0 0 0,0 0 0 0 0,-6-16 0 0 0,-1 1 1 0 0,0 1-1 0 0,-9-16 0 0 0,6 13-22 0 0,-11-28 0 0 0,19 39 14 0 0,0 0 0 0 0,0 0 0 0 0,1 1 0 0 0,-1-1 0 0 0,2 0 1 0 0,-1 0-1 0 0,1 0 0 0 0,0-10 0 0 0,1 2 151 0 0,-1 13-476 0 0,0 0 0 0 0,0 0 0 0 0,-1 0 0 0 0,1 0 1 0 0,-1 0-1 0 0,1 0 0 0 0,-1 0 0 0 0,0 0 0 0 0,0 1 0 0 0,1-1 0 0 0,-1 0 0 0 0,0 0 0 0 0,-1 1 0 0 0,1-1 0 0 0,-5-4 3038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8:57.9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9441 1 15800,'-9441'3141'0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8:59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21 1152 0 0,'0'-21'20671'0'0,"-1"26"-19953"0"0,-3 3-3599 0 0,-6 9 2881 0 0,-1 1 0 0 0,-1-1 0 0 0,-19 21 0 0 0,-11 16 0 0 0,39-50 0 0 0,0 0 0 0 0,1 1 0 0 0,-1-1 0 0 0,1 1 0 0 0,0 0 0 0 0,0-1 0 0 0,1 1 0 0 0,0 0 0 0 0,-1 0 0 0 0,1 9 0 0 0,0-12 0 0 0,1 0 0 0 0,1 0 0 0 0,-1 0 0 0 0,0 0 0 0 0,0 0 0 0 0,1 0 0 0 0,0 1 0 0 0,-1-1 0 0 0,1 0 0 0 0,0 0 0 0 0,0-1 0 0 0,0 1 0 0 0,0 0 0 0 0,0 0 0 0 0,0 0 0 0 0,1-1 0 0 0,-1 1 0 0 0,0 0 0 0 0,1-1 0 0 0,0 1 0 0 0,-1-1 0 0 0,1 0 0 0 0,0 1 0 0 0,0-1 0 0 0,-1 0 0 0 0,1 0 0 0 0,3 1 0 0 0,11 3-96 0 0,0 1 0 0 0,0-2 0 0 0,26 4 0 0 0,-22-4-3241 0 0,38 11 0 0 0,21 10 2049 0 0,-74-22 956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9:03.5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16959,'9599'3707'0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9:04.8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12 290 688 0 0,'-11'-4'19370'0'0,"14"-3"-19792"0"0,1 4 424 0 0,-1 0 0 0 0,1 0-1 0 0,-1 1 1 0 0,1-1 0 0 0,0 1-1 0 0,0 0 1 0 0,0 0 0 0 0,0 1 0 0 0,1-1-1 0 0,-1 1 1 0 0,0 0 0 0 0,1 0-1 0 0,6-1 1 0 0,17 0-2 0 0,1 1 0 0 0,-1 1 0 0 0,34 4 0 0 0,85 19 0 0 0,-64-8 0 0 0,-79-14 0 0 0,-1-1 0 0 0,1 0 0 0 0,-1 1 0 0 0,1-1 0 0 0,-1 0 0 0 0,1-1 0 0 0,-1 1 0 0 0,1-1 0 0 0,3 0 0 0 0,-7 0 0 0 0,1 1 0 0 0,0 0 0 0 0,-1 0 0 0 0,1-1 0 0 0,0 1 0 0 0,-1-1 0 0 0,1 1 0 0 0,-1 0 0 0 0,1-1 0 0 0,-1 1 0 0 0,1-1 0 0 0,-1 1 0 0 0,0-1 0 0 0,1 1 0 0 0,-1-1 0 0 0,1 0 0 0 0,-1 1 0 0 0,0-1 0 0 0,0 1 0 0 0,1-2 0 0 0,-1 1 0 0 0,0 0 0 0 0,0-1 0 0 0,0 1 0 0 0,0 0 0 0 0,0 0 0 0 0,0-1 0 0 0,0 1 0 0 0,-1 0 0 0 0,1 0 0 0 0,0-1 0 0 0,-1 1 0 0 0,1 0 0 0 0,-1 0 0 0 0,-1-2 0 0 0,-11-17 0 0 0,-1 0 0 0 0,0 1 0 0 0,-31-29 0 0 0,37 40 0 0 0,-5-6-282 0 0,-46-52 757 0 0,52 56-1784 0 0,0-1 0 0 0,-10-19 1 0 0,12 19-2683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9:1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4451 1 18212,'-4451'3237'0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9:13.1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82 920 0 0,'10'-40'16871'0'0,"-6"31"-15002"0"0,10-24-1869 0 0,-16 52 0 0 0,-8 41-25 0 0,5-35-126 0 0,1 0 1 0 0,1 0 0 0 0,1 0-1 0 0,1 28 1 0 0,2-50 182 0 0,-1 0 1 0 0,0-1-1 0 0,1 1 0 0 0,-1 0 1 0 0,1 0-1 0 0,0-1 0 0 0,0 1 1 0 0,0 0-1 0 0,0-1 0 0 0,0 1 1 0 0,1-1-1 0 0,-1 1 1 0 0,1-1-1 0 0,0 0 0 0 0,-1 1 1 0 0,1-1-1 0 0,4 3 0 0 0,-1-2-12 0 0,-1-1-1 0 0,0 1 1 0 0,1-1-1 0 0,-1 0 1 0 0,1-1-1 0 0,0 1 1 0 0,0-1-1 0 0,-1 0 1 0 0,9 1-1 0 0,16 0-1583 0 0,1-1 1 0 0,0-1-1 0 0,51-8 0 0 0,-75 7 1847 0 0,13 0-763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9:15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17332,'4581'3502'0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9:17.0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9 253 3457 0 0,'-8'0'10546'0'0,"12"1"-9306"0"0,27 6 1189 0 0,38 16-1 0 0,-43-14-2613 0 0,1-1 1 0 0,52 10-1 0 0,-77-18 30 0 0,-1 1 0 0 0,1-1 0 0 0,0 0-1 0 0,0 0 1 0 0,0 0 0 0 0,-1 0 0 0 0,1 0 0 0 0,0-1 0 0 0,0 1 0 0 0,0 0 0 0 0,-1-1 0 0 0,1 1 0 0 0,0-1-1 0 0,-1 0 1 0 0,1 1 0 0 0,0-1 0 0 0,-1 0 0 0 0,1 0 0 0 0,-1 0 0 0 0,1 0 0 0 0,1-3 0 0 0,-1 2 153 0 0,-1 0 0 0 0,0 0 0 0 0,0-1 0 0 0,0 1 0 0 0,0-1 0 0 0,0 1 1 0 0,0 0-1 0 0,-1-1 0 0 0,1 1 0 0 0,-1-1 0 0 0,0 0 0 0 0,0 1 0 0 0,0-1 1 0 0,0-4-1 0 0,-19-123 3929 0 0,9 71-5808 0 0,3-1-3535 0 0,5 43 1432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9:23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0 17204,'0'2805'0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9:25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96 2909 0 0,'-8'-7'12223'0'0,"1"-6"-8422"0"0,7 13-3783 0 0,-1-1 1 0 0,1 1-1 0 0,0-1 0 0 0,-1 1 0 0 0,1-1 0 0 0,0 1 0 0 0,0-1 1 0 0,0 1-1 0 0,-1-1 0 0 0,1 0 0 0 0,0 1 0 0 0,0-1 0 0 0,0 1 1 0 0,0-1-1 0 0,0 0 0 0 0,0 1 0 0 0,0-1 0 0 0,0 1 1 0 0,1-1-1 0 0,-1 0 0 0 0,0 1 0 0 0,0-1 0 0 0,0 1 0 0 0,1-1 1 0 0,-1 1-1 0 0,0-1 0 0 0,0 1 0 0 0,1-1 0 0 0,-1 1 0 0 0,1-1 1 0 0,-1 1-1 0 0,0-1 0 0 0,1 1 0 0 0,-1-1 0 0 0,1 1 1 0 0,-1 0-1 0 0,1-1 0 0 0,-1 1 0 0 0,2 0 0 0 0,-2-1-15 0 0,1 1 0 0 0,0 0 0 0 0,0 0 0 0 0,0 0 0 0 0,0 0 0 0 0,0 1 0 0 0,0-1 0 0 0,0 0 0 0 0,0 0 0 0 0,0 1 0 0 0,0-1-1 0 0,0 0 1 0 0,0 1 0 0 0,0-1 0 0 0,0 1 0 0 0,-1-1 0 0 0,1 1 0 0 0,0 0 0 0 0,0-1 0 0 0,-1 1 0 0 0,1 0 0 0 0,1 1 0 0 0,15 20-575 0 0,-12-16-420 0 0,5 9-639 0 0,-1 1 0 0 0,9 19 0 0 0,-11-21 1661 0 0,0-1 0 0 0,1 1 0 0 0,16 20 0 0 0,-23-33-26 0 0,0 0 1 0 0,0-1-1 0 0,0 1 0 0 0,0 0 1 0 0,0 0-1 0 0,0 0 0 0 0,0-1 1 0 0,0 1-1 0 0,0 0 0 0 0,0-1 1 0 0,1 1-1 0 0,-1-1 0 0 0,0 1 1 0 0,1-1-1 0 0,-1 0 0 0 0,0 0 1 0 0,1 1-1 0 0,-1-1 0 0 0,0 0 1 0 0,1 0-1 0 0,-1 0 0 0 0,0-1 1 0 0,1 1-1 0 0,-1 0 0 0 0,0 0 1 0 0,0-1-1 0 0,1 1 0 0 0,-1-1 1 0 0,0 1-1 0 0,0-1 1 0 0,1 1-1 0 0,-1-1 0 0 0,0 0 1 0 0,0 0-1 0 0,2-1 0 0 0,4-3 17 0 0,0-2 0 0 0,0 1 0 0 0,-1-1-1 0 0,7-7 1 0 0,-7 6 10 0 0,122-144 63 0 0,-99 126-416 0 0,-15 16-2854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4:39:27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18786,'182'3380'0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04:39:28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94 2993 0 0,'0'-9'9282'0'0,"4"11"-8232"0"0,-1 1 1 0 0,0 0-1 0 0,1 0 1 0 0,-1 1-1 0 0,4 5 1 0 0,2 4-217 0 0,10 23 0 0 0,-14-26-918 0 0,0 0 1 0 0,0-1-1 0 0,1 0 0 0 0,0 0 1 0 0,1 0-1 0 0,8 8 0 0 0,-13-15 84 0 0,0 0 0 0 0,1 0 0 0 0,-1 0 0 0 0,0-1 0 0 0,1 1 0 0 0,-1-1 0 0 0,1 0 0 0 0,-1 1 0 0 0,1-1 0 0 0,0-1 0 0 0,-1 1 0 0 0,1 0 0 0 0,0 0 0 0 0,0-1 0 0 0,0 0 0 0 0,-1 0 0 0 0,1 0 0 0 0,5 0 0 0 0,-4-1 0 0 0,-1 1 0 0 0,0-1 0 0 0,0-1 0 0 0,0 1 0 0 0,0 0 0 0 0,-1 0 0 0 0,1-1 0 0 0,0 0 0 0 0,-1 0 0 0 0,1 0 0 0 0,-1 0 0 0 0,1 0 0 0 0,-1 0 0 0 0,0 0 0 0 0,0-1 0 0 0,3-4 0 0 0,2-2 2 0 0,-2-1-1 0 0,1 0 0 0 0,-2 0 1 0 0,1-1-1 0 0,4-17 0 0 0,8-55-71 0 0,-8 35-196 0 0,-7 41-78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22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2" Type="http://schemas.openxmlformats.org/officeDocument/2006/relationships/customXml" Target="../ink/ink17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1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30.xml"/><Relationship Id="rId10" Type="http://schemas.openxmlformats.org/officeDocument/2006/relationships/customXml" Target="../ink/ink21.xml"/><Relationship Id="rId19" Type="http://schemas.openxmlformats.org/officeDocument/2006/relationships/image" Target="../media/image25.png"/><Relationship Id="rId31" Type="http://schemas.openxmlformats.org/officeDocument/2006/relationships/image" Target="../media/image31.png"/><Relationship Id="rId4" Type="http://schemas.openxmlformats.org/officeDocument/2006/relationships/customXml" Target="../ink/ink18.xml"/><Relationship Id="rId9" Type="http://schemas.openxmlformats.org/officeDocument/2006/relationships/image" Target="../media/image20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29.png"/><Relationship Id="rId30" Type="http://schemas.openxmlformats.org/officeDocument/2006/relationships/customXml" Target="../ink/ink31.xml"/><Relationship Id="rId8" Type="http://schemas.openxmlformats.org/officeDocument/2006/relationships/customXml" Target="../ink/ink20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.xml"/><Relationship Id="rId117" Type="http://schemas.openxmlformats.org/officeDocument/2006/relationships/image" Target="../media/image90.png"/><Relationship Id="rId21" Type="http://schemas.openxmlformats.org/officeDocument/2006/relationships/image" Target="../media/image42.png"/><Relationship Id="rId42" Type="http://schemas.openxmlformats.org/officeDocument/2006/relationships/customXml" Target="../ink/ink53.xml"/><Relationship Id="rId47" Type="http://schemas.openxmlformats.org/officeDocument/2006/relationships/image" Target="../media/image55.png"/><Relationship Id="rId63" Type="http://schemas.openxmlformats.org/officeDocument/2006/relationships/image" Target="../media/image63.png"/><Relationship Id="rId68" Type="http://schemas.openxmlformats.org/officeDocument/2006/relationships/customXml" Target="../ink/ink66.xml"/><Relationship Id="rId84" Type="http://schemas.openxmlformats.org/officeDocument/2006/relationships/customXml" Target="../ink/ink74.xml"/><Relationship Id="rId89" Type="http://schemas.openxmlformats.org/officeDocument/2006/relationships/image" Target="../media/image76.png"/><Relationship Id="rId112" Type="http://schemas.openxmlformats.org/officeDocument/2006/relationships/customXml" Target="../ink/ink88.xml"/><Relationship Id="rId16" Type="http://schemas.openxmlformats.org/officeDocument/2006/relationships/customXml" Target="../ink/ink40.xml"/><Relationship Id="rId107" Type="http://schemas.openxmlformats.org/officeDocument/2006/relationships/image" Target="../media/image85.png"/><Relationship Id="rId11" Type="http://schemas.openxmlformats.org/officeDocument/2006/relationships/image" Target="../media/image37.png"/><Relationship Id="rId32" Type="http://schemas.openxmlformats.org/officeDocument/2006/relationships/customXml" Target="../ink/ink48.xml"/><Relationship Id="rId37" Type="http://schemas.openxmlformats.org/officeDocument/2006/relationships/image" Target="../media/image50.png"/><Relationship Id="rId53" Type="http://schemas.openxmlformats.org/officeDocument/2006/relationships/image" Target="../media/image58.png"/><Relationship Id="rId58" Type="http://schemas.openxmlformats.org/officeDocument/2006/relationships/customXml" Target="../ink/ink61.xml"/><Relationship Id="rId74" Type="http://schemas.openxmlformats.org/officeDocument/2006/relationships/customXml" Target="../ink/ink69.xml"/><Relationship Id="rId79" Type="http://schemas.openxmlformats.org/officeDocument/2006/relationships/image" Target="../media/image71.png"/><Relationship Id="rId102" Type="http://schemas.openxmlformats.org/officeDocument/2006/relationships/customXml" Target="../ink/ink83.xml"/><Relationship Id="rId123" Type="http://schemas.openxmlformats.org/officeDocument/2006/relationships/image" Target="../media/image93.png"/><Relationship Id="rId5" Type="http://schemas.openxmlformats.org/officeDocument/2006/relationships/image" Target="../media/image34.png"/><Relationship Id="rId90" Type="http://schemas.openxmlformats.org/officeDocument/2006/relationships/customXml" Target="../ink/ink77.xml"/><Relationship Id="rId95" Type="http://schemas.openxmlformats.org/officeDocument/2006/relationships/image" Target="../media/image79.png"/><Relationship Id="rId22" Type="http://schemas.openxmlformats.org/officeDocument/2006/relationships/customXml" Target="../ink/ink43.xml"/><Relationship Id="rId27" Type="http://schemas.openxmlformats.org/officeDocument/2006/relationships/image" Target="../media/image45.png"/><Relationship Id="rId43" Type="http://schemas.openxmlformats.org/officeDocument/2006/relationships/image" Target="../media/image53.png"/><Relationship Id="rId48" Type="http://schemas.openxmlformats.org/officeDocument/2006/relationships/customXml" Target="../ink/ink56.xml"/><Relationship Id="rId64" Type="http://schemas.openxmlformats.org/officeDocument/2006/relationships/customXml" Target="../ink/ink64.xml"/><Relationship Id="rId69" Type="http://schemas.openxmlformats.org/officeDocument/2006/relationships/image" Target="../media/image66.png"/><Relationship Id="rId113" Type="http://schemas.openxmlformats.org/officeDocument/2006/relationships/image" Target="../media/image88.png"/><Relationship Id="rId118" Type="http://schemas.openxmlformats.org/officeDocument/2006/relationships/customXml" Target="../ink/ink91.xml"/><Relationship Id="rId80" Type="http://schemas.openxmlformats.org/officeDocument/2006/relationships/customXml" Target="../ink/ink72.xml"/><Relationship Id="rId85" Type="http://schemas.openxmlformats.org/officeDocument/2006/relationships/image" Target="../media/image74.png"/><Relationship Id="rId12" Type="http://schemas.openxmlformats.org/officeDocument/2006/relationships/customXml" Target="../ink/ink38.xml"/><Relationship Id="rId17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customXml" Target="../ink/ink51.xml"/><Relationship Id="rId59" Type="http://schemas.openxmlformats.org/officeDocument/2006/relationships/image" Target="../media/image61.png"/><Relationship Id="rId103" Type="http://schemas.openxmlformats.org/officeDocument/2006/relationships/image" Target="../media/image83.png"/><Relationship Id="rId108" Type="http://schemas.openxmlformats.org/officeDocument/2006/relationships/customXml" Target="../ink/ink86.xml"/><Relationship Id="rId54" Type="http://schemas.openxmlformats.org/officeDocument/2006/relationships/customXml" Target="../ink/ink59.xml"/><Relationship Id="rId70" Type="http://schemas.openxmlformats.org/officeDocument/2006/relationships/customXml" Target="../ink/ink67.xml"/><Relationship Id="rId75" Type="http://schemas.openxmlformats.org/officeDocument/2006/relationships/image" Target="../media/image69.png"/><Relationship Id="rId91" Type="http://schemas.openxmlformats.org/officeDocument/2006/relationships/image" Target="../media/image77.png"/><Relationship Id="rId96" Type="http://schemas.openxmlformats.org/officeDocument/2006/relationships/customXml" Target="../ink/ink8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23" Type="http://schemas.openxmlformats.org/officeDocument/2006/relationships/image" Target="../media/image43.png"/><Relationship Id="rId28" Type="http://schemas.openxmlformats.org/officeDocument/2006/relationships/customXml" Target="../ink/ink46.xml"/><Relationship Id="rId49" Type="http://schemas.openxmlformats.org/officeDocument/2006/relationships/image" Target="../media/image56.png"/><Relationship Id="rId114" Type="http://schemas.openxmlformats.org/officeDocument/2006/relationships/customXml" Target="../ink/ink89.xml"/><Relationship Id="rId119" Type="http://schemas.openxmlformats.org/officeDocument/2006/relationships/image" Target="../media/image91.png"/><Relationship Id="rId44" Type="http://schemas.openxmlformats.org/officeDocument/2006/relationships/customXml" Target="../ink/ink54.xml"/><Relationship Id="rId60" Type="http://schemas.openxmlformats.org/officeDocument/2006/relationships/customXml" Target="../ink/ink62.xml"/><Relationship Id="rId65" Type="http://schemas.openxmlformats.org/officeDocument/2006/relationships/image" Target="../media/image64.png"/><Relationship Id="rId81" Type="http://schemas.openxmlformats.org/officeDocument/2006/relationships/image" Target="../media/image72.png"/><Relationship Id="rId86" Type="http://schemas.openxmlformats.org/officeDocument/2006/relationships/customXml" Target="../ink/ink75.xml"/><Relationship Id="rId4" Type="http://schemas.openxmlformats.org/officeDocument/2006/relationships/customXml" Target="../ink/ink34.xml"/><Relationship Id="rId9" Type="http://schemas.openxmlformats.org/officeDocument/2006/relationships/image" Target="../media/image36.png"/><Relationship Id="rId13" Type="http://schemas.openxmlformats.org/officeDocument/2006/relationships/image" Target="../media/image38.png"/><Relationship Id="rId18" Type="http://schemas.openxmlformats.org/officeDocument/2006/relationships/customXml" Target="../ink/ink41.xml"/><Relationship Id="rId39" Type="http://schemas.openxmlformats.org/officeDocument/2006/relationships/image" Target="../media/image51.png"/><Relationship Id="rId109" Type="http://schemas.openxmlformats.org/officeDocument/2006/relationships/image" Target="../media/image86.png"/><Relationship Id="rId34" Type="http://schemas.openxmlformats.org/officeDocument/2006/relationships/customXml" Target="../ink/ink49.xml"/><Relationship Id="rId50" Type="http://schemas.openxmlformats.org/officeDocument/2006/relationships/customXml" Target="../ink/ink57.xml"/><Relationship Id="rId55" Type="http://schemas.openxmlformats.org/officeDocument/2006/relationships/image" Target="../media/image59.png"/><Relationship Id="rId76" Type="http://schemas.openxmlformats.org/officeDocument/2006/relationships/customXml" Target="../ink/ink70.xml"/><Relationship Id="rId97" Type="http://schemas.openxmlformats.org/officeDocument/2006/relationships/image" Target="../media/image80.png"/><Relationship Id="rId104" Type="http://schemas.openxmlformats.org/officeDocument/2006/relationships/customXml" Target="../ink/ink84.xml"/><Relationship Id="rId120" Type="http://schemas.openxmlformats.org/officeDocument/2006/relationships/customXml" Target="../ink/ink92.xml"/><Relationship Id="rId7" Type="http://schemas.openxmlformats.org/officeDocument/2006/relationships/image" Target="../media/image35.png"/><Relationship Id="rId71" Type="http://schemas.openxmlformats.org/officeDocument/2006/relationships/image" Target="../media/image67.png"/><Relationship Id="rId92" Type="http://schemas.openxmlformats.org/officeDocument/2006/relationships/customXml" Target="../ink/ink78.xml"/><Relationship Id="rId2" Type="http://schemas.openxmlformats.org/officeDocument/2006/relationships/customXml" Target="../ink/ink33.xml"/><Relationship Id="rId29" Type="http://schemas.openxmlformats.org/officeDocument/2006/relationships/image" Target="../media/image46.png"/><Relationship Id="rId24" Type="http://schemas.openxmlformats.org/officeDocument/2006/relationships/customXml" Target="../ink/ink44.xml"/><Relationship Id="rId40" Type="http://schemas.openxmlformats.org/officeDocument/2006/relationships/customXml" Target="../ink/ink52.xml"/><Relationship Id="rId45" Type="http://schemas.openxmlformats.org/officeDocument/2006/relationships/image" Target="../media/image54.png"/><Relationship Id="rId66" Type="http://schemas.openxmlformats.org/officeDocument/2006/relationships/customXml" Target="../ink/ink65.xml"/><Relationship Id="rId87" Type="http://schemas.openxmlformats.org/officeDocument/2006/relationships/image" Target="../media/image75.png"/><Relationship Id="rId110" Type="http://schemas.openxmlformats.org/officeDocument/2006/relationships/customXml" Target="../ink/ink87.xml"/><Relationship Id="rId115" Type="http://schemas.openxmlformats.org/officeDocument/2006/relationships/image" Target="../media/image89.png"/><Relationship Id="rId61" Type="http://schemas.openxmlformats.org/officeDocument/2006/relationships/image" Target="../media/image62.png"/><Relationship Id="rId82" Type="http://schemas.openxmlformats.org/officeDocument/2006/relationships/customXml" Target="../ink/ink73.xml"/><Relationship Id="rId19" Type="http://schemas.openxmlformats.org/officeDocument/2006/relationships/image" Target="../media/image41.png"/><Relationship Id="rId14" Type="http://schemas.openxmlformats.org/officeDocument/2006/relationships/customXml" Target="../ink/ink39.xml"/><Relationship Id="rId30" Type="http://schemas.openxmlformats.org/officeDocument/2006/relationships/customXml" Target="../ink/ink47.xml"/><Relationship Id="rId35" Type="http://schemas.openxmlformats.org/officeDocument/2006/relationships/image" Target="../media/image49.png"/><Relationship Id="rId56" Type="http://schemas.openxmlformats.org/officeDocument/2006/relationships/customXml" Target="../ink/ink60.xml"/><Relationship Id="rId77" Type="http://schemas.openxmlformats.org/officeDocument/2006/relationships/image" Target="../media/image70.png"/><Relationship Id="rId100" Type="http://schemas.openxmlformats.org/officeDocument/2006/relationships/customXml" Target="../ink/ink82.xml"/><Relationship Id="rId105" Type="http://schemas.openxmlformats.org/officeDocument/2006/relationships/image" Target="../media/image84.png"/><Relationship Id="rId8" Type="http://schemas.openxmlformats.org/officeDocument/2006/relationships/customXml" Target="../ink/ink36.xml"/><Relationship Id="rId51" Type="http://schemas.openxmlformats.org/officeDocument/2006/relationships/image" Target="../media/image57.png"/><Relationship Id="rId72" Type="http://schemas.openxmlformats.org/officeDocument/2006/relationships/customXml" Target="../ink/ink68.xml"/><Relationship Id="rId93" Type="http://schemas.openxmlformats.org/officeDocument/2006/relationships/image" Target="../media/image78.png"/><Relationship Id="rId98" Type="http://schemas.openxmlformats.org/officeDocument/2006/relationships/customXml" Target="../ink/ink81.xml"/><Relationship Id="rId121" Type="http://schemas.openxmlformats.org/officeDocument/2006/relationships/image" Target="../media/image92.png"/><Relationship Id="rId3" Type="http://schemas.openxmlformats.org/officeDocument/2006/relationships/image" Target="../media/image33.png"/><Relationship Id="rId25" Type="http://schemas.openxmlformats.org/officeDocument/2006/relationships/image" Target="../media/image44.png"/><Relationship Id="rId46" Type="http://schemas.openxmlformats.org/officeDocument/2006/relationships/customXml" Target="../ink/ink55.xml"/><Relationship Id="rId67" Type="http://schemas.openxmlformats.org/officeDocument/2006/relationships/image" Target="../media/image65.png"/><Relationship Id="rId116" Type="http://schemas.openxmlformats.org/officeDocument/2006/relationships/customXml" Target="../ink/ink90.xml"/><Relationship Id="rId20" Type="http://schemas.openxmlformats.org/officeDocument/2006/relationships/customXml" Target="../ink/ink42.xml"/><Relationship Id="rId41" Type="http://schemas.openxmlformats.org/officeDocument/2006/relationships/image" Target="../media/image52.png"/><Relationship Id="rId62" Type="http://schemas.openxmlformats.org/officeDocument/2006/relationships/customXml" Target="../ink/ink63.xml"/><Relationship Id="rId83" Type="http://schemas.openxmlformats.org/officeDocument/2006/relationships/image" Target="../media/image73.png"/><Relationship Id="rId88" Type="http://schemas.openxmlformats.org/officeDocument/2006/relationships/customXml" Target="../ink/ink76.xml"/><Relationship Id="rId111" Type="http://schemas.openxmlformats.org/officeDocument/2006/relationships/image" Target="../media/image87.png"/><Relationship Id="rId15" Type="http://schemas.openxmlformats.org/officeDocument/2006/relationships/image" Target="../media/image39.png"/><Relationship Id="rId36" Type="http://schemas.openxmlformats.org/officeDocument/2006/relationships/customXml" Target="../ink/ink50.xml"/><Relationship Id="rId57" Type="http://schemas.openxmlformats.org/officeDocument/2006/relationships/image" Target="../media/image60.png"/><Relationship Id="rId106" Type="http://schemas.openxmlformats.org/officeDocument/2006/relationships/customXml" Target="../ink/ink85.xml"/><Relationship Id="rId10" Type="http://schemas.openxmlformats.org/officeDocument/2006/relationships/customXml" Target="../ink/ink37.xml"/><Relationship Id="rId31" Type="http://schemas.openxmlformats.org/officeDocument/2006/relationships/image" Target="../media/image47.png"/><Relationship Id="rId52" Type="http://schemas.openxmlformats.org/officeDocument/2006/relationships/customXml" Target="../ink/ink58.xml"/><Relationship Id="rId73" Type="http://schemas.openxmlformats.org/officeDocument/2006/relationships/image" Target="../media/image68.png"/><Relationship Id="rId78" Type="http://schemas.openxmlformats.org/officeDocument/2006/relationships/customXml" Target="../ink/ink71.xml"/><Relationship Id="rId94" Type="http://schemas.openxmlformats.org/officeDocument/2006/relationships/customXml" Target="../ink/ink79.xml"/><Relationship Id="rId99" Type="http://schemas.openxmlformats.org/officeDocument/2006/relationships/image" Target="../media/image81.png"/><Relationship Id="rId101" Type="http://schemas.openxmlformats.org/officeDocument/2006/relationships/image" Target="../media/image82.png"/><Relationship Id="rId122" Type="http://schemas.openxmlformats.org/officeDocument/2006/relationships/customXml" Target="../ink/ink9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6.xml"/><Relationship Id="rId117" Type="http://schemas.openxmlformats.org/officeDocument/2006/relationships/image" Target="../media/image151.png"/><Relationship Id="rId21" Type="http://schemas.openxmlformats.org/officeDocument/2006/relationships/image" Target="../media/image103.png"/><Relationship Id="rId42" Type="http://schemas.openxmlformats.org/officeDocument/2006/relationships/customXml" Target="../ink/ink114.xml"/><Relationship Id="rId47" Type="http://schemas.openxmlformats.org/officeDocument/2006/relationships/image" Target="../media/image116.png"/><Relationship Id="rId63" Type="http://schemas.openxmlformats.org/officeDocument/2006/relationships/image" Target="../media/image124.png"/><Relationship Id="rId68" Type="http://schemas.openxmlformats.org/officeDocument/2006/relationships/customXml" Target="../ink/ink127.xml"/><Relationship Id="rId84" Type="http://schemas.openxmlformats.org/officeDocument/2006/relationships/customXml" Target="../ink/ink135.xml"/><Relationship Id="rId89" Type="http://schemas.openxmlformats.org/officeDocument/2006/relationships/image" Target="../media/image137.png"/><Relationship Id="rId112" Type="http://schemas.openxmlformats.org/officeDocument/2006/relationships/customXml" Target="../ink/ink149.xml"/><Relationship Id="rId16" Type="http://schemas.openxmlformats.org/officeDocument/2006/relationships/customXml" Target="../ink/ink101.xml"/><Relationship Id="rId107" Type="http://schemas.openxmlformats.org/officeDocument/2006/relationships/image" Target="../media/image146.png"/><Relationship Id="rId11" Type="http://schemas.openxmlformats.org/officeDocument/2006/relationships/image" Target="../media/image98.png"/><Relationship Id="rId32" Type="http://schemas.openxmlformats.org/officeDocument/2006/relationships/customXml" Target="../ink/ink109.xml"/><Relationship Id="rId37" Type="http://schemas.openxmlformats.org/officeDocument/2006/relationships/image" Target="../media/image111.png"/><Relationship Id="rId53" Type="http://schemas.openxmlformats.org/officeDocument/2006/relationships/image" Target="../media/image119.png"/><Relationship Id="rId58" Type="http://schemas.openxmlformats.org/officeDocument/2006/relationships/customXml" Target="../ink/ink122.xml"/><Relationship Id="rId74" Type="http://schemas.openxmlformats.org/officeDocument/2006/relationships/customXml" Target="../ink/ink130.xml"/><Relationship Id="rId79" Type="http://schemas.openxmlformats.org/officeDocument/2006/relationships/image" Target="../media/image132.png"/><Relationship Id="rId102" Type="http://schemas.openxmlformats.org/officeDocument/2006/relationships/customXml" Target="../ink/ink144.xml"/><Relationship Id="rId5" Type="http://schemas.openxmlformats.org/officeDocument/2006/relationships/image" Target="../media/image95.png"/><Relationship Id="rId90" Type="http://schemas.openxmlformats.org/officeDocument/2006/relationships/customXml" Target="../ink/ink138.xml"/><Relationship Id="rId95" Type="http://schemas.openxmlformats.org/officeDocument/2006/relationships/image" Target="../media/image140.png"/><Relationship Id="rId22" Type="http://schemas.openxmlformats.org/officeDocument/2006/relationships/customXml" Target="../ink/ink104.xml"/><Relationship Id="rId27" Type="http://schemas.openxmlformats.org/officeDocument/2006/relationships/image" Target="../media/image106.png"/><Relationship Id="rId43" Type="http://schemas.openxmlformats.org/officeDocument/2006/relationships/image" Target="../media/image114.png"/><Relationship Id="rId48" Type="http://schemas.openxmlformats.org/officeDocument/2006/relationships/customXml" Target="../ink/ink117.xml"/><Relationship Id="rId64" Type="http://schemas.openxmlformats.org/officeDocument/2006/relationships/customXml" Target="../ink/ink125.xml"/><Relationship Id="rId69" Type="http://schemas.openxmlformats.org/officeDocument/2006/relationships/image" Target="../media/image127.png"/><Relationship Id="rId113" Type="http://schemas.openxmlformats.org/officeDocument/2006/relationships/image" Target="../media/image149.png"/><Relationship Id="rId118" Type="http://schemas.openxmlformats.org/officeDocument/2006/relationships/customXml" Target="../ink/ink152.xml"/><Relationship Id="rId80" Type="http://schemas.openxmlformats.org/officeDocument/2006/relationships/customXml" Target="../ink/ink133.xml"/><Relationship Id="rId85" Type="http://schemas.openxmlformats.org/officeDocument/2006/relationships/image" Target="../media/image135.png"/><Relationship Id="rId12" Type="http://schemas.openxmlformats.org/officeDocument/2006/relationships/customXml" Target="../ink/ink99.xml"/><Relationship Id="rId17" Type="http://schemas.openxmlformats.org/officeDocument/2006/relationships/image" Target="../media/image101.png"/><Relationship Id="rId33" Type="http://schemas.openxmlformats.org/officeDocument/2006/relationships/image" Target="../media/image109.png"/><Relationship Id="rId38" Type="http://schemas.openxmlformats.org/officeDocument/2006/relationships/customXml" Target="../ink/ink112.xml"/><Relationship Id="rId59" Type="http://schemas.openxmlformats.org/officeDocument/2006/relationships/image" Target="../media/image122.png"/><Relationship Id="rId103" Type="http://schemas.openxmlformats.org/officeDocument/2006/relationships/image" Target="../media/image144.png"/><Relationship Id="rId108" Type="http://schemas.openxmlformats.org/officeDocument/2006/relationships/customXml" Target="../ink/ink147.xml"/><Relationship Id="rId54" Type="http://schemas.openxmlformats.org/officeDocument/2006/relationships/customXml" Target="../ink/ink120.xml"/><Relationship Id="rId70" Type="http://schemas.openxmlformats.org/officeDocument/2006/relationships/customXml" Target="../ink/ink128.xml"/><Relationship Id="rId75" Type="http://schemas.openxmlformats.org/officeDocument/2006/relationships/image" Target="../media/image130.png"/><Relationship Id="rId91" Type="http://schemas.openxmlformats.org/officeDocument/2006/relationships/image" Target="../media/image138.png"/><Relationship Id="rId96" Type="http://schemas.openxmlformats.org/officeDocument/2006/relationships/customXml" Target="../ink/ink1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.xml"/><Relationship Id="rId23" Type="http://schemas.openxmlformats.org/officeDocument/2006/relationships/image" Target="../media/image104.png"/><Relationship Id="rId28" Type="http://schemas.openxmlformats.org/officeDocument/2006/relationships/customXml" Target="../ink/ink107.xml"/><Relationship Id="rId49" Type="http://schemas.openxmlformats.org/officeDocument/2006/relationships/image" Target="../media/image117.png"/><Relationship Id="rId114" Type="http://schemas.openxmlformats.org/officeDocument/2006/relationships/customXml" Target="../ink/ink150.xml"/><Relationship Id="rId119" Type="http://schemas.openxmlformats.org/officeDocument/2006/relationships/image" Target="../media/image152.png"/><Relationship Id="rId44" Type="http://schemas.openxmlformats.org/officeDocument/2006/relationships/customXml" Target="../ink/ink115.xml"/><Relationship Id="rId60" Type="http://schemas.openxmlformats.org/officeDocument/2006/relationships/customXml" Target="../ink/ink123.xml"/><Relationship Id="rId65" Type="http://schemas.openxmlformats.org/officeDocument/2006/relationships/image" Target="../media/image125.png"/><Relationship Id="rId81" Type="http://schemas.openxmlformats.org/officeDocument/2006/relationships/image" Target="../media/image133.png"/><Relationship Id="rId86" Type="http://schemas.openxmlformats.org/officeDocument/2006/relationships/customXml" Target="../ink/ink136.xml"/><Relationship Id="rId4" Type="http://schemas.openxmlformats.org/officeDocument/2006/relationships/customXml" Target="../ink/ink95.xml"/><Relationship Id="rId9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customXml" Target="../ink/ink102.xml"/><Relationship Id="rId39" Type="http://schemas.openxmlformats.org/officeDocument/2006/relationships/image" Target="../media/image112.png"/><Relationship Id="rId109" Type="http://schemas.openxmlformats.org/officeDocument/2006/relationships/image" Target="../media/image147.png"/><Relationship Id="rId34" Type="http://schemas.openxmlformats.org/officeDocument/2006/relationships/customXml" Target="../ink/ink110.xml"/><Relationship Id="rId50" Type="http://schemas.openxmlformats.org/officeDocument/2006/relationships/customXml" Target="../ink/ink118.xml"/><Relationship Id="rId55" Type="http://schemas.openxmlformats.org/officeDocument/2006/relationships/image" Target="../media/image120.png"/><Relationship Id="rId76" Type="http://schemas.openxmlformats.org/officeDocument/2006/relationships/customXml" Target="../ink/ink131.xml"/><Relationship Id="rId97" Type="http://schemas.openxmlformats.org/officeDocument/2006/relationships/image" Target="../media/image141.png"/><Relationship Id="rId104" Type="http://schemas.openxmlformats.org/officeDocument/2006/relationships/customXml" Target="../ink/ink145.xml"/><Relationship Id="rId120" Type="http://schemas.openxmlformats.org/officeDocument/2006/relationships/customXml" Target="../ink/ink153.xml"/><Relationship Id="rId7" Type="http://schemas.openxmlformats.org/officeDocument/2006/relationships/image" Target="../media/image96.png"/><Relationship Id="rId71" Type="http://schemas.openxmlformats.org/officeDocument/2006/relationships/image" Target="../media/image128.png"/><Relationship Id="rId92" Type="http://schemas.openxmlformats.org/officeDocument/2006/relationships/customXml" Target="../ink/ink139.xml"/><Relationship Id="rId2" Type="http://schemas.openxmlformats.org/officeDocument/2006/relationships/customXml" Target="../ink/ink94.xml"/><Relationship Id="rId29" Type="http://schemas.openxmlformats.org/officeDocument/2006/relationships/image" Target="../media/image107.png"/><Relationship Id="rId24" Type="http://schemas.openxmlformats.org/officeDocument/2006/relationships/customXml" Target="../ink/ink105.xml"/><Relationship Id="rId40" Type="http://schemas.openxmlformats.org/officeDocument/2006/relationships/customXml" Target="../ink/ink113.xml"/><Relationship Id="rId45" Type="http://schemas.openxmlformats.org/officeDocument/2006/relationships/image" Target="../media/image115.png"/><Relationship Id="rId66" Type="http://schemas.openxmlformats.org/officeDocument/2006/relationships/customXml" Target="../ink/ink126.xml"/><Relationship Id="rId87" Type="http://schemas.openxmlformats.org/officeDocument/2006/relationships/image" Target="../media/image136.png"/><Relationship Id="rId110" Type="http://schemas.openxmlformats.org/officeDocument/2006/relationships/customXml" Target="../ink/ink148.xml"/><Relationship Id="rId115" Type="http://schemas.openxmlformats.org/officeDocument/2006/relationships/image" Target="../media/image150.png"/><Relationship Id="rId61" Type="http://schemas.openxmlformats.org/officeDocument/2006/relationships/image" Target="../media/image123.png"/><Relationship Id="rId82" Type="http://schemas.openxmlformats.org/officeDocument/2006/relationships/customXml" Target="../ink/ink134.xml"/><Relationship Id="rId19" Type="http://schemas.openxmlformats.org/officeDocument/2006/relationships/image" Target="../media/image102.png"/><Relationship Id="rId14" Type="http://schemas.openxmlformats.org/officeDocument/2006/relationships/customXml" Target="../ink/ink100.xml"/><Relationship Id="rId30" Type="http://schemas.openxmlformats.org/officeDocument/2006/relationships/customXml" Target="../ink/ink108.xml"/><Relationship Id="rId35" Type="http://schemas.openxmlformats.org/officeDocument/2006/relationships/image" Target="../media/image110.png"/><Relationship Id="rId56" Type="http://schemas.openxmlformats.org/officeDocument/2006/relationships/customXml" Target="../ink/ink121.xml"/><Relationship Id="rId77" Type="http://schemas.openxmlformats.org/officeDocument/2006/relationships/image" Target="../media/image131.png"/><Relationship Id="rId100" Type="http://schemas.openxmlformats.org/officeDocument/2006/relationships/customXml" Target="../ink/ink143.xml"/><Relationship Id="rId105" Type="http://schemas.openxmlformats.org/officeDocument/2006/relationships/image" Target="../media/image145.png"/><Relationship Id="rId8" Type="http://schemas.openxmlformats.org/officeDocument/2006/relationships/customXml" Target="../ink/ink97.xml"/><Relationship Id="rId51" Type="http://schemas.openxmlformats.org/officeDocument/2006/relationships/image" Target="../media/image118.png"/><Relationship Id="rId72" Type="http://schemas.openxmlformats.org/officeDocument/2006/relationships/customXml" Target="../ink/ink129.xml"/><Relationship Id="rId93" Type="http://schemas.openxmlformats.org/officeDocument/2006/relationships/image" Target="../media/image139.png"/><Relationship Id="rId98" Type="http://schemas.openxmlformats.org/officeDocument/2006/relationships/customXml" Target="../ink/ink142.xml"/><Relationship Id="rId121" Type="http://schemas.openxmlformats.org/officeDocument/2006/relationships/image" Target="../media/image153.png"/><Relationship Id="rId3" Type="http://schemas.openxmlformats.org/officeDocument/2006/relationships/image" Target="../media/image94.png"/><Relationship Id="rId25" Type="http://schemas.openxmlformats.org/officeDocument/2006/relationships/image" Target="../media/image105.png"/><Relationship Id="rId46" Type="http://schemas.openxmlformats.org/officeDocument/2006/relationships/customXml" Target="../ink/ink116.xml"/><Relationship Id="rId67" Type="http://schemas.openxmlformats.org/officeDocument/2006/relationships/image" Target="../media/image126.png"/><Relationship Id="rId116" Type="http://schemas.openxmlformats.org/officeDocument/2006/relationships/customXml" Target="../ink/ink151.xml"/><Relationship Id="rId20" Type="http://schemas.openxmlformats.org/officeDocument/2006/relationships/customXml" Target="../ink/ink103.xml"/><Relationship Id="rId41" Type="http://schemas.openxmlformats.org/officeDocument/2006/relationships/image" Target="../media/image113.png"/><Relationship Id="rId62" Type="http://schemas.openxmlformats.org/officeDocument/2006/relationships/customXml" Target="../ink/ink124.xml"/><Relationship Id="rId83" Type="http://schemas.openxmlformats.org/officeDocument/2006/relationships/image" Target="../media/image134.png"/><Relationship Id="rId88" Type="http://schemas.openxmlformats.org/officeDocument/2006/relationships/customXml" Target="../ink/ink137.xml"/><Relationship Id="rId111" Type="http://schemas.openxmlformats.org/officeDocument/2006/relationships/image" Target="../media/image148.png"/><Relationship Id="rId15" Type="http://schemas.openxmlformats.org/officeDocument/2006/relationships/image" Target="../media/image100.png"/><Relationship Id="rId36" Type="http://schemas.openxmlformats.org/officeDocument/2006/relationships/customXml" Target="../ink/ink111.xml"/><Relationship Id="rId57" Type="http://schemas.openxmlformats.org/officeDocument/2006/relationships/image" Target="../media/image121.png"/><Relationship Id="rId106" Type="http://schemas.openxmlformats.org/officeDocument/2006/relationships/customXml" Target="../ink/ink146.xml"/><Relationship Id="rId10" Type="http://schemas.openxmlformats.org/officeDocument/2006/relationships/customXml" Target="../ink/ink98.xml"/><Relationship Id="rId31" Type="http://schemas.openxmlformats.org/officeDocument/2006/relationships/image" Target="../media/image108.png"/><Relationship Id="rId52" Type="http://schemas.openxmlformats.org/officeDocument/2006/relationships/customXml" Target="../ink/ink119.xml"/><Relationship Id="rId73" Type="http://schemas.openxmlformats.org/officeDocument/2006/relationships/image" Target="../media/image129.png"/><Relationship Id="rId78" Type="http://schemas.openxmlformats.org/officeDocument/2006/relationships/customXml" Target="../ink/ink132.xml"/><Relationship Id="rId94" Type="http://schemas.openxmlformats.org/officeDocument/2006/relationships/customXml" Target="../ink/ink140.xml"/><Relationship Id="rId99" Type="http://schemas.openxmlformats.org/officeDocument/2006/relationships/image" Target="../media/image142.png"/><Relationship Id="rId101" Type="http://schemas.openxmlformats.org/officeDocument/2006/relationships/image" Target="../media/image143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6.xml"/><Relationship Id="rId117" Type="http://schemas.openxmlformats.org/officeDocument/2006/relationships/image" Target="../media/image211.png"/><Relationship Id="rId21" Type="http://schemas.openxmlformats.org/officeDocument/2006/relationships/image" Target="../media/image163.png"/><Relationship Id="rId42" Type="http://schemas.openxmlformats.org/officeDocument/2006/relationships/customXml" Target="../ink/ink174.xml"/><Relationship Id="rId47" Type="http://schemas.openxmlformats.org/officeDocument/2006/relationships/image" Target="../media/image176.png"/><Relationship Id="rId63" Type="http://schemas.openxmlformats.org/officeDocument/2006/relationships/image" Target="../media/image184.png"/><Relationship Id="rId68" Type="http://schemas.openxmlformats.org/officeDocument/2006/relationships/customXml" Target="../ink/ink187.xml"/><Relationship Id="rId84" Type="http://schemas.openxmlformats.org/officeDocument/2006/relationships/customXml" Target="../ink/ink195.xml"/><Relationship Id="rId89" Type="http://schemas.openxmlformats.org/officeDocument/2006/relationships/image" Target="../media/image197.png"/><Relationship Id="rId112" Type="http://schemas.openxmlformats.org/officeDocument/2006/relationships/customXml" Target="../ink/ink209.xml"/><Relationship Id="rId16" Type="http://schemas.openxmlformats.org/officeDocument/2006/relationships/customXml" Target="../ink/ink161.xml"/><Relationship Id="rId107" Type="http://schemas.openxmlformats.org/officeDocument/2006/relationships/image" Target="../media/image206.png"/><Relationship Id="rId11" Type="http://schemas.openxmlformats.org/officeDocument/2006/relationships/image" Target="../media/image158.png"/><Relationship Id="rId32" Type="http://schemas.openxmlformats.org/officeDocument/2006/relationships/customXml" Target="../ink/ink169.xml"/><Relationship Id="rId37" Type="http://schemas.openxmlformats.org/officeDocument/2006/relationships/image" Target="../media/image171.png"/><Relationship Id="rId53" Type="http://schemas.openxmlformats.org/officeDocument/2006/relationships/image" Target="../media/image179.png"/><Relationship Id="rId58" Type="http://schemas.openxmlformats.org/officeDocument/2006/relationships/customXml" Target="../ink/ink182.xml"/><Relationship Id="rId74" Type="http://schemas.openxmlformats.org/officeDocument/2006/relationships/customXml" Target="../ink/ink190.xml"/><Relationship Id="rId79" Type="http://schemas.openxmlformats.org/officeDocument/2006/relationships/image" Target="../media/image192.png"/><Relationship Id="rId102" Type="http://schemas.openxmlformats.org/officeDocument/2006/relationships/customXml" Target="../ink/ink204.xml"/><Relationship Id="rId5" Type="http://schemas.openxmlformats.org/officeDocument/2006/relationships/image" Target="../media/image155.png"/><Relationship Id="rId90" Type="http://schemas.openxmlformats.org/officeDocument/2006/relationships/customXml" Target="../ink/ink198.xml"/><Relationship Id="rId95" Type="http://schemas.openxmlformats.org/officeDocument/2006/relationships/image" Target="../media/image200.png"/><Relationship Id="rId22" Type="http://schemas.openxmlformats.org/officeDocument/2006/relationships/customXml" Target="../ink/ink164.xml"/><Relationship Id="rId27" Type="http://schemas.openxmlformats.org/officeDocument/2006/relationships/image" Target="../media/image166.png"/><Relationship Id="rId43" Type="http://schemas.openxmlformats.org/officeDocument/2006/relationships/image" Target="../media/image174.png"/><Relationship Id="rId48" Type="http://schemas.openxmlformats.org/officeDocument/2006/relationships/customXml" Target="../ink/ink177.xml"/><Relationship Id="rId64" Type="http://schemas.openxmlformats.org/officeDocument/2006/relationships/customXml" Target="../ink/ink185.xml"/><Relationship Id="rId69" Type="http://schemas.openxmlformats.org/officeDocument/2006/relationships/image" Target="../media/image187.png"/><Relationship Id="rId113" Type="http://schemas.openxmlformats.org/officeDocument/2006/relationships/image" Target="../media/image209.png"/><Relationship Id="rId118" Type="http://schemas.openxmlformats.org/officeDocument/2006/relationships/customXml" Target="../ink/ink212.xml"/><Relationship Id="rId80" Type="http://schemas.openxmlformats.org/officeDocument/2006/relationships/customXml" Target="../ink/ink193.xml"/><Relationship Id="rId85" Type="http://schemas.openxmlformats.org/officeDocument/2006/relationships/image" Target="../media/image195.png"/><Relationship Id="rId12" Type="http://schemas.openxmlformats.org/officeDocument/2006/relationships/customXml" Target="../ink/ink159.xml"/><Relationship Id="rId17" Type="http://schemas.openxmlformats.org/officeDocument/2006/relationships/image" Target="../media/image161.png"/><Relationship Id="rId33" Type="http://schemas.openxmlformats.org/officeDocument/2006/relationships/image" Target="../media/image169.png"/><Relationship Id="rId38" Type="http://schemas.openxmlformats.org/officeDocument/2006/relationships/customXml" Target="../ink/ink172.xml"/><Relationship Id="rId59" Type="http://schemas.openxmlformats.org/officeDocument/2006/relationships/image" Target="../media/image182.png"/><Relationship Id="rId103" Type="http://schemas.openxmlformats.org/officeDocument/2006/relationships/image" Target="../media/image204.png"/><Relationship Id="rId108" Type="http://schemas.openxmlformats.org/officeDocument/2006/relationships/customXml" Target="../ink/ink207.xml"/><Relationship Id="rId54" Type="http://schemas.openxmlformats.org/officeDocument/2006/relationships/customXml" Target="../ink/ink180.xml"/><Relationship Id="rId70" Type="http://schemas.openxmlformats.org/officeDocument/2006/relationships/customXml" Target="../ink/ink188.xml"/><Relationship Id="rId75" Type="http://schemas.openxmlformats.org/officeDocument/2006/relationships/image" Target="../media/image190.png"/><Relationship Id="rId91" Type="http://schemas.openxmlformats.org/officeDocument/2006/relationships/image" Target="../media/image198.png"/><Relationship Id="rId96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.xml"/><Relationship Id="rId23" Type="http://schemas.openxmlformats.org/officeDocument/2006/relationships/image" Target="../media/image164.png"/><Relationship Id="rId28" Type="http://schemas.openxmlformats.org/officeDocument/2006/relationships/customXml" Target="../ink/ink167.xml"/><Relationship Id="rId49" Type="http://schemas.openxmlformats.org/officeDocument/2006/relationships/image" Target="../media/image177.png"/><Relationship Id="rId114" Type="http://schemas.openxmlformats.org/officeDocument/2006/relationships/customXml" Target="../ink/ink210.xml"/><Relationship Id="rId119" Type="http://schemas.openxmlformats.org/officeDocument/2006/relationships/image" Target="../media/image212.png"/><Relationship Id="rId44" Type="http://schemas.openxmlformats.org/officeDocument/2006/relationships/customXml" Target="../ink/ink175.xml"/><Relationship Id="rId60" Type="http://schemas.openxmlformats.org/officeDocument/2006/relationships/customXml" Target="../ink/ink183.xml"/><Relationship Id="rId65" Type="http://schemas.openxmlformats.org/officeDocument/2006/relationships/image" Target="../media/image185.png"/><Relationship Id="rId81" Type="http://schemas.openxmlformats.org/officeDocument/2006/relationships/image" Target="../media/image193.png"/><Relationship Id="rId86" Type="http://schemas.openxmlformats.org/officeDocument/2006/relationships/customXml" Target="../ink/ink196.xml"/><Relationship Id="rId4" Type="http://schemas.openxmlformats.org/officeDocument/2006/relationships/customXml" Target="../ink/ink155.xml"/><Relationship Id="rId9" Type="http://schemas.openxmlformats.org/officeDocument/2006/relationships/image" Target="../media/image157.png"/><Relationship Id="rId13" Type="http://schemas.openxmlformats.org/officeDocument/2006/relationships/image" Target="../media/image159.png"/><Relationship Id="rId18" Type="http://schemas.openxmlformats.org/officeDocument/2006/relationships/customXml" Target="../ink/ink162.xml"/><Relationship Id="rId39" Type="http://schemas.openxmlformats.org/officeDocument/2006/relationships/image" Target="../media/image172.png"/><Relationship Id="rId109" Type="http://schemas.openxmlformats.org/officeDocument/2006/relationships/image" Target="../media/image207.png"/><Relationship Id="rId34" Type="http://schemas.openxmlformats.org/officeDocument/2006/relationships/customXml" Target="../ink/ink170.xml"/><Relationship Id="rId50" Type="http://schemas.openxmlformats.org/officeDocument/2006/relationships/customXml" Target="../ink/ink178.xml"/><Relationship Id="rId55" Type="http://schemas.openxmlformats.org/officeDocument/2006/relationships/image" Target="../media/image180.png"/><Relationship Id="rId76" Type="http://schemas.openxmlformats.org/officeDocument/2006/relationships/customXml" Target="../ink/ink191.xml"/><Relationship Id="rId97" Type="http://schemas.openxmlformats.org/officeDocument/2006/relationships/image" Target="../media/image201.png"/><Relationship Id="rId104" Type="http://schemas.openxmlformats.org/officeDocument/2006/relationships/customXml" Target="../ink/ink205.xml"/><Relationship Id="rId120" Type="http://schemas.openxmlformats.org/officeDocument/2006/relationships/customXml" Target="../ink/ink213.xml"/><Relationship Id="rId7" Type="http://schemas.openxmlformats.org/officeDocument/2006/relationships/image" Target="../media/image156.png"/><Relationship Id="rId71" Type="http://schemas.openxmlformats.org/officeDocument/2006/relationships/image" Target="../media/image188.png"/><Relationship Id="rId92" Type="http://schemas.openxmlformats.org/officeDocument/2006/relationships/customXml" Target="../ink/ink199.xml"/><Relationship Id="rId2" Type="http://schemas.openxmlformats.org/officeDocument/2006/relationships/customXml" Target="../ink/ink154.xml"/><Relationship Id="rId29" Type="http://schemas.openxmlformats.org/officeDocument/2006/relationships/image" Target="../media/image167.png"/><Relationship Id="rId24" Type="http://schemas.openxmlformats.org/officeDocument/2006/relationships/customXml" Target="../ink/ink165.xml"/><Relationship Id="rId40" Type="http://schemas.openxmlformats.org/officeDocument/2006/relationships/customXml" Target="../ink/ink173.xml"/><Relationship Id="rId45" Type="http://schemas.openxmlformats.org/officeDocument/2006/relationships/image" Target="../media/image175.png"/><Relationship Id="rId66" Type="http://schemas.openxmlformats.org/officeDocument/2006/relationships/customXml" Target="../ink/ink186.xml"/><Relationship Id="rId87" Type="http://schemas.openxmlformats.org/officeDocument/2006/relationships/image" Target="../media/image196.png"/><Relationship Id="rId110" Type="http://schemas.openxmlformats.org/officeDocument/2006/relationships/customXml" Target="../ink/ink208.xml"/><Relationship Id="rId115" Type="http://schemas.openxmlformats.org/officeDocument/2006/relationships/image" Target="../media/image210.png"/><Relationship Id="rId61" Type="http://schemas.openxmlformats.org/officeDocument/2006/relationships/image" Target="../media/image183.png"/><Relationship Id="rId82" Type="http://schemas.openxmlformats.org/officeDocument/2006/relationships/customXml" Target="../ink/ink194.xml"/><Relationship Id="rId19" Type="http://schemas.openxmlformats.org/officeDocument/2006/relationships/image" Target="../media/image162.png"/><Relationship Id="rId14" Type="http://schemas.openxmlformats.org/officeDocument/2006/relationships/customXml" Target="../ink/ink160.xml"/><Relationship Id="rId30" Type="http://schemas.openxmlformats.org/officeDocument/2006/relationships/customXml" Target="../ink/ink168.xml"/><Relationship Id="rId35" Type="http://schemas.openxmlformats.org/officeDocument/2006/relationships/image" Target="../media/image170.png"/><Relationship Id="rId56" Type="http://schemas.openxmlformats.org/officeDocument/2006/relationships/customXml" Target="../ink/ink181.xml"/><Relationship Id="rId77" Type="http://schemas.openxmlformats.org/officeDocument/2006/relationships/image" Target="../media/image191.png"/><Relationship Id="rId100" Type="http://schemas.openxmlformats.org/officeDocument/2006/relationships/customXml" Target="../ink/ink203.xml"/><Relationship Id="rId105" Type="http://schemas.openxmlformats.org/officeDocument/2006/relationships/image" Target="../media/image205.png"/><Relationship Id="rId8" Type="http://schemas.openxmlformats.org/officeDocument/2006/relationships/customXml" Target="../ink/ink157.xml"/><Relationship Id="rId51" Type="http://schemas.openxmlformats.org/officeDocument/2006/relationships/image" Target="../media/image178.png"/><Relationship Id="rId72" Type="http://schemas.openxmlformats.org/officeDocument/2006/relationships/customXml" Target="../ink/ink189.xml"/><Relationship Id="rId93" Type="http://schemas.openxmlformats.org/officeDocument/2006/relationships/image" Target="../media/image199.png"/><Relationship Id="rId98" Type="http://schemas.openxmlformats.org/officeDocument/2006/relationships/customXml" Target="../ink/ink202.xml"/><Relationship Id="rId121" Type="http://schemas.openxmlformats.org/officeDocument/2006/relationships/image" Target="../media/image213.png"/><Relationship Id="rId3" Type="http://schemas.openxmlformats.org/officeDocument/2006/relationships/image" Target="../media/image154.png"/><Relationship Id="rId25" Type="http://schemas.openxmlformats.org/officeDocument/2006/relationships/image" Target="../media/image165.png"/><Relationship Id="rId46" Type="http://schemas.openxmlformats.org/officeDocument/2006/relationships/customXml" Target="../ink/ink176.xml"/><Relationship Id="rId67" Type="http://schemas.openxmlformats.org/officeDocument/2006/relationships/image" Target="../media/image186.png"/><Relationship Id="rId116" Type="http://schemas.openxmlformats.org/officeDocument/2006/relationships/customXml" Target="../ink/ink211.xml"/><Relationship Id="rId20" Type="http://schemas.openxmlformats.org/officeDocument/2006/relationships/customXml" Target="../ink/ink163.xml"/><Relationship Id="rId41" Type="http://schemas.openxmlformats.org/officeDocument/2006/relationships/image" Target="../media/image173.png"/><Relationship Id="rId62" Type="http://schemas.openxmlformats.org/officeDocument/2006/relationships/customXml" Target="../ink/ink184.xml"/><Relationship Id="rId83" Type="http://schemas.openxmlformats.org/officeDocument/2006/relationships/image" Target="../media/image194.png"/><Relationship Id="rId88" Type="http://schemas.openxmlformats.org/officeDocument/2006/relationships/customXml" Target="../ink/ink197.xml"/><Relationship Id="rId111" Type="http://schemas.openxmlformats.org/officeDocument/2006/relationships/image" Target="../media/image208.png"/><Relationship Id="rId15" Type="http://schemas.openxmlformats.org/officeDocument/2006/relationships/image" Target="../media/image160.png"/><Relationship Id="rId36" Type="http://schemas.openxmlformats.org/officeDocument/2006/relationships/customXml" Target="../ink/ink171.xml"/><Relationship Id="rId57" Type="http://schemas.openxmlformats.org/officeDocument/2006/relationships/image" Target="../media/image181.png"/><Relationship Id="rId106" Type="http://schemas.openxmlformats.org/officeDocument/2006/relationships/customXml" Target="../ink/ink206.xml"/><Relationship Id="rId10" Type="http://schemas.openxmlformats.org/officeDocument/2006/relationships/customXml" Target="../ink/ink158.xml"/><Relationship Id="rId31" Type="http://schemas.openxmlformats.org/officeDocument/2006/relationships/image" Target="../media/image168.png"/><Relationship Id="rId52" Type="http://schemas.openxmlformats.org/officeDocument/2006/relationships/customXml" Target="../ink/ink179.xml"/><Relationship Id="rId73" Type="http://schemas.openxmlformats.org/officeDocument/2006/relationships/image" Target="../media/image189.png"/><Relationship Id="rId78" Type="http://schemas.openxmlformats.org/officeDocument/2006/relationships/customXml" Target="../ink/ink192.xml"/><Relationship Id="rId94" Type="http://schemas.openxmlformats.org/officeDocument/2006/relationships/customXml" Target="../ink/ink200.xml"/><Relationship Id="rId99" Type="http://schemas.openxmlformats.org/officeDocument/2006/relationships/image" Target="../media/image202.png"/><Relationship Id="rId101" Type="http://schemas.openxmlformats.org/officeDocument/2006/relationships/image" Target="../media/image203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6.xml"/><Relationship Id="rId117" Type="http://schemas.openxmlformats.org/officeDocument/2006/relationships/image" Target="../media/image270.png"/><Relationship Id="rId21" Type="http://schemas.openxmlformats.org/officeDocument/2006/relationships/image" Target="../media/image223.png"/><Relationship Id="rId42" Type="http://schemas.openxmlformats.org/officeDocument/2006/relationships/customXml" Target="../ink/ink234.xml"/><Relationship Id="rId47" Type="http://schemas.openxmlformats.org/officeDocument/2006/relationships/image" Target="../media/image236.png"/><Relationship Id="rId63" Type="http://schemas.openxmlformats.org/officeDocument/2006/relationships/image" Target="../media/image243.png"/><Relationship Id="rId68" Type="http://schemas.openxmlformats.org/officeDocument/2006/relationships/customXml" Target="../ink/ink247.xml"/><Relationship Id="rId84" Type="http://schemas.openxmlformats.org/officeDocument/2006/relationships/customXml" Target="../ink/ink255.xml"/><Relationship Id="rId89" Type="http://schemas.openxmlformats.org/officeDocument/2006/relationships/image" Target="../media/image256.png"/><Relationship Id="rId112" Type="http://schemas.openxmlformats.org/officeDocument/2006/relationships/customXml" Target="../ink/ink269.xml"/><Relationship Id="rId16" Type="http://schemas.openxmlformats.org/officeDocument/2006/relationships/customXml" Target="../ink/ink221.xml"/><Relationship Id="rId107" Type="http://schemas.openxmlformats.org/officeDocument/2006/relationships/image" Target="../media/image265.png"/><Relationship Id="rId11" Type="http://schemas.openxmlformats.org/officeDocument/2006/relationships/image" Target="../media/image218.png"/><Relationship Id="rId32" Type="http://schemas.openxmlformats.org/officeDocument/2006/relationships/customXml" Target="../ink/ink229.xml"/><Relationship Id="rId37" Type="http://schemas.openxmlformats.org/officeDocument/2006/relationships/image" Target="../media/image231.png"/><Relationship Id="rId53" Type="http://schemas.openxmlformats.org/officeDocument/2006/relationships/image" Target="../media/image158.png"/><Relationship Id="rId58" Type="http://schemas.openxmlformats.org/officeDocument/2006/relationships/customXml" Target="../ink/ink242.xml"/><Relationship Id="rId74" Type="http://schemas.openxmlformats.org/officeDocument/2006/relationships/customXml" Target="../ink/ink250.xml"/><Relationship Id="rId79" Type="http://schemas.openxmlformats.org/officeDocument/2006/relationships/image" Target="../media/image251.png"/><Relationship Id="rId102" Type="http://schemas.openxmlformats.org/officeDocument/2006/relationships/customXml" Target="../ink/ink264.xml"/><Relationship Id="rId123" Type="http://schemas.openxmlformats.org/officeDocument/2006/relationships/image" Target="../media/image273.png"/><Relationship Id="rId5" Type="http://schemas.openxmlformats.org/officeDocument/2006/relationships/image" Target="../media/image215.png"/><Relationship Id="rId90" Type="http://schemas.openxmlformats.org/officeDocument/2006/relationships/customXml" Target="../ink/ink258.xml"/><Relationship Id="rId95" Type="http://schemas.openxmlformats.org/officeDocument/2006/relationships/image" Target="../media/image259.png"/><Relationship Id="rId22" Type="http://schemas.openxmlformats.org/officeDocument/2006/relationships/customXml" Target="../ink/ink224.xml"/><Relationship Id="rId27" Type="http://schemas.openxmlformats.org/officeDocument/2006/relationships/image" Target="../media/image226.png"/><Relationship Id="rId43" Type="http://schemas.openxmlformats.org/officeDocument/2006/relationships/image" Target="../media/image234.png"/><Relationship Id="rId48" Type="http://schemas.openxmlformats.org/officeDocument/2006/relationships/customXml" Target="../ink/ink237.xml"/><Relationship Id="rId64" Type="http://schemas.openxmlformats.org/officeDocument/2006/relationships/customXml" Target="../ink/ink245.xml"/><Relationship Id="rId69" Type="http://schemas.openxmlformats.org/officeDocument/2006/relationships/image" Target="../media/image246.png"/><Relationship Id="rId113" Type="http://schemas.openxmlformats.org/officeDocument/2006/relationships/image" Target="../media/image268.png"/><Relationship Id="rId118" Type="http://schemas.openxmlformats.org/officeDocument/2006/relationships/customXml" Target="../ink/ink272.xml"/><Relationship Id="rId80" Type="http://schemas.openxmlformats.org/officeDocument/2006/relationships/customXml" Target="../ink/ink253.xml"/><Relationship Id="rId85" Type="http://schemas.openxmlformats.org/officeDocument/2006/relationships/image" Target="../media/image254.png"/><Relationship Id="rId12" Type="http://schemas.openxmlformats.org/officeDocument/2006/relationships/customXml" Target="../ink/ink219.xml"/><Relationship Id="rId17" Type="http://schemas.openxmlformats.org/officeDocument/2006/relationships/image" Target="../media/image221.png"/><Relationship Id="rId33" Type="http://schemas.openxmlformats.org/officeDocument/2006/relationships/image" Target="../media/image229.png"/><Relationship Id="rId38" Type="http://schemas.openxmlformats.org/officeDocument/2006/relationships/customXml" Target="../ink/ink232.xml"/><Relationship Id="rId59" Type="http://schemas.openxmlformats.org/officeDocument/2006/relationships/image" Target="../media/image241.png"/><Relationship Id="rId103" Type="http://schemas.openxmlformats.org/officeDocument/2006/relationships/image" Target="../media/image263.png"/><Relationship Id="rId108" Type="http://schemas.openxmlformats.org/officeDocument/2006/relationships/customXml" Target="../ink/ink267.xml"/><Relationship Id="rId54" Type="http://schemas.openxmlformats.org/officeDocument/2006/relationships/customXml" Target="../ink/ink240.xml"/><Relationship Id="rId70" Type="http://schemas.openxmlformats.org/officeDocument/2006/relationships/customXml" Target="../ink/ink248.xml"/><Relationship Id="rId75" Type="http://schemas.openxmlformats.org/officeDocument/2006/relationships/image" Target="../media/image249.png"/><Relationship Id="rId91" Type="http://schemas.openxmlformats.org/officeDocument/2006/relationships/image" Target="../media/image257.png"/><Relationship Id="rId96" Type="http://schemas.openxmlformats.org/officeDocument/2006/relationships/customXml" Target="../ink/ink2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6.xml"/><Relationship Id="rId23" Type="http://schemas.openxmlformats.org/officeDocument/2006/relationships/image" Target="../media/image224.png"/><Relationship Id="rId28" Type="http://schemas.openxmlformats.org/officeDocument/2006/relationships/customXml" Target="../ink/ink227.xml"/><Relationship Id="rId49" Type="http://schemas.openxmlformats.org/officeDocument/2006/relationships/image" Target="../media/image237.png"/><Relationship Id="rId114" Type="http://schemas.openxmlformats.org/officeDocument/2006/relationships/customXml" Target="../ink/ink270.xml"/><Relationship Id="rId119" Type="http://schemas.openxmlformats.org/officeDocument/2006/relationships/image" Target="../media/image271.png"/><Relationship Id="rId44" Type="http://schemas.openxmlformats.org/officeDocument/2006/relationships/customXml" Target="../ink/ink235.xml"/><Relationship Id="rId60" Type="http://schemas.openxmlformats.org/officeDocument/2006/relationships/customXml" Target="../ink/ink243.xml"/><Relationship Id="rId65" Type="http://schemas.openxmlformats.org/officeDocument/2006/relationships/image" Target="../media/image244.png"/><Relationship Id="rId81" Type="http://schemas.openxmlformats.org/officeDocument/2006/relationships/image" Target="../media/image252.png"/><Relationship Id="rId86" Type="http://schemas.openxmlformats.org/officeDocument/2006/relationships/customXml" Target="../ink/ink256.xml"/><Relationship Id="rId4" Type="http://schemas.openxmlformats.org/officeDocument/2006/relationships/customXml" Target="../ink/ink215.xml"/><Relationship Id="rId9" Type="http://schemas.openxmlformats.org/officeDocument/2006/relationships/image" Target="../media/image217.png"/><Relationship Id="rId13" Type="http://schemas.openxmlformats.org/officeDocument/2006/relationships/image" Target="../media/image219.png"/><Relationship Id="rId18" Type="http://schemas.openxmlformats.org/officeDocument/2006/relationships/customXml" Target="../ink/ink222.xml"/><Relationship Id="rId39" Type="http://schemas.openxmlformats.org/officeDocument/2006/relationships/image" Target="../media/image232.png"/><Relationship Id="rId109" Type="http://schemas.openxmlformats.org/officeDocument/2006/relationships/image" Target="../media/image266.png"/><Relationship Id="rId34" Type="http://schemas.openxmlformats.org/officeDocument/2006/relationships/customXml" Target="../ink/ink230.xml"/><Relationship Id="rId50" Type="http://schemas.openxmlformats.org/officeDocument/2006/relationships/customXml" Target="../ink/ink238.xml"/><Relationship Id="rId55" Type="http://schemas.openxmlformats.org/officeDocument/2006/relationships/image" Target="../media/image239.png"/><Relationship Id="rId76" Type="http://schemas.openxmlformats.org/officeDocument/2006/relationships/customXml" Target="../ink/ink251.xml"/><Relationship Id="rId97" Type="http://schemas.openxmlformats.org/officeDocument/2006/relationships/image" Target="../media/image260.png"/><Relationship Id="rId104" Type="http://schemas.openxmlformats.org/officeDocument/2006/relationships/customXml" Target="../ink/ink265.xml"/><Relationship Id="rId120" Type="http://schemas.openxmlformats.org/officeDocument/2006/relationships/customXml" Target="../ink/ink273.xml"/><Relationship Id="rId7" Type="http://schemas.openxmlformats.org/officeDocument/2006/relationships/image" Target="../media/image216.png"/><Relationship Id="rId71" Type="http://schemas.openxmlformats.org/officeDocument/2006/relationships/image" Target="../media/image247.png"/><Relationship Id="rId92" Type="http://schemas.openxmlformats.org/officeDocument/2006/relationships/customXml" Target="../ink/ink259.xml"/><Relationship Id="rId2" Type="http://schemas.openxmlformats.org/officeDocument/2006/relationships/customXml" Target="../ink/ink214.xml"/><Relationship Id="rId29" Type="http://schemas.openxmlformats.org/officeDocument/2006/relationships/image" Target="../media/image227.png"/><Relationship Id="rId24" Type="http://schemas.openxmlformats.org/officeDocument/2006/relationships/customXml" Target="../ink/ink225.xml"/><Relationship Id="rId40" Type="http://schemas.openxmlformats.org/officeDocument/2006/relationships/customXml" Target="../ink/ink233.xml"/><Relationship Id="rId45" Type="http://schemas.openxmlformats.org/officeDocument/2006/relationships/image" Target="../media/image235.png"/><Relationship Id="rId66" Type="http://schemas.openxmlformats.org/officeDocument/2006/relationships/customXml" Target="../ink/ink246.xml"/><Relationship Id="rId87" Type="http://schemas.openxmlformats.org/officeDocument/2006/relationships/image" Target="../media/image255.png"/><Relationship Id="rId110" Type="http://schemas.openxmlformats.org/officeDocument/2006/relationships/customXml" Target="../ink/ink268.xml"/><Relationship Id="rId115" Type="http://schemas.openxmlformats.org/officeDocument/2006/relationships/image" Target="../media/image269.png"/><Relationship Id="rId61" Type="http://schemas.openxmlformats.org/officeDocument/2006/relationships/image" Target="../media/image242.png"/><Relationship Id="rId82" Type="http://schemas.openxmlformats.org/officeDocument/2006/relationships/customXml" Target="../ink/ink254.xml"/><Relationship Id="rId19" Type="http://schemas.openxmlformats.org/officeDocument/2006/relationships/image" Target="../media/image222.png"/><Relationship Id="rId14" Type="http://schemas.openxmlformats.org/officeDocument/2006/relationships/customXml" Target="../ink/ink220.xml"/><Relationship Id="rId30" Type="http://schemas.openxmlformats.org/officeDocument/2006/relationships/customXml" Target="../ink/ink228.xml"/><Relationship Id="rId35" Type="http://schemas.openxmlformats.org/officeDocument/2006/relationships/image" Target="../media/image230.png"/><Relationship Id="rId56" Type="http://schemas.openxmlformats.org/officeDocument/2006/relationships/customXml" Target="../ink/ink241.xml"/><Relationship Id="rId77" Type="http://schemas.openxmlformats.org/officeDocument/2006/relationships/image" Target="../media/image250.png"/><Relationship Id="rId100" Type="http://schemas.openxmlformats.org/officeDocument/2006/relationships/customXml" Target="../ink/ink263.xml"/><Relationship Id="rId105" Type="http://schemas.openxmlformats.org/officeDocument/2006/relationships/image" Target="../media/image264.png"/><Relationship Id="rId8" Type="http://schemas.openxmlformats.org/officeDocument/2006/relationships/customXml" Target="../ink/ink217.xml"/><Relationship Id="rId51" Type="http://schemas.openxmlformats.org/officeDocument/2006/relationships/image" Target="../media/image238.png"/><Relationship Id="rId72" Type="http://schemas.openxmlformats.org/officeDocument/2006/relationships/customXml" Target="../ink/ink249.xml"/><Relationship Id="rId93" Type="http://schemas.openxmlformats.org/officeDocument/2006/relationships/image" Target="../media/image258.png"/><Relationship Id="rId98" Type="http://schemas.openxmlformats.org/officeDocument/2006/relationships/customXml" Target="../ink/ink262.xml"/><Relationship Id="rId121" Type="http://schemas.openxmlformats.org/officeDocument/2006/relationships/image" Target="../media/image272.png"/><Relationship Id="rId3" Type="http://schemas.openxmlformats.org/officeDocument/2006/relationships/image" Target="../media/image214.png"/><Relationship Id="rId25" Type="http://schemas.openxmlformats.org/officeDocument/2006/relationships/image" Target="../media/image225.png"/><Relationship Id="rId46" Type="http://schemas.openxmlformats.org/officeDocument/2006/relationships/customXml" Target="../ink/ink236.xml"/><Relationship Id="rId67" Type="http://schemas.openxmlformats.org/officeDocument/2006/relationships/image" Target="../media/image245.png"/><Relationship Id="rId116" Type="http://schemas.openxmlformats.org/officeDocument/2006/relationships/customXml" Target="../ink/ink271.xml"/><Relationship Id="rId20" Type="http://schemas.openxmlformats.org/officeDocument/2006/relationships/customXml" Target="../ink/ink223.xml"/><Relationship Id="rId41" Type="http://schemas.openxmlformats.org/officeDocument/2006/relationships/image" Target="../media/image233.png"/><Relationship Id="rId62" Type="http://schemas.openxmlformats.org/officeDocument/2006/relationships/customXml" Target="../ink/ink244.xml"/><Relationship Id="rId83" Type="http://schemas.openxmlformats.org/officeDocument/2006/relationships/image" Target="../media/image253.png"/><Relationship Id="rId88" Type="http://schemas.openxmlformats.org/officeDocument/2006/relationships/customXml" Target="../ink/ink257.xml"/><Relationship Id="rId111" Type="http://schemas.openxmlformats.org/officeDocument/2006/relationships/image" Target="../media/image267.png"/><Relationship Id="rId15" Type="http://schemas.openxmlformats.org/officeDocument/2006/relationships/image" Target="../media/image220.png"/><Relationship Id="rId36" Type="http://schemas.openxmlformats.org/officeDocument/2006/relationships/customXml" Target="../ink/ink231.xml"/><Relationship Id="rId57" Type="http://schemas.openxmlformats.org/officeDocument/2006/relationships/image" Target="../media/image240.png"/><Relationship Id="rId106" Type="http://schemas.openxmlformats.org/officeDocument/2006/relationships/customXml" Target="../ink/ink266.xml"/><Relationship Id="rId10" Type="http://schemas.openxmlformats.org/officeDocument/2006/relationships/customXml" Target="../ink/ink218.xml"/><Relationship Id="rId31" Type="http://schemas.openxmlformats.org/officeDocument/2006/relationships/image" Target="../media/image228.png"/><Relationship Id="rId52" Type="http://schemas.openxmlformats.org/officeDocument/2006/relationships/customXml" Target="../ink/ink239.xml"/><Relationship Id="rId73" Type="http://schemas.openxmlformats.org/officeDocument/2006/relationships/image" Target="../media/image248.png"/><Relationship Id="rId78" Type="http://schemas.openxmlformats.org/officeDocument/2006/relationships/customXml" Target="../ink/ink252.xml"/><Relationship Id="rId94" Type="http://schemas.openxmlformats.org/officeDocument/2006/relationships/customXml" Target="../ink/ink260.xml"/><Relationship Id="rId99" Type="http://schemas.openxmlformats.org/officeDocument/2006/relationships/image" Target="../media/image261.png"/><Relationship Id="rId101" Type="http://schemas.openxmlformats.org/officeDocument/2006/relationships/image" Target="../media/image262.png"/><Relationship Id="rId122" Type="http://schemas.openxmlformats.org/officeDocument/2006/relationships/customXml" Target="../ink/ink274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7.xml"/><Relationship Id="rId117" Type="http://schemas.openxmlformats.org/officeDocument/2006/relationships/image" Target="../media/image328.png"/><Relationship Id="rId21" Type="http://schemas.openxmlformats.org/officeDocument/2006/relationships/image" Target="../media/image282.png"/><Relationship Id="rId42" Type="http://schemas.openxmlformats.org/officeDocument/2006/relationships/customXml" Target="../ink/ink295.xml"/><Relationship Id="rId47" Type="http://schemas.openxmlformats.org/officeDocument/2006/relationships/image" Target="../media/image109.png"/><Relationship Id="rId63" Type="http://schemas.openxmlformats.org/officeDocument/2006/relationships/image" Target="../media/image301.png"/><Relationship Id="rId68" Type="http://schemas.openxmlformats.org/officeDocument/2006/relationships/customXml" Target="../ink/ink308.xml"/><Relationship Id="rId84" Type="http://schemas.openxmlformats.org/officeDocument/2006/relationships/customXml" Target="../ink/ink316.xml"/><Relationship Id="rId89" Type="http://schemas.openxmlformats.org/officeDocument/2006/relationships/image" Target="../media/image314.png"/><Relationship Id="rId112" Type="http://schemas.openxmlformats.org/officeDocument/2006/relationships/customXml" Target="../ink/ink330.xml"/><Relationship Id="rId16" Type="http://schemas.openxmlformats.org/officeDocument/2006/relationships/customXml" Target="../ink/ink282.xml"/><Relationship Id="rId107" Type="http://schemas.openxmlformats.org/officeDocument/2006/relationships/image" Target="../media/image323.png"/><Relationship Id="rId11" Type="http://schemas.openxmlformats.org/officeDocument/2006/relationships/image" Target="../media/image116.png"/><Relationship Id="rId32" Type="http://schemas.openxmlformats.org/officeDocument/2006/relationships/customXml" Target="../ink/ink290.xml"/><Relationship Id="rId37" Type="http://schemas.openxmlformats.org/officeDocument/2006/relationships/image" Target="../media/image290.png"/><Relationship Id="rId53" Type="http://schemas.openxmlformats.org/officeDocument/2006/relationships/image" Target="../media/image297.png"/><Relationship Id="rId58" Type="http://schemas.openxmlformats.org/officeDocument/2006/relationships/customXml" Target="../ink/ink303.xml"/><Relationship Id="rId74" Type="http://schemas.openxmlformats.org/officeDocument/2006/relationships/customXml" Target="../ink/ink311.xml"/><Relationship Id="rId79" Type="http://schemas.openxmlformats.org/officeDocument/2006/relationships/image" Target="../media/image309.png"/><Relationship Id="rId102" Type="http://schemas.openxmlformats.org/officeDocument/2006/relationships/customXml" Target="../ink/ink325.xml"/><Relationship Id="rId5" Type="http://schemas.openxmlformats.org/officeDocument/2006/relationships/image" Target="../media/image275.png"/><Relationship Id="rId90" Type="http://schemas.openxmlformats.org/officeDocument/2006/relationships/customXml" Target="../ink/ink319.xml"/><Relationship Id="rId95" Type="http://schemas.openxmlformats.org/officeDocument/2006/relationships/image" Target="../media/image317.png"/><Relationship Id="rId22" Type="http://schemas.openxmlformats.org/officeDocument/2006/relationships/customXml" Target="../ink/ink285.xml"/><Relationship Id="rId27" Type="http://schemas.openxmlformats.org/officeDocument/2006/relationships/image" Target="../media/image285.png"/><Relationship Id="rId43" Type="http://schemas.openxmlformats.org/officeDocument/2006/relationships/image" Target="../media/image293.png"/><Relationship Id="rId48" Type="http://schemas.openxmlformats.org/officeDocument/2006/relationships/customXml" Target="../ink/ink298.xml"/><Relationship Id="rId64" Type="http://schemas.openxmlformats.org/officeDocument/2006/relationships/customXml" Target="../ink/ink306.xml"/><Relationship Id="rId69" Type="http://schemas.openxmlformats.org/officeDocument/2006/relationships/image" Target="../media/image304.png"/><Relationship Id="rId113" Type="http://schemas.openxmlformats.org/officeDocument/2006/relationships/image" Target="../media/image326.png"/><Relationship Id="rId118" Type="http://schemas.openxmlformats.org/officeDocument/2006/relationships/customXml" Target="../ink/ink333.xml"/><Relationship Id="rId80" Type="http://schemas.openxmlformats.org/officeDocument/2006/relationships/customXml" Target="../ink/ink314.xml"/><Relationship Id="rId85" Type="http://schemas.openxmlformats.org/officeDocument/2006/relationships/image" Target="../media/image312.png"/><Relationship Id="rId12" Type="http://schemas.openxmlformats.org/officeDocument/2006/relationships/customXml" Target="../ink/ink280.xml"/><Relationship Id="rId17" Type="http://schemas.openxmlformats.org/officeDocument/2006/relationships/image" Target="../media/image280.png"/><Relationship Id="rId33" Type="http://schemas.openxmlformats.org/officeDocument/2006/relationships/image" Target="../media/image288.png"/><Relationship Id="rId38" Type="http://schemas.openxmlformats.org/officeDocument/2006/relationships/customXml" Target="../ink/ink293.xml"/><Relationship Id="rId59" Type="http://schemas.openxmlformats.org/officeDocument/2006/relationships/image" Target="../media/image299.png"/><Relationship Id="rId103" Type="http://schemas.openxmlformats.org/officeDocument/2006/relationships/image" Target="../media/image321.png"/><Relationship Id="rId108" Type="http://schemas.openxmlformats.org/officeDocument/2006/relationships/customXml" Target="../ink/ink328.xml"/><Relationship Id="rId54" Type="http://schemas.openxmlformats.org/officeDocument/2006/relationships/customXml" Target="../ink/ink301.xml"/><Relationship Id="rId70" Type="http://schemas.openxmlformats.org/officeDocument/2006/relationships/customXml" Target="../ink/ink309.xml"/><Relationship Id="rId75" Type="http://schemas.openxmlformats.org/officeDocument/2006/relationships/image" Target="../media/image307.png"/><Relationship Id="rId91" Type="http://schemas.openxmlformats.org/officeDocument/2006/relationships/image" Target="../media/image315.png"/><Relationship Id="rId96" Type="http://schemas.openxmlformats.org/officeDocument/2006/relationships/customXml" Target="../ink/ink3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7.xml"/><Relationship Id="rId23" Type="http://schemas.openxmlformats.org/officeDocument/2006/relationships/image" Target="../media/image283.png"/><Relationship Id="rId28" Type="http://schemas.openxmlformats.org/officeDocument/2006/relationships/customXml" Target="../ink/ink288.xml"/><Relationship Id="rId49" Type="http://schemas.openxmlformats.org/officeDocument/2006/relationships/image" Target="../media/image295.png"/><Relationship Id="rId114" Type="http://schemas.openxmlformats.org/officeDocument/2006/relationships/customXml" Target="../ink/ink331.xml"/><Relationship Id="rId119" Type="http://schemas.openxmlformats.org/officeDocument/2006/relationships/image" Target="../media/image329.png"/><Relationship Id="rId44" Type="http://schemas.openxmlformats.org/officeDocument/2006/relationships/customXml" Target="../ink/ink296.xml"/><Relationship Id="rId60" Type="http://schemas.openxmlformats.org/officeDocument/2006/relationships/customXml" Target="../ink/ink304.xml"/><Relationship Id="rId65" Type="http://schemas.openxmlformats.org/officeDocument/2006/relationships/image" Target="../media/image302.png"/><Relationship Id="rId81" Type="http://schemas.openxmlformats.org/officeDocument/2006/relationships/image" Target="../media/image310.png"/><Relationship Id="rId86" Type="http://schemas.openxmlformats.org/officeDocument/2006/relationships/customXml" Target="../ink/ink317.xml"/><Relationship Id="rId4" Type="http://schemas.openxmlformats.org/officeDocument/2006/relationships/customXml" Target="../ink/ink276.xml"/><Relationship Id="rId9" Type="http://schemas.openxmlformats.org/officeDocument/2006/relationships/image" Target="../media/image277.png"/><Relationship Id="rId13" Type="http://schemas.openxmlformats.org/officeDocument/2006/relationships/image" Target="../media/image278.png"/><Relationship Id="rId18" Type="http://schemas.openxmlformats.org/officeDocument/2006/relationships/customXml" Target="../ink/ink283.xml"/><Relationship Id="rId39" Type="http://schemas.openxmlformats.org/officeDocument/2006/relationships/image" Target="../media/image291.png"/><Relationship Id="rId109" Type="http://schemas.openxmlformats.org/officeDocument/2006/relationships/image" Target="../media/image324.png"/><Relationship Id="rId34" Type="http://schemas.openxmlformats.org/officeDocument/2006/relationships/customXml" Target="../ink/ink291.xml"/><Relationship Id="rId50" Type="http://schemas.openxmlformats.org/officeDocument/2006/relationships/customXml" Target="../ink/ink299.xml"/><Relationship Id="rId55" Type="http://schemas.openxmlformats.org/officeDocument/2006/relationships/image" Target="../media/image180.png"/><Relationship Id="rId76" Type="http://schemas.openxmlformats.org/officeDocument/2006/relationships/customXml" Target="../ink/ink312.xml"/><Relationship Id="rId97" Type="http://schemas.openxmlformats.org/officeDocument/2006/relationships/image" Target="../media/image318.png"/><Relationship Id="rId104" Type="http://schemas.openxmlformats.org/officeDocument/2006/relationships/customXml" Target="../ink/ink326.xml"/><Relationship Id="rId120" Type="http://schemas.openxmlformats.org/officeDocument/2006/relationships/customXml" Target="../ink/ink334.xml"/><Relationship Id="rId7" Type="http://schemas.openxmlformats.org/officeDocument/2006/relationships/image" Target="../media/image276.png"/><Relationship Id="rId71" Type="http://schemas.openxmlformats.org/officeDocument/2006/relationships/image" Target="../media/image305.png"/><Relationship Id="rId92" Type="http://schemas.openxmlformats.org/officeDocument/2006/relationships/customXml" Target="../ink/ink320.xml"/><Relationship Id="rId2" Type="http://schemas.openxmlformats.org/officeDocument/2006/relationships/customXml" Target="../ink/ink275.xml"/><Relationship Id="rId29" Type="http://schemas.openxmlformats.org/officeDocument/2006/relationships/image" Target="../media/image286.png"/><Relationship Id="rId24" Type="http://schemas.openxmlformats.org/officeDocument/2006/relationships/customXml" Target="../ink/ink286.xml"/><Relationship Id="rId40" Type="http://schemas.openxmlformats.org/officeDocument/2006/relationships/customXml" Target="../ink/ink294.xml"/><Relationship Id="rId45" Type="http://schemas.openxmlformats.org/officeDocument/2006/relationships/image" Target="../media/image294.png"/><Relationship Id="rId66" Type="http://schemas.openxmlformats.org/officeDocument/2006/relationships/customXml" Target="../ink/ink307.xml"/><Relationship Id="rId87" Type="http://schemas.openxmlformats.org/officeDocument/2006/relationships/image" Target="../media/image313.png"/><Relationship Id="rId110" Type="http://schemas.openxmlformats.org/officeDocument/2006/relationships/customXml" Target="../ink/ink329.xml"/><Relationship Id="rId115" Type="http://schemas.openxmlformats.org/officeDocument/2006/relationships/image" Target="../media/image327.png"/><Relationship Id="rId61" Type="http://schemas.openxmlformats.org/officeDocument/2006/relationships/image" Target="../media/image300.png"/><Relationship Id="rId82" Type="http://schemas.openxmlformats.org/officeDocument/2006/relationships/customXml" Target="../ink/ink315.xml"/><Relationship Id="rId19" Type="http://schemas.openxmlformats.org/officeDocument/2006/relationships/image" Target="../media/image281.png"/><Relationship Id="rId14" Type="http://schemas.openxmlformats.org/officeDocument/2006/relationships/customXml" Target="../ink/ink281.xml"/><Relationship Id="rId30" Type="http://schemas.openxmlformats.org/officeDocument/2006/relationships/customXml" Target="../ink/ink289.xml"/><Relationship Id="rId35" Type="http://schemas.openxmlformats.org/officeDocument/2006/relationships/image" Target="../media/image289.png"/><Relationship Id="rId56" Type="http://schemas.openxmlformats.org/officeDocument/2006/relationships/customXml" Target="../ink/ink302.xml"/><Relationship Id="rId77" Type="http://schemas.openxmlformats.org/officeDocument/2006/relationships/image" Target="../media/image308.png"/><Relationship Id="rId100" Type="http://schemas.openxmlformats.org/officeDocument/2006/relationships/customXml" Target="../ink/ink324.xml"/><Relationship Id="rId105" Type="http://schemas.openxmlformats.org/officeDocument/2006/relationships/image" Target="../media/image322.png"/><Relationship Id="rId8" Type="http://schemas.openxmlformats.org/officeDocument/2006/relationships/customXml" Target="../ink/ink278.xml"/><Relationship Id="rId51" Type="http://schemas.openxmlformats.org/officeDocument/2006/relationships/image" Target="../media/image296.png"/><Relationship Id="rId72" Type="http://schemas.openxmlformats.org/officeDocument/2006/relationships/customXml" Target="../ink/ink310.xml"/><Relationship Id="rId93" Type="http://schemas.openxmlformats.org/officeDocument/2006/relationships/image" Target="../media/image316.png"/><Relationship Id="rId98" Type="http://schemas.openxmlformats.org/officeDocument/2006/relationships/customXml" Target="../ink/ink323.xml"/><Relationship Id="rId121" Type="http://schemas.openxmlformats.org/officeDocument/2006/relationships/image" Target="../media/image330.png"/><Relationship Id="rId3" Type="http://schemas.openxmlformats.org/officeDocument/2006/relationships/image" Target="../media/image274.png"/><Relationship Id="rId25" Type="http://schemas.openxmlformats.org/officeDocument/2006/relationships/image" Target="../media/image284.png"/><Relationship Id="rId46" Type="http://schemas.openxmlformats.org/officeDocument/2006/relationships/customXml" Target="../ink/ink297.xml"/><Relationship Id="rId67" Type="http://schemas.openxmlformats.org/officeDocument/2006/relationships/image" Target="../media/image303.png"/><Relationship Id="rId116" Type="http://schemas.openxmlformats.org/officeDocument/2006/relationships/customXml" Target="../ink/ink332.xml"/><Relationship Id="rId20" Type="http://schemas.openxmlformats.org/officeDocument/2006/relationships/customXml" Target="../ink/ink284.xml"/><Relationship Id="rId41" Type="http://schemas.openxmlformats.org/officeDocument/2006/relationships/image" Target="../media/image292.png"/><Relationship Id="rId62" Type="http://schemas.openxmlformats.org/officeDocument/2006/relationships/customXml" Target="../ink/ink305.xml"/><Relationship Id="rId83" Type="http://schemas.openxmlformats.org/officeDocument/2006/relationships/image" Target="../media/image311.png"/><Relationship Id="rId88" Type="http://schemas.openxmlformats.org/officeDocument/2006/relationships/customXml" Target="../ink/ink318.xml"/><Relationship Id="rId111" Type="http://schemas.openxmlformats.org/officeDocument/2006/relationships/image" Target="../media/image325.png"/><Relationship Id="rId15" Type="http://schemas.openxmlformats.org/officeDocument/2006/relationships/image" Target="../media/image279.png"/><Relationship Id="rId36" Type="http://schemas.openxmlformats.org/officeDocument/2006/relationships/customXml" Target="../ink/ink292.xml"/><Relationship Id="rId57" Type="http://schemas.openxmlformats.org/officeDocument/2006/relationships/image" Target="../media/image298.png"/><Relationship Id="rId106" Type="http://schemas.openxmlformats.org/officeDocument/2006/relationships/customXml" Target="../ink/ink327.xml"/><Relationship Id="rId10" Type="http://schemas.openxmlformats.org/officeDocument/2006/relationships/customXml" Target="../ink/ink279.xml"/><Relationship Id="rId31" Type="http://schemas.openxmlformats.org/officeDocument/2006/relationships/image" Target="../media/image287.png"/><Relationship Id="rId52" Type="http://schemas.openxmlformats.org/officeDocument/2006/relationships/customXml" Target="../ink/ink300.xml"/><Relationship Id="rId73" Type="http://schemas.openxmlformats.org/officeDocument/2006/relationships/image" Target="../media/image306.png"/><Relationship Id="rId78" Type="http://schemas.openxmlformats.org/officeDocument/2006/relationships/customXml" Target="../ink/ink313.xml"/><Relationship Id="rId94" Type="http://schemas.openxmlformats.org/officeDocument/2006/relationships/customXml" Target="../ink/ink321.xml"/><Relationship Id="rId99" Type="http://schemas.openxmlformats.org/officeDocument/2006/relationships/image" Target="../media/image319.png"/><Relationship Id="rId101" Type="http://schemas.openxmlformats.org/officeDocument/2006/relationships/image" Target="../media/image320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7.xml"/><Relationship Id="rId117" Type="http://schemas.openxmlformats.org/officeDocument/2006/relationships/image" Target="../media/image386.png"/><Relationship Id="rId21" Type="http://schemas.openxmlformats.org/officeDocument/2006/relationships/image" Target="../media/image339.png"/><Relationship Id="rId42" Type="http://schemas.openxmlformats.org/officeDocument/2006/relationships/customXml" Target="../ink/ink355.xml"/><Relationship Id="rId47" Type="http://schemas.openxmlformats.org/officeDocument/2006/relationships/image" Target="../media/image116.png"/><Relationship Id="rId63" Type="http://schemas.openxmlformats.org/officeDocument/2006/relationships/image" Target="../media/image359.png"/><Relationship Id="rId68" Type="http://schemas.openxmlformats.org/officeDocument/2006/relationships/customXml" Target="../ink/ink368.xml"/><Relationship Id="rId84" Type="http://schemas.openxmlformats.org/officeDocument/2006/relationships/customXml" Target="../ink/ink376.xml"/><Relationship Id="rId89" Type="http://schemas.openxmlformats.org/officeDocument/2006/relationships/image" Target="../media/image372.png"/><Relationship Id="rId112" Type="http://schemas.openxmlformats.org/officeDocument/2006/relationships/customXml" Target="../ink/ink390.xml"/><Relationship Id="rId16" Type="http://schemas.openxmlformats.org/officeDocument/2006/relationships/customXml" Target="../ink/ink342.xml"/><Relationship Id="rId107" Type="http://schemas.openxmlformats.org/officeDocument/2006/relationships/image" Target="../media/image381.png"/><Relationship Id="rId11" Type="http://schemas.openxmlformats.org/officeDocument/2006/relationships/image" Target="../media/image335.png"/><Relationship Id="rId32" Type="http://schemas.openxmlformats.org/officeDocument/2006/relationships/customXml" Target="../ink/ink350.xml"/><Relationship Id="rId37" Type="http://schemas.openxmlformats.org/officeDocument/2006/relationships/image" Target="../media/image347.png"/><Relationship Id="rId53" Type="http://schemas.openxmlformats.org/officeDocument/2006/relationships/image" Target="../media/image354.png"/><Relationship Id="rId58" Type="http://schemas.openxmlformats.org/officeDocument/2006/relationships/customXml" Target="../ink/ink363.xml"/><Relationship Id="rId74" Type="http://schemas.openxmlformats.org/officeDocument/2006/relationships/customXml" Target="../ink/ink371.xml"/><Relationship Id="rId79" Type="http://schemas.openxmlformats.org/officeDocument/2006/relationships/image" Target="../media/image367.png"/><Relationship Id="rId102" Type="http://schemas.openxmlformats.org/officeDocument/2006/relationships/customXml" Target="../ink/ink385.xml"/><Relationship Id="rId5" Type="http://schemas.openxmlformats.org/officeDocument/2006/relationships/image" Target="../media/image332.png"/><Relationship Id="rId90" Type="http://schemas.openxmlformats.org/officeDocument/2006/relationships/customXml" Target="../ink/ink379.xml"/><Relationship Id="rId95" Type="http://schemas.openxmlformats.org/officeDocument/2006/relationships/image" Target="../media/image375.png"/><Relationship Id="rId22" Type="http://schemas.openxmlformats.org/officeDocument/2006/relationships/customXml" Target="../ink/ink345.xml"/><Relationship Id="rId27" Type="http://schemas.openxmlformats.org/officeDocument/2006/relationships/image" Target="../media/image342.png"/><Relationship Id="rId43" Type="http://schemas.openxmlformats.org/officeDocument/2006/relationships/image" Target="../media/image350.png"/><Relationship Id="rId48" Type="http://schemas.openxmlformats.org/officeDocument/2006/relationships/customXml" Target="../ink/ink358.xml"/><Relationship Id="rId64" Type="http://schemas.openxmlformats.org/officeDocument/2006/relationships/customXml" Target="../ink/ink366.xml"/><Relationship Id="rId69" Type="http://schemas.openxmlformats.org/officeDocument/2006/relationships/image" Target="../media/image362.png"/><Relationship Id="rId113" Type="http://schemas.openxmlformats.org/officeDocument/2006/relationships/image" Target="../media/image384.png"/><Relationship Id="rId118" Type="http://schemas.openxmlformats.org/officeDocument/2006/relationships/customXml" Target="../ink/ink393.xml"/><Relationship Id="rId80" Type="http://schemas.openxmlformats.org/officeDocument/2006/relationships/customXml" Target="../ink/ink374.xml"/><Relationship Id="rId85" Type="http://schemas.openxmlformats.org/officeDocument/2006/relationships/image" Target="../media/image370.png"/><Relationship Id="rId12" Type="http://schemas.openxmlformats.org/officeDocument/2006/relationships/customXml" Target="../ink/ink340.xml"/><Relationship Id="rId17" Type="http://schemas.openxmlformats.org/officeDocument/2006/relationships/image" Target="../media/image338.png"/><Relationship Id="rId33" Type="http://schemas.openxmlformats.org/officeDocument/2006/relationships/image" Target="../media/image345.png"/><Relationship Id="rId38" Type="http://schemas.openxmlformats.org/officeDocument/2006/relationships/customXml" Target="../ink/ink353.xml"/><Relationship Id="rId59" Type="http://schemas.openxmlformats.org/officeDocument/2006/relationships/image" Target="../media/image357.png"/><Relationship Id="rId103" Type="http://schemas.openxmlformats.org/officeDocument/2006/relationships/image" Target="../media/image379.png"/><Relationship Id="rId108" Type="http://schemas.openxmlformats.org/officeDocument/2006/relationships/customXml" Target="../ink/ink388.xml"/><Relationship Id="rId54" Type="http://schemas.openxmlformats.org/officeDocument/2006/relationships/customXml" Target="../ink/ink361.xml"/><Relationship Id="rId70" Type="http://schemas.openxmlformats.org/officeDocument/2006/relationships/customXml" Target="../ink/ink369.xml"/><Relationship Id="rId75" Type="http://schemas.openxmlformats.org/officeDocument/2006/relationships/image" Target="../media/image365.png"/><Relationship Id="rId91" Type="http://schemas.openxmlformats.org/officeDocument/2006/relationships/image" Target="../media/image373.png"/><Relationship Id="rId96" Type="http://schemas.openxmlformats.org/officeDocument/2006/relationships/customXml" Target="../ink/ink3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7.xml"/><Relationship Id="rId23" Type="http://schemas.openxmlformats.org/officeDocument/2006/relationships/image" Target="../media/image340.png"/><Relationship Id="rId28" Type="http://schemas.openxmlformats.org/officeDocument/2006/relationships/customXml" Target="../ink/ink348.xml"/><Relationship Id="rId49" Type="http://schemas.openxmlformats.org/officeDocument/2006/relationships/image" Target="../media/image352.png"/><Relationship Id="rId114" Type="http://schemas.openxmlformats.org/officeDocument/2006/relationships/customXml" Target="../ink/ink391.xml"/><Relationship Id="rId119" Type="http://schemas.openxmlformats.org/officeDocument/2006/relationships/image" Target="../media/image387.png"/><Relationship Id="rId44" Type="http://schemas.openxmlformats.org/officeDocument/2006/relationships/customXml" Target="../ink/ink356.xml"/><Relationship Id="rId60" Type="http://schemas.openxmlformats.org/officeDocument/2006/relationships/customXml" Target="../ink/ink364.xml"/><Relationship Id="rId65" Type="http://schemas.openxmlformats.org/officeDocument/2006/relationships/image" Target="../media/image360.png"/><Relationship Id="rId81" Type="http://schemas.openxmlformats.org/officeDocument/2006/relationships/image" Target="../media/image368.png"/><Relationship Id="rId86" Type="http://schemas.openxmlformats.org/officeDocument/2006/relationships/customXml" Target="../ink/ink377.xml"/><Relationship Id="rId4" Type="http://schemas.openxmlformats.org/officeDocument/2006/relationships/customXml" Target="../ink/ink336.xml"/><Relationship Id="rId9" Type="http://schemas.openxmlformats.org/officeDocument/2006/relationships/image" Target="../media/image334.png"/><Relationship Id="rId13" Type="http://schemas.openxmlformats.org/officeDocument/2006/relationships/image" Target="../media/image336.png"/><Relationship Id="rId18" Type="http://schemas.openxmlformats.org/officeDocument/2006/relationships/customXml" Target="../ink/ink343.xml"/><Relationship Id="rId39" Type="http://schemas.openxmlformats.org/officeDocument/2006/relationships/image" Target="../media/image348.png"/><Relationship Id="rId109" Type="http://schemas.openxmlformats.org/officeDocument/2006/relationships/image" Target="../media/image382.png"/><Relationship Id="rId34" Type="http://schemas.openxmlformats.org/officeDocument/2006/relationships/customXml" Target="../ink/ink351.xml"/><Relationship Id="rId50" Type="http://schemas.openxmlformats.org/officeDocument/2006/relationships/customXml" Target="../ink/ink359.xml"/><Relationship Id="rId55" Type="http://schemas.openxmlformats.org/officeDocument/2006/relationships/image" Target="../media/image355.png"/><Relationship Id="rId76" Type="http://schemas.openxmlformats.org/officeDocument/2006/relationships/customXml" Target="../ink/ink372.xml"/><Relationship Id="rId97" Type="http://schemas.openxmlformats.org/officeDocument/2006/relationships/image" Target="../media/image376.png"/><Relationship Id="rId104" Type="http://schemas.openxmlformats.org/officeDocument/2006/relationships/customXml" Target="../ink/ink386.xml"/><Relationship Id="rId120" Type="http://schemas.openxmlformats.org/officeDocument/2006/relationships/customXml" Target="../ink/ink394.xml"/><Relationship Id="rId7" Type="http://schemas.openxmlformats.org/officeDocument/2006/relationships/image" Target="../media/image333.png"/><Relationship Id="rId71" Type="http://schemas.openxmlformats.org/officeDocument/2006/relationships/image" Target="../media/image363.png"/><Relationship Id="rId92" Type="http://schemas.openxmlformats.org/officeDocument/2006/relationships/customXml" Target="../ink/ink380.xml"/><Relationship Id="rId2" Type="http://schemas.openxmlformats.org/officeDocument/2006/relationships/customXml" Target="../ink/ink335.xml"/><Relationship Id="rId29" Type="http://schemas.openxmlformats.org/officeDocument/2006/relationships/image" Target="../media/image343.png"/><Relationship Id="rId24" Type="http://schemas.openxmlformats.org/officeDocument/2006/relationships/customXml" Target="../ink/ink346.xml"/><Relationship Id="rId40" Type="http://schemas.openxmlformats.org/officeDocument/2006/relationships/customXml" Target="../ink/ink354.xml"/><Relationship Id="rId45" Type="http://schemas.openxmlformats.org/officeDocument/2006/relationships/image" Target="../media/image351.png"/><Relationship Id="rId66" Type="http://schemas.openxmlformats.org/officeDocument/2006/relationships/customXml" Target="../ink/ink367.xml"/><Relationship Id="rId87" Type="http://schemas.openxmlformats.org/officeDocument/2006/relationships/image" Target="../media/image371.png"/><Relationship Id="rId110" Type="http://schemas.openxmlformats.org/officeDocument/2006/relationships/customXml" Target="../ink/ink389.xml"/><Relationship Id="rId115" Type="http://schemas.openxmlformats.org/officeDocument/2006/relationships/image" Target="../media/image385.png"/><Relationship Id="rId61" Type="http://schemas.openxmlformats.org/officeDocument/2006/relationships/image" Target="../media/image358.png"/><Relationship Id="rId82" Type="http://schemas.openxmlformats.org/officeDocument/2006/relationships/customXml" Target="../ink/ink375.xml"/><Relationship Id="rId19" Type="http://schemas.openxmlformats.org/officeDocument/2006/relationships/image" Target="../media/image158.png"/><Relationship Id="rId14" Type="http://schemas.openxmlformats.org/officeDocument/2006/relationships/customXml" Target="../ink/ink341.xml"/><Relationship Id="rId30" Type="http://schemas.openxmlformats.org/officeDocument/2006/relationships/customXml" Target="../ink/ink349.xml"/><Relationship Id="rId35" Type="http://schemas.openxmlformats.org/officeDocument/2006/relationships/image" Target="../media/image346.png"/><Relationship Id="rId56" Type="http://schemas.openxmlformats.org/officeDocument/2006/relationships/customXml" Target="../ink/ink362.xml"/><Relationship Id="rId77" Type="http://schemas.openxmlformats.org/officeDocument/2006/relationships/image" Target="../media/image366.png"/><Relationship Id="rId100" Type="http://schemas.openxmlformats.org/officeDocument/2006/relationships/customXml" Target="../ink/ink384.xml"/><Relationship Id="rId105" Type="http://schemas.openxmlformats.org/officeDocument/2006/relationships/image" Target="../media/image380.png"/><Relationship Id="rId8" Type="http://schemas.openxmlformats.org/officeDocument/2006/relationships/customXml" Target="../ink/ink338.xml"/><Relationship Id="rId51" Type="http://schemas.openxmlformats.org/officeDocument/2006/relationships/image" Target="../media/image353.png"/><Relationship Id="rId72" Type="http://schemas.openxmlformats.org/officeDocument/2006/relationships/customXml" Target="../ink/ink370.xml"/><Relationship Id="rId93" Type="http://schemas.openxmlformats.org/officeDocument/2006/relationships/image" Target="../media/image374.png"/><Relationship Id="rId98" Type="http://schemas.openxmlformats.org/officeDocument/2006/relationships/customXml" Target="../ink/ink383.xml"/><Relationship Id="rId121" Type="http://schemas.openxmlformats.org/officeDocument/2006/relationships/image" Target="../media/image388.png"/><Relationship Id="rId3" Type="http://schemas.openxmlformats.org/officeDocument/2006/relationships/image" Target="../media/image331.png"/><Relationship Id="rId25" Type="http://schemas.openxmlformats.org/officeDocument/2006/relationships/image" Target="../media/image341.png"/><Relationship Id="rId46" Type="http://schemas.openxmlformats.org/officeDocument/2006/relationships/customXml" Target="../ink/ink357.xml"/><Relationship Id="rId67" Type="http://schemas.openxmlformats.org/officeDocument/2006/relationships/image" Target="../media/image361.png"/><Relationship Id="rId116" Type="http://schemas.openxmlformats.org/officeDocument/2006/relationships/customXml" Target="../ink/ink392.xml"/><Relationship Id="rId20" Type="http://schemas.openxmlformats.org/officeDocument/2006/relationships/customXml" Target="../ink/ink344.xml"/><Relationship Id="rId41" Type="http://schemas.openxmlformats.org/officeDocument/2006/relationships/image" Target="../media/image349.png"/><Relationship Id="rId62" Type="http://schemas.openxmlformats.org/officeDocument/2006/relationships/customXml" Target="../ink/ink365.xml"/><Relationship Id="rId83" Type="http://schemas.openxmlformats.org/officeDocument/2006/relationships/image" Target="../media/image369.png"/><Relationship Id="rId88" Type="http://schemas.openxmlformats.org/officeDocument/2006/relationships/customXml" Target="../ink/ink378.xml"/><Relationship Id="rId111" Type="http://schemas.openxmlformats.org/officeDocument/2006/relationships/image" Target="../media/image383.png"/><Relationship Id="rId15" Type="http://schemas.openxmlformats.org/officeDocument/2006/relationships/image" Target="../media/image337.png"/><Relationship Id="rId36" Type="http://schemas.openxmlformats.org/officeDocument/2006/relationships/customXml" Target="../ink/ink352.xml"/><Relationship Id="rId57" Type="http://schemas.openxmlformats.org/officeDocument/2006/relationships/image" Target="../media/image356.png"/><Relationship Id="rId106" Type="http://schemas.openxmlformats.org/officeDocument/2006/relationships/customXml" Target="../ink/ink387.xml"/><Relationship Id="rId10" Type="http://schemas.openxmlformats.org/officeDocument/2006/relationships/customXml" Target="../ink/ink339.xml"/><Relationship Id="rId31" Type="http://schemas.openxmlformats.org/officeDocument/2006/relationships/image" Target="../media/image344.png"/><Relationship Id="rId52" Type="http://schemas.openxmlformats.org/officeDocument/2006/relationships/customXml" Target="../ink/ink360.xml"/><Relationship Id="rId73" Type="http://schemas.openxmlformats.org/officeDocument/2006/relationships/image" Target="../media/image364.png"/><Relationship Id="rId78" Type="http://schemas.openxmlformats.org/officeDocument/2006/relationships/customXml" Target="../ink/ink373.xml"/><Relationship Id="rId94" Type="http://schemas.openxmlformats.org/officeDocument/2006/relationships/customXml" Target="../ink/ink381.xml"/><Relationship Id="rId99" Type="http://schemas.openxmlformats.org/officeDocument/2006/relationships/image" Target="../media/image377.png"/><Relationship Id="rId101" Type="http://schemas.openxmlformats.org/officeDocument/2006/relationships/image" Target="../media/image37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5.png"/><Relationship Id="rId299" Type="http://schemas.openxmlformats.org/officeDocument/2006/relationships/customXml" Target="../ink/ink562.xml"/><Relationship Id="rId21" Type="http://schemas.openxmlformats.org/officeDocument/2006/relationships/image" Target="../media/image398.png"/><Relationship Id="rId63" Type="http://schemas.openxmlformats.org/officeDocument/2006/relationships/image" Target="../media/image418.png"/><Relationship Id="rId159" Type="http://schemas.openxmlformats.org/officeDocument/2006/relationships/customXml" Target="../ink/ink491.xml"/><Relationship Id="rId324" Type="http://schemas.openxmlformats.org/officeDocument/2006/relationships/image" Target="../media/image530.png"/><Relationship Id="rId170" Type="http://schemas.openxmlformats.org/officeDocument/2006/relationships/image" Target="../media/image453.png"/><Relationship Id="rId226" Type="http://schemas.openxmlformats.org/officeDocument/2006/relationships/image" Target="../media/image481.png"/><Relationship Id="rId268" Type="http://schemas.openxmlformats.org/officeDocument/2006/relationships/image" Target="../media/image502.png"/><Relationship Id="rId32" Type="http://schemas.openxmlformats.org/officeDocument/2006/relationships/customXml" Target="../ink/ink410.xml"/><Relationship Id="rId74" Type="http://schemas.openxmlformats.org/officeDocument/2006/relationships/customXml" Target="../ink/ink431.xml"/><Relationship Id="rId128" Type="http://schemas.openxmlformats.org/officeDocument/2006/relationships/customXml" Target="../ink/ink460.xml"/><Relationship Id="rId335" Type="http://schemas.openxmlformats.org/officeDocument/2006/relationships/customXml" Target="../ink/ink580.xml"/><Relationship Id="rId5" Type="http://schemas.openxmlformats.org/officeDocument/2006/relationships/image" Target="../media/image390.png"/><Relationship Id="rId181" Type="http://schemas.openxmlformats.org/officeDocument/2006/relationships/customXml" Target="../ink/ink503.xml"/><Relationship Id="rId237" Type="http://schemas.openxmlformats.org/officeDocument/2006/relationships/customXml" Target="../ink/ink531.xml"/><Relationship Id="rId279" Type="http://schemas.openxmlformats.org/officeDocument/2006/relationships/customXml" Target="../ink/ink552.xml"/><Relationship Id="rId43" Type="http://schemas.openxmlformats.org/officeDocument/2006/relationships/image" Target="../media/image409.png"/><Relationship Id="rId139" Type="http://schemas.openxmlformats.org/officeDocument/2006/relationships/customXml" Target="../ink/ink471.xml"/><Relationship Id="rId290" Type="http://schemas.openxmlformats.org/officeDocument/2006/relationships/image" Target="../media/image513.png"/><Relationship Id="rId304" Type="http://schemas.openxmlformats.org/officeDocument/2006/relationships/image" Target="../media/image520.png"/><Relationship Id="rId346" Type="http://schemas.openxmlformats.org/officeDocument/2006/relationships/image" Target="../media/image541.png"/><Relationship Id="rId85" Type="http://schemas.openxmlformats.org/officeDocument/2006/relationships/image" Target="../media/image429.png"/><Relationship Id="rId150" Type="http://schemas.openxmlformats.org/officeDocument/2006/relationships/customXml" Target="../ink/ink482.xml"/><Relationship Id="rId192" Type="http://schemas.openxmlformats.org/officeDocument/2006/relationships/image" Target="../media/image464.png"/><Relationship Id="rId206" Type="http://schemas.openxmlformats.org/officeDocument/2006/relationships/image" Target="../media/image471.png"/><Relationship Id="rId248" Type="http://schemas.openxmlformats.org/officeDocument/2006/relationships/image" Target="../media/image492.png"/><Relationship Id="rId12" Type="http://schemas.openxmlformats.org/officeDocument/2006/relationships/customXml" Target="../ink/ink400.xml"/><Relationship Id="rId108" Type="http://schemas.openxmlformats.org/officeDocument/2006/relationships/customXml" Target="../ink/ink448.xml"/><Relationship Id="rId315" Type="http://schemas.openxmlformats.org/officeDocument/2006/relationships/customXml" Target="../ink/ink570.xml"/><Relationship Id="rId54" Type="http://schemas.openxmlformats.org/officeDocument/2006/relationships/customXml" Target="../ink/ink421.xml"/><Relationship Id="rId96" Type="http://schemas.openxmlformats.org/officeDocument/2006/relationships/customXml" Target="../ink/ink442.xml"/><Relationship Id="rId161" Type="http://schemas.openxmlformats.org/officeDocument/2006/relationships/customXml" Target="../ink/ink493.xml"/><Relationship Id="rId217" Type="http://schemas.openxmlformats.org/officeDocument/2006/relationships/customXml" Target="../ink/ink521.xml"/><Relationship Id="rId259" Type="http://schemas.openxmlformats.org/officeDocument/2006/relationships/customXml" Target="../ink/ink542.xml"/><Relationship Id="rId23" Type="http://schemas.openxmlformats.org/officeDocument/2006/relationships/image" Target="../media/image399.png"/><Relationship Id="rId119" Type="http://schemas.openxmlformats.org/officeDocument/2006/relationships/image" Target="../media/image446.png"/><Relationship Id="rId270" Type="http://schemas.openxmlformats.org/officeDocument/2006/relationships/image" Target="../media/image503.png"/><Relationship Id="rId326" Type="http://schemas.openxmlformats.org/officeDocument/2006/relationships/image" Target="../media/image531.png"/><Relationship Id="rId65" Type="http://schemas.openxmlformats.org/officeDocument/2006/relationships/image" Target="../media/image419.png"/><Relationship Id="rId130" Type="http://schemas.openxmlformats.org/officeDocument/2006/relationships/customXml" Target="../ink/ink462.xml"/><Relationship Id="rId172" Type="http://schemas.openxmlformats.org/officeDocument/2006/relationships/image" Target="../media/image454.png"/><Relationship Id="rId228" Type="http://schemas.openxmlformats.org/officeDocument/2006/relationships/image" Target="../media/image482.png"/><Relationship Id="rId281" Type="http://schemas.openxmlformats.org/officeDocument/2006/relationships/customXml" Target="../ink/ink553.xml"/><Relationship Id="rId337" Type="http://schemas.openxmlformats.org/officeDocument/2006/relationships/customXml" Target="../ink/ink581.xml"/><Relationship Id="rId34" Type="http://schemas.openxmlformats.org/officeDocument/2006/relationships/customXml" Target="../ink/ink411.xml"/><Relationship Id="rId76" Type="http://schemas.openxmlformats.org/officeDocument/2006/relationships/customXml" Target="../ink/ink432.xml"/><Relationship Id="rId141" Type="http://schemas.openxmlformats.org/officeDocument/2006/relationships/customXml" Target="../ink/ink473.xml"/><Relationship Id="rId7" Type="http://schemas.openxmlformats.org/officeDocument/2006/relationships/image" Target="../media/image391.png"/><Relationship Id="rId183" Type="http://schemas.openxmlformats.org/officeDocument/2006/relationships/customXml" Target="../ink/ink504.xml"/><Relationship Id="rId239" Type="http://schemas.openxmlformats.org/officeDocument/2006/relationships/customXml" Target="../ink/ink532.xml"/><Relationship Id="rId250" Type="http://schemas.openxmlformats.org/officeDocument/2006/relationships/image" Target="../media/image493.png"/><Relationship Id="rId292" Type="http://schemas.openxmlformats.org/officeDocument/2006/relationships/image" Target="../media/image514.png"/><Relationship Id="rId306" Type="http://schemas.openxmlformats.org/officeDocument/2006/relationships/image" Target="../media/image521.png"/><Relationship Id="rId45" Type="http://schemas.openxmlformats.org/officeDocument/2006/relationships/image" Target="../media/image410.png"/><Relationship Id="rId87" Type="http://schemas.openxmlformats.org/officeDocument/2006/relationships/image" Target="../media/image430.png"/><Relationship Id="rId110" Type="http://schemas.openxmlformats.org/officeDocument/2006/relationships/customXml" Target="../ink/ink449.xml"/><Relationship Id="rId348" Type="http://schemas.openxmlformats.org/officeDocument/2006/relationships/image" Target="../media/image542.png"/><Relationship Id="rId152" Type="http://schemas.openxmlformats.org/officeDocument/2006/relationships/customXml" Target="../ink/ink484.xml"/><Relationship Id="rId194" Type="http://schemas.openxmlformats.org/officeDocument/2006/relationships/image" Target="../media/image465.png"/><Relationship Id="rId208" Type="http://schemas.openxmlformats.org/officeDocument/2006/relationships/image" Target="../media/image472.png"/><Relationship Id="rId261" Type="http://schemas.openxmlformats.org/officeDocument/2006/relationships/customXml" Target="../ink/ink543.xml"/><Relationship Id="rId14" Type="http://schemas.openxmlformats.org/officeDocument/2006/relationships/customXml" Target="../ink/ink401.xml"/><Relationship Id="rId56" Type="http://schemas.openxmlformats.org/officeDocument/2006/relationships/customXml" Target="../ink/ink422.xml"/><Relationship Id="rId317" Type="http://schemas.openxmlformats.org/officeDocument/2006/relationships/customXml" Target="../ink/ink571.xml"/><Relationship Id="rId8" Type="http://schemas.openxmlformats.org/officeDocument/2006/relationships/customXml" Target="../ink/ink398.xml"/><Relationship Id="rId98" Type="http://schemas.openxmlformats.org/officeDocument/2006/relationships/customXml" Target="../ink/ink443.xml"/><Relationship Id="rId121" Type="http://schemas.openxmlformats.org/officeDocument/2006/relationships/image" Target="../media/image447.png"/><Relationship Id="rId142" Type="http://schemas.openxmlformats.org/officeDocument/2006/relationships/customXml" Target="../ink/ink474.xml"/><Relationship Id="rId163" Type="http://schemas.openxmlformats.org/officeDocument/2006/relationships/customXml" Target="../ink/ink494.xml"/><Relationship Id="rId184" Type="http://schemas.openxmlformats.org/officeDocument/2006/relationships/image" Target="../media/image460.png"/><Relationship Id="rId219" Type="http://schemas.openxmlformats.org/officeDocument/2006/relationships/customXml" Target="../ink/ink522.xml"/><Relationship Id="rId230" Type="http://schemas.openxmlformats.org/officeDocument/2006/relationships/image" Target="../media/image483.png"/><Relationship Id="rId251" Type="http://schemas.openxmlformats.org/officeDocument/2006/relationships/customXml" Target="../ink/ink538.xml"/><Relationship Id="rId25" Type="http://schemas.openxmlformats.org/officeDocument/2006/relationships/image" Target="../media/image400.png"/><Relationship Id="rId46" Type="http://schemas.openxmlformats.org/officeDocument/2006/relationships/customXml" Target="../ink/ink417.xml"/><Relationship Id="rId67" Type="http://schemas.openxmlformats.org/officeDocument/2006/relationships/image" Target="../media/image420.png"/><Relationship Id="rId272" Type="http://schemas.openxmlformats.org/officeDocument/2006/relationships/image" Target="../media/image504.png"/><Relationship Id="rId293" Type="http://schemas.openxmlformats.org/officeDocument/2006/relationships/customXml" Target="../ink/ink559.xml"/><Relationship Id="rId307" Type="http://schemas.openxmlformats.org/officeDocument/2006/relationships/customXml" Target="../ink/ink566.xml"/><Relationship Id="rId328" Type="http://schemas.openxmlformats.org/officeDocument/2006/relationships/image" Target="../media/image532.png"/><Relationship Id="rId349" Type="http://schemas.openxmlformats.org/officeDocument/2006/relationships/customXml" Target="../ink/ink587.xml"/><Relationship Id="rId88" Type="http://schemas.openxmlformats.org/officeDocument/2006/relationships/customXml" Target="../ink/ink438.xml"/><Relationship Id="rId111" Type="http://schemas.openxmlformats.org/officeDocument/2006/relationships/image" Target="../media/image442.png"/><Relationship Id="rId132" Type="http://schemas.openxmlformats.org/officeDocument/2006/relationships/customXml" Target="../ink/ink464.xml"/><Relationship Id="rId153" Type="http://schemas.openxmlformats.org/officeDocument/2006/relationships/customXml" Target="../ink/ink485.xml"/><Relationship Id="rId174" Type="http://schemas.openxmlformats.org/officeDocument/2006/relationships/image" Target="../media/image455.png"/><Relationship Id="rId195" Type="http://schemas.openxmlformats.org/officeDocument/2006/relationships/customXml" Target="../ink/ink510.xml"/><Relationship Id="rId209" Type="http://schemas.openxmlformats.org/officeDocument/2006/relationships/customXml" Target="../ink/ink517.xml"/><Relationship Id="rId220" Type="http://schemas.openxmlformats.org/officeDocument/2006/relationships/image" Target="../media/image478.png"/><Relationship Id="rId241" Type="http://schemas.openxmlformats.org/officeDocument/2006/relationships/customXml" Target="../ink/ink533.xml"/><Relationship Id="rId15" Type="http://schemas.openxmlformats.org/officeDocument/2006/relationships/image" Target="../media/image395.png"/><Relationship Id="rId36" Type="http://schemas.openxmlformats.org/officeDocument/2006/relationships/customXml" Target="../ink/ink412.xml"/><Relationship Id="rId57" Type="http://schemas.openxmlformats.org/officeDocument/2006/relationships/image" Target="../media/image416.png"/><Relationship Id="rId262" Type="http://schemas.openxmlformats.org/officeDocument/2006/relationships/image" Target="../media/image499.png"/><Relationship Id="rId283" Type="http://schemas.openxmlformats.org/officeDocument/2006/relationships/customXml" Target="../ink/ink554.xml"/><Relationship Id="rId318" Type="http://schemas.openxmlformats.org/officeDocument/2006/relationships/image" Target="../media/image527.png"/><Relationship Id="rId339" Type="http://schemas.openxmlformats.org/officeDocument/2006/relationships/customXml" Target="../ink/ink582.xml"/><Relationship Id="rId78" Type="http://schemas.openxmlformats.org/officeDocument/2006/relationships/customXml" Target="../ink/ink433.xml"/><Relationship Id="rId99" Type="http://schemas.openxmlformats.org/officeDocument/2006/relationships/image" Target="../media/image436.png"/><Relationship Id="rId101" Type="http://schemas.openxmlformats.org/officeDocument/2006/relationships/image" Target="../media/image437.png"/><Relationship Id="rId122" Type="http://schemas.openxmlformats.org/officeDocument/2006/relationships/customXml" Target="../ink/ink455.xml"/><Relationship Id="rId143" Type="http://schemas.openxmlformats.org/officeDocument/2006/relationships/customXml" Target="../ink/ink475.xml"/><Relationship Id="rId164" Type="http://schemas.openxmlformats.org/officeDocument/2006/relationships/image" Target="../media/image450.png"/><Relationship Id="rId185" Type="http://schemas.openxmlformats.org/officeDocument/2006/relationships/customXml" Target="../ink/ink505.xml"/><Relationship Id="rId350" Type="http://schemas.openxmlformats.org/officeDocument/2006/relationships/image" Target="../media/image543.png"/><Relationship Id="rId9" Type="http://schemas.openxmlformats.org/officeDocument/2006/relationships/image" Target="../media/image392.png"/><Relationship Id="rId210" Type="http://schemas.openxmlformats.org/officeDocument/2006/relationships/image" Target="../media/image473.png"/><Relationship Id="rId26" Type="http://schemas.openxmlformats.org/officeDocument/2006/relationships/customXml" Target="../ink/ink407.xml"/><Relationship Id="rId231" Type="http://schemas.openxmlformats.org/officeDocument/2006/relationships/customXml" Target="../ink/ink528.xml"/><Relationship Id="rId252" Type="http://schemas.openxmlformats.org/officeDocument/2006/relationships/image" Target="../media/image494.png"/><Relationship Id="rId273" Type="http://schemas.openxmlformats.org/officeDocument/2006/relationships/customXml" Target="../ink/ink549.xml"/><Relationship Id="rId294" Type="http://schemas.openxmlformats.org/officeDocument/2006/relationships/image" Target="../media/image515.png"/><Relationship Id="rId308" Type="http://schemas.openxmlformats.org/officeDocument/2006/relationships/image" Target="../media/image522.png"/><Relationship Id="rId329" Type="http://schemas.openxmlformats.org/officeDocument/2006/relationships/customXml" Target="../ink/ink577.xml"/><Relationship Id="rId47" Type="http://schemas.openxmlformats.org/officeDocument/2006/relationships/image" Target="../media/image411.png"/><Relationship Id="rId68" Type="http://schemas.openxmlformats.org/officeDocument/2006/relationships/customXml" Target="../ink/ink428.xml"/><Relationship Id="rId89" Type="http://schemas.openxmlformats.org/officeDocument/2006/relationships/image" Target="../media/image431.png"/><Relationship Id="rId112" Type="http://schemas.openxmlformats.org/officeDocument/2006/relationships/customXml" Target="../ink/ink450.xml"/><Relationship Id="rId133" Type="http://schemas.openxmlformats.org/officeDocument/2006/relationships/customXml" Target="../ink/ink465.xml"/><Relationship Id="rId154" Type="http://schemas.openxmlformats.org/officeDocument/2006/relationships/customXml" Target="../ink/ink486.xml"/><Relationship Id="rId175" Type="http://schemas.openxmlformats.org/officeDocument/2006/relationships/customXml" Target="../ink/ink500.xml"/><Relationship Id="rId340" Type="http://schemas.openxmlformats.org/officeDocument/2006/relationships/image" Target="../media/image538.png"/><Relationship Id="rId196" Type="http://schemas.openxmlformats.org/officeDocument/2006/relationships/image" Target="../media/image466.png"/><Relationship Id="rId200" Type="http://schemas.openxmlformats.org/officeDocument/2006/relationships/image" Target="../media/image468.png"/><Relationship Id="rId16" Type="http://schemas.openxmlformats.org/officeDocument/2006/relationships/customXml" Target="../ink/ink402.xml"/><Relationship Id="rId221" Type="http://schemas.openxmlformats.org/officeDocument/2006/relationships/customXml" Target="../ink/ink523.xml"/><Relationship Id="rId242" Type="http://schemas.openxmlformats.org/officeDocument/2006/relationships/image" Target="../media/image489.png"/><Relationship Id="rId263" Type="http://schemas.openxmlformats.org/officeDocument/2006/relationships/customXml" Target="../ink/ink544.xml"/><Relationship Id="rId284" Type="http://schemas.openxmlformats.org/officeDocument/2006/relationships/image" Target="../media/image510.png"/><Relationship Id="rId319" Type="http://schemas.openxmlformats.org/officeDocument/2006/relationships/customXml" Target="../ink/ink572.xml"/><Relationship Id="rId37" Type="http://schemas.openxmlformats.org/officeDocument/2006/relationships/image" Target="../media/image406.png"/><Relationship Id="rId58" Type="http://schemas.openxmlformats.org/officeDocument/2006/relationships/customXml" Target="../ink/ink423.xml"/><Relationship Id="rId79" Type="http://schemas.openxmlformats.org/officeDocument/2006/relationships/image" Target="../media/image426.png"/><Relationship Id="rId102" Type="http://schemas.openxmlformats.org/officeDocument/2006/relationships/customXml" Target="../ink/ink445.xml"/><Relationship Id="rId123" Type="http://schemas.openxmlformats.org/officeDocument/2006/relationships/image" Target="../media/image448.png"/><Relationship Id="rId144" Type="http://schemas.openxmlformats.org/officeDocument/2006/relationships/customXml" Target="../ink/ink476.xml"/><Relationship Id="rId330" Type="http://schemas.openxmlformats.org/officeDocument/2006/relationships/image" Target="../media/image533.png"/><Relationship Id="rId90" Type="http://schemas.openxmlformats.org/officeDocument/2006/relationships/customXml" Target="../ink/ink439.xml"/><Relationship Id="rId165" Type="http://schemas.openxmlformats.org/officeDocument/2006/relationships/customXml" Target="../ink/ink495.xml"/><Relationship Id="rId186" Type="http://schemas.openxmlformats.org/officeDocument/2006/relationships/image" Target="../media/image461.png"/><Relationship Id="rId351" Type="http://schemas.openxmlformats.org/officeDocument/2006/relationships/customXml" Target="../ink/ink588.xml"/><Relationship Id="rId211" Type="http://schemas.openxmlformats.org/officeDocument/2006/relationships/customXml" Target="../ink/ink518.xml"/><Relationship Id="rId232" Type="http://schemas.openxmlformats.org/officeDocument/2006/relationships/image" Target="../media/image484.png"/><Relationship Id="rId253" Type="http://schemas.openxmlformats.org/officeDocument/2006/relationships/customXml" Target="../ink/ink539.xml"/><Relationship Id="rId274" Type="http://schemas.openxmlformats.org/officeDocument/2006/relationships/image" Target="../media/image505.png"/><Relationship Id="rId295" Type="http://schemas.openxmlformats.org/officeDocument/2006/relationships/customXml" Target="../ink/ink560.xml"/><Relationship Id="rId309" Type="http://schemas.openxmlformats.org/officeDocument/2006/relationships/customXml" Target="../ink/ink567.xml"/><Relationship Id="rId27" Type="http://schemas.openxmlformats.org/officeDocument/2006/relationships/image" Target="../media/image401.png"/><Relationship Id="rId48" Type="http://schemas.openxmlformats.org/officeDocument/2006/relationships/customXml" Target="../ink/ink418.xml"/><Relationship Id="rId69" Type="http://schemas.openxmlformats.org/officeDocument/2006/relationships/image" Target="../media/image421.png"/><Relationship Id="rId113" Type="http://schemas.openxmlformats.org/officeDocument/2006/relationships/image" Target="../media/image443.png"/><Relationship Id="rId134" Type="http://schemas.openxmlformats.org/officeDocument/2006/relationships/customXml" Target="../ink/ink466.xml"/><Relationship Id="rId320" Type="http://schemas.openxmlformats.org/officeDocument/2006/relationships/image" Target="../media/image528.png"/><Relationship Id="rId80" Type="http://schemas.openxmlformats.org/officeDocument/2006/relationships/customXml" Target="../ink/ink434.xml"/><Relationship Id="rId155" Type="http://schemas.openxmlformats.org/officeDocument/2006/relationships/customXml" Target="../ink/ink487.xml"/><Relationship Id="rId176" Type="http://schemas.openxmlformats.org/officeDocument/2006/relationships/image" Target="../media/image456.png"/><Relationship Id="rId197" Type="http://schemas.openxmlformats.org/officeDocument/2006/relationships/customXml" Target="../ink/ink511.xml"/><Relationship Id="rId341" Type="http://schemas.openxmlformats.org/officeDocument/2006/relationships/customXml" Target="../ink/ink583.xml"/><Relationship Id="rId201" Type="http://schemas.openxmlformats.org/officeDocument/2006/relationships/customXml" Target="../ink/ink513.xml"/><Relationship Id="rId222" Type="http://schemas.openxmlformats.org/officeDocument/2006/relationships/image" Target="../media/image479.png"/><Relationship Id="rId243" Type="http://schemas.openxmlformats.org/officeDocument/2006/relationships/customXml" Target="../ink/ink534.xml"/><Relationship Id="rId264" Type="http://schemas.openxmlformats.org/officeDocument/2006/relationships/image" Target="../media/image500.png"/><Relationship Id="rId285" Type="http://schemas.openxmlformats.org/officeDocument/2006/relationships/customXml" Target="../ink/ink555.xml"/><Relationship Id="rId17" Type="http://schemas.openxmlformats.org/officeDocument/2006/relationships/image" Target="../media/image396.png"/><Relationship Id="rId38" Type="http://schemas.openxmlformats.org/officeDocument/2006/relationships/customXml" Target="../ink/ink413.xml"/><Relationship Id="rId59" Type="http://schemas.openxmlformats.org/officeDocument/2006/relationships/image" Target="../media/image105.png"/><Relationship Id="rId103" Type="http://schemas.openxmlformats.org/officeDocument/2006/relationships/image" Target="../media/image438.png"/><Relationship Id="rId124" Type="http://schemas.openxmlformats.org/officeDocument/2006/relationships/customXml" Target="../ink/ink456.xml"/><Relationship Id="rId310" Type="http://schemas.openxmlformats.org/officeDocument/2006/relationships/image" Target="../media/image523.png"/><Relationship Id="rId70" Type="http://schemas.openxmlformats.org/officeDocument/2006/relationships/customXml" Target="../ink/ink429.xml"/><Relationship Id="rId91" Type="http://schemas.openxmlformats.org/officeDocument/2006/relationships/image" Target="../media/image432.png"/><Relationship Id="rId145" Type="http://schemas.openxmlformats.org/officeDocument/2006/relationships/customXml" Target="../ink/ink477.xml"/><Relationship Id="rId166" Type="http://schemas.openxmlformats.org/officeDocument/2006/relationships/image" Target="../media/image451.png"/><Relationship Id="rId187" Type="http://schemas.openxmlformats.org/officeDocument/2006/relationships/customXml" Target="../ink/ink506.xml"/><Relationship Id="rId331" Type="http://schemas.openxmlformats.org/officeDocument/2006/relationships/customXml" Target="../ink/ink578.xml"/><Relationship Id="rId352" Type="http://schemas.openxmlformats.org/officeDocument/2006/relationships/image" Target="../media/image54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74.png"/><Relationship Id="rId233" Type="http://schemas.openxmlformats.org/officeDocument/2006/relationships/customXml" Target="../ink/ink529.xml"/><Relationship Id="rId254" Type="http://schemas.openxmlformats.org/officeDocument/2006/relationships/image" Target="../media/image495.png"/><Relationship Id="rId28" Type="http://schemas.openxmlformats.org/officeDocument/2006/relationships/customXml" Target="../ink/ink408.xml"/><Relationship Id="rId49" Type="http://schemas.openxmlformats.org/officeDocument/2006/relationships/image" Target="../media/image412.png"/><Relationship Id="rId114" Type="http://schemas.openxmlformats.org/officeDocument/2006/relationships/customXml" Target="../ink/ink451.xml"/><Relationship Id="rId275" Type="http://schemas.openxmlformats.org/officeDocument/2006/relationships/customXml" Target="../ink/ink550.xml"/><Relationship Id="rId296" Type="http://schemas.openxmlformats.org/officeDocument/2006/relationships/image" Target="../media/image516.png"/><Relationship Id="rId300" Type="http://schemas.openxmlformats.org/officeDocument/2006/relationships/image" Target="../media/image518.png"/><Relationship Id="rId60" Type="http://schemas.openxmlformats.org/officeDocument/2006/relationships/customXml" Target="../ink/ink424.xml"/><Relationship Id="rId81" Type="http://schemas.openxmlformats.org/officeDocument/2006/relationships/image" Target="../media/image427.png"/><Relationship Id="rId135" Type="http://schemas.openxmlformats.org/officeDocument/2006/relationships/customXml" Target="../ink/ink467.xml"/><Relationship Id="rId156" Type="http://schemas.openxmlformats.org/officeDocument/2006/relationships/customXml" Target="../ink/ink488.xml"/><Relationship Id="rId177" Type="http://schemas.openxmlformats.org/officeDocument/2006/relationships/customXml" Target="../ink/ink501.xml"/><Relationship Id="rId198" Type="http://schemas.openxmlformats.org/officeDocument/2006/relationships/image" Target="../media/image467.png"/><Relationship Id="rId321" Type="http://schemas.openxmlformats.org/officeDocument/2006/relationships/customXml" Target="../ink/ink573.xml"/><Relationship Id="rId342" Type="http://schemas.openxmlformats.org/officeDocument/2006/relationships/image" Target="../media/image539.png"/><Relationship Id="rId202" Type="http://schemas.openxmlformats.org/officeDocument/2006/relationships/image" Target="../media/image469.png"/><Relationship Id="rId223" Type="http://schemas.openxmlformats.org/officeDocument/2006/relationships/customXml" Target="../ink/ink524.xml"/><Relationship Id="rId244" Type="http://schemas.openxmlformats.org/officeDocument/2006/relationships/image" Target="../media/image490.png"/><Relationship Id="rId18" Type="http://schemas.openxmlformats.org/officeDocument/2006/relationships/customXml" Target="../ink/ink403.xml"/><Relationship Id="rId39" Type="http://schemas.openxmlformats.org/officeDocument/2006/relationships/image" Target="../media/image407.png"/><Relationship Id="rId265" Type="http://schemas.openxmlformats.org/officeDocument/2006/relationships/customXml" Target="../ink/ink545.xml"/><Relationship Id="rId286" Type="http://schemas.openxmlformats.org/officeDocument/2006/relationships/image" Target="../media/image511.png"/><Relationship Id="rId50" Type="http://schemas.openxmlformats.org/officeDocument/2006/relationships/customXml" Target="../ink/ink419.xml"/><Relationship Id="rId104" Type="http://schemas.openxmlformats.org/officeDocument/2006/relationships/customXml" Target="../ink/ink446.xml"/><Relationship Id="rId125" Type="http://schemas.openxmlformats.org/officeDocument/2006/relationships/customXml" Target="../ink/ink457.xml"/><Relationship Id="rId146" Type="http://schemas.openxmlformats.org/officeDocument/2006/relationships/customXml" Target="../ink/ink478.xml"/><Relationship Id="rId167" Type="http://schemas.openxmlformats.org/officeDocument/2006/relationships/customXml" Target="../ink/ink496.xml"/><Relationship Id="rId188" Type="http://schemas.openxmlformats.org/officeDocument/2006/relationships/image" Target="../media/image462.png"/><Relationship Id="rId311" Type="http://schemas.openxmlformats.org/officeDocument/2006/relationships/customXml" Target="../ink/ink568.xml"/><Relationship Id="rId332" Type="http://schemas.openxmlformats.org/officeDocument/2006/relationships/image" Target="../media/image534.png"/><Relationship Id="rId71" Type="http://schemas.openxmlformats.org/officeDocument/2006/relationships/image" Target="../media/image422.png"/><Relationship Id="rId92" Type="http://schemas.openxmlformats.org/officeDocument/2006/relationships/customXml" Target="../ink/ink440.xml"/><Relationship Id="rId213" Type="http://schemas.openxmlformats.org/officeDocument/2006/relationships/customXml" Target="../ink/ink519.xml"/><Relationship Id="rId234" Type="http://schemas.openxmlformats.org/officeDocument/2006/relationships/image" Target="../media/image485.png"/><Relationship Id="rId2" Type="http://schemas.openxmlformats.org/officeDocument/2006/relationships/customXml" Target="../ink/ink395.xml"/><Relationship Id="rId29" Type="http://schemas.openxmlformats.org/officeDocument/2006/relationships/image" Target="../media/image402.png"/><Relationship Id="rId255" Type="http://schemas.openxmlformats.org/officeDocument/2006/relationships/customXml" Target="../ink/ink540.xml"/><Relationship Id="rId276" Type="http://schemas.openxmlformats.org/officeDocument/2006/relationships/image" Target="../media/image506.png"/><Relationship Id="rId297" Type="http://schemas.openxmlformats.org/officeDocument/2006/relationships/customXml" Target="../ink/ink561.xml"/><Relationship Id="rId40" Type="http://schemas.openxmlformats.org/officeDocument/2006/relationships/customXml" Target="../ink/ink414.xml"/><Relationship Id="rId115" Type="http://schemas.openxmlformats.org/officeDocument/2006/relationships/image" Target="../media/image444.png"/><Relationship Id="rId136" Type="http://schemas.openxmlformats.org/officeDocument/2006/relationships/customXml" Target="../ink/ink468.xml"/><Relationship Id="rId157" Type="http://schemas.openxmlformats.org/officeDocument/2006/relationships/customXml" Target="../ink/ink489.xml"/><Relationship Id="rId178" Type="http://schemas.openxmlformats.org/officeDocument/2006/relationships/image" Target="../media/image457.png"/><Relationship Id="rId301" Type="http://schemas.openxmlformats.org/officeDocument/2006/relationships/customXml" Target="../ink/ink563.xml"/><Relationship Id="rId322" Type="http://schemas.openxmlformats.org/officeDocument/2006/relationships/image" Target="../media/image529.png"/><Relationship Id="rId343" Type="http://schemas.openxmlformats.org/officeDocument/2006/relationships/customXml" Target="../ink/ink584.xml"/><Relationship Id="rId61" Type="http://schemas.openxmlformats.org/officeDocument/2006/relationships/image" Target="../media/image417.png"/><Relationship Id="rId82" Type="http://schemas.openxmlformats.org/officeDocument/2006/relationships/customXml" Target="../ink/ink435.xml"/><Relationship Id="rId199" Type="http://schemas.openxmlformats.org/officeDocument/2006/relationships/customXml" Target="../ink/ink512.xml"/><Relationship Id="rId203" Type="http://schemas.openxmlformats.org/officeDocument/2006/relationships/customXml" Target="../ink/ink514.xml"/><Relationship Id="rId19" Type="http://schemas.openxmlformats.org/officeDocument/2006/relationships/image" Target="../media/image397.png"/><Relationship Id="rId224" Type="http://schemas.openxmlformats.org/officeDocument/2006/relationships/image" Target="../media/image480.png"/><Relationship Id="rId245" Type="http://schemas.openxmlformats.org/officeDocument/2006/relationships/customXml" Target="../ink/ink535.xml"/><Relationship Id="rId266" Type="http://schemas.openxmlformats.org/officeDocument/2006/relationships/image" Target="../media/image501.png"/><Relationship Id="rId287" Type="http://schemas.openxmlformats.org/officeDocument/2006/relationships/customXml" Target="../ink/ink556.xml"/><Relationship Id="rId30" Type="http://schemas.openxmlformats.org/officeDocument/2006/relationships/customXml" Target="../ink/ink409.xml"/><Relationship Id="rId105" Type="http://schemas.openxmlformats.org/officeDocument/2006/relationships/image" Target="../media/image439.png"/><Relationship Id="rId126" Type="http://schemas.openxmlformats.org/officeDocument/2006/relationships/customXml" Target="../ink/ink458.xml"/><Relationship Id="rId147" Type="http://schemas.openxmlformats.org/officeDocument/2006/relationships/customXml" Target="../ink/ink479.xml"/><Relationship Id="rId168" Type="http://schemas.openxmlformats.org/officeDocument/2006/relationships/image" Target="../media/image452.png"/><Relationship Id="rId312" Type="http://schemas.openxmlformats.org/officeDocument/2006/relationships/image" Target="../media/image524.png"/><Relationship Id="rId333" Type="http://schemas.openxmlformats.org/officeDocument/2006/relationships/customXml" Target="../ink/ink579.xml"/><Relationship Id="rId51" Type="http://schemas.openxmlformats.org/officeDocument/2006/relationships/image" Target="../media/image413.png"/><Relationship Id="rId72" Type="http://schemas.openxmlformats.org/officeDocument/2006/relationships/customXml" Target="../ink/ink430.xml"/><Relationship Id="rId93" Type="http://schemas.openxmlformats.org/officeDocument/2006/relationships/image" Target="../media/image433.png"/><Relationship Id="rId189" Type="http://schemas.openxmlformats.org/officeDocument/2006/relationships/customXml" Target="../ink/ink507.xml"/><Relationship Id="rId3" Type="http://schemas.openxmlformats.org/officeDocument/2006/relationships/image" Target="../media/image389.png"/><Relationship Id="rId214" Type="http://schemas.openxmlformats.org/officeDocument/2006/relationships/image" Target="../media/image475.png"/><Relationship Id="rId235" Type="http://schemas.openxmlformats.org/officeDocument/2006/relationships/customXml" Target="../ink/ink530.xml"/><Relationship Id="rId256" Type="http://schemas.openxmlformats.org/officeDocument/2006/relationships/image" Target="../media/image496.png"/><Relationship Id="rId277" Type="http://schemas.openxmlformats.org/officeDocument/2006/relationships/customXml" Target="../ink/ink551.xml"/><Relationship Id="rId298" Type="http://schemas.openxmlformats.org/officeDocument/2006/relationships/image" Target="../media/image517.png"/><Relationship Id="rId116" Type="http://schemas.openxmlformats.org/officeDocument/2006/relationships/customXml" Target="../ink/ink452.xml"/><Relationship Id="rId137" Type="http://schemas.openxmlformats.org/officeDocument/2006/relationships/customXml" Target="../ink/ink469.xml"/><Relationship Id="rId158" Type="http://schemas.openxmlformats.org/officeDocument/2006/relationships/customXml" Target="../ink/ink490.xml"/><Relationship Id="rId302" Type="http://schemas.openxmlformats.org/officeDocument/2006/relationships/image" Target="../media/image519.png"/><Relationship Id="rId323" Type="http://schemas.openxmlformats.org/officeDocument/2006/relationships/customXml" Target="../ink/ink574.xml"/><Relationship Id="rId344" Type="http://schemas.openxmlformats.org/officeDocument/2006/relationships/image" Target="../media/image540.png"/><Relationship Id="rId20" Type="http://schemas.openxmlformats.org/officeDocument/2006/relationships/customXml" Target="../ink/ink404.xml"/><Relationship Id="rId41" Type="http://schemas.openxmlformats.org/officeDocument/2006/relationships/image" Target="../media/image408.png"/><Relationship Id="rId62" Type="http://schemas.openxmlformats.org/officeDocument/2006/relationships/customXml" Target="../ink/ink425.xml"/><Relationship Id="rId83" Type="http://schemas.openxmlformats.org/officeDocument/2006/relationships/image" Target="../media/image428.png"/><Relationship Id="rId179" Type="http://schemas.openxmlformats.org/officeDocument/2006/relationships/customXml" Target="../ink/ink502.xml"/><Relationship Id="rId190" Type="http://schemas.openxmlformats.org/officeDocument/2006/relationships/image" Target="../media/image463.png"/><Relationship Id="rId204" Type="http://schemas.openxmlformats.org/officeDocument/2006/relationships/image" Target="../media/image470.png"/><Relationship Id="rId225" Type="http://schemas.openxmlformats.org/officeDocument/2006/relationships/customXml" Target="../ink/ink525.xml"/><Relationship Id="rId246" Type="http://schemas.openxmlformats.org/officeDocument/2006/relationships/image" Target="../media/image491.png"/><Relationship Id="rId267" Type="http://schemas.openxmlformats.org/officeDocument/2006/relationships/customXml" Target="../ink/ink546.xml"/><Relationship Id="rId288" Type="http://schemas.openxmlformats.org/officeDocument/2006/relationships/image" Target="../media/image512.png"/><Relationship Id="rId106" Type="http://schemas.openxmlformats.org/officeDocument/2006/relationships/customXml" Target="../ink/ink447.xml"/><Relationship Id="rId127" Type="http://schemas.openxmlformats.org/officeDocument/2006/relationships/customXml" Target="../ink/ink459.xml"/><Relationship Id="rId313" Type="http://schemas.openxmlformats.org/officeDocument/2006/relationships/customXml" Target="../ink/ink569.xml"/><Relationship Id="rId10" Type="http://schemas.openxmlformats.org/officeDocument/2006/relationships/customXml" Target="../ink/ink399.xml"/><Relationship Id="rId31" Type="http://schemas.openxmlformats.org/officeDocument/2006/relationships/image" Target="../media/image403.png"/><Relationship Id="rId52" Type="http://schemas.openxmlformats.org/officeDocument/2006/relationships/customXml" Target="../ink/ink420.xml"/><Relationship Id="rId73" Type="http://schemas.openxmlformats.org/officeDocument/2006/relationships/image" Target="../media/image423.png"/><Relationship Id="rId94" Type="http://schemas.openxmlformats.org/officeDocument/2006/relationships/customXml" Target="../ink/ink441.xml"/><Relationship Id="rId148" Type="http://schemas.openxmlformats.org/officeDocument/2006/relationships/customXml" Target="../ink/ink480.xml"/><Relationship Id="rId169" Type="http://schemas.openxmlformats.org/officeDocument/2006/relationships/customXml" Target="../ink/ink497.xml"/><Relationship Id="rId334" Type="http://schemas.openxmlformats.org/officeDocument/2006/relationships/image" Target="../media/image535.png"/><Relationship Id="rId4" Type="http://schemas.openxmlformats.org/officeDocument/2006/relationships/customXml" Target="../ink/ink396.xml"/><Relationship Id="rId180" Type="http://schemas.openxmlformats.org/officeDocument/2006/relationships/image" Target="../media/image458.png"/><Relationship Id="rId215" Type="http://schemas.openxmlformats.org/officeDocument/2006/relationships/customXml" Target="../ink/ink520.xml"/><Relationship Id="rId236" Type="http://schemas.openxmlformats.org/officeDocument/2006/relationships/image" Target="../media/image486.png"/><Relationship Id="rId257" Type="http://schemas.openxmlformats.org/officeDocument/2006/relationships/customXml" Target="../ink/ink541.xml"/><Relationship Id="rId278" Type="http://schemas.openxmlformats.org/officeDocument/2006/relationships/image" Target="../media/image507.png"/><Relationship Id="rId303" Type="http://schemas.openxmlformats.org/officeDocument/2006/relationships/customXml" Target="../ink/ink564.xml"/><Relationship Id="rId42" Type="http://schemas.openxmlformats.org/officeDocument/2006/relationships/customXml" Target="../ink/ink415.xml"/><Relationship Id="rId84" Type="http://schemas.openxmlformats.org/officeDocument/2006/relationships/customXml" Target="../ink/ink436.xml"/><Relationship Id="rId138" Type="http://schemas.openxmlformats.org/officeDocument/2006/relationships/customXml" Target="../ink/ink470.xml"/><Relationship Id="rId345" Type="http://schemas.openxmlformats.org/officeDocument/2006/relationships/customXml" Target="../ink/ink585.xml"/><Relationship Id="rId191" Type="http://schemas.openxmlformats.org/officeDocument/2006/relationships/customXml" Target="../ink/ink508.xml"/><Relationship Id="rId205" Type="http://schemas.openxmlformats.org/officeDocument/2006/relationships/customXml" Target="../ink/ink515.xml"/><Relationship Id="rId247" Type="http://schemas.openxmlformats.org/officeDocument/2006/relationships/customXml" Target="../ink/ink536.xml"/><Relationship Id="rId107" Type="http://schemas.openxmlformats.org/officeDocument/2006/relationships/image" Target="../media/image440.png"/><Relationship Id="rId289" Type="http://schemas.openxmlformats.org/officeDocument/2006/relationships/customXml" Target="../ink/ink557.xml"/><Relationship Id="rId11" Type="http://schemas.openxmlformats.org/officeDocument/2006/relationships/image" Target="../media/image393.png"/><Relationship Id="rId53" Type="http://schemas.openxmlformats.org/officeDocument/2006/relationships/image" Target="../media/image414.png"/><Relationship Id="rId149" Type="http://schemas.openxmlformats.org/officeDocument/2006/relationships/customXml" Target="../ink/ink481.xml"/><Relationship Id="rId314" Type="http://schemas.openxmlformats.org/officeDocument/2006/relationships/image" Target="../media/image525.png"/><Relationship Id="rId95" Type="http://schemas.openxmlformats.org/officeDocument/2006/relationships/image" Target="../media/image434.png"/><Relationship Id="rId160" Type="http://schemas.openxmlformats.org/officeDocument/2006/relationships/customXml" Target="../ink/ink492.xml"/><Relationship Id="rId216" Type="http://schemas.openxmlformats.org/officeDocument/2006/relationships/image" Target="../media/image476.png"/><Relationship Id="rId258" Type="http://schemas.openxmlformats.org/officeDocument/2006/relationships/image" Target="../media/image497.png"/><Relationship Id="rId22" Type="http://schemas.openxmlformats.org/officeDocument/2006/relationships/customXml" Target="../ink/ink405.xml"/><Relationship Id="rId64" Type="http://schemas.openxmlformats.org/officeDocument/2006/relationships/customXml" Target="../ink/ink426.xml"/><Relationship Id="rId118" Type="http://schemas.openxmlformats.org/officeDocument/2006/relationships/customXml" Target="../ink/ink453.xml"/><Relationship Id="rId325" Type="http://schemas.openxmlformats.org/officeDocument/2006/relationships/customXml" Target="../ink/ink575.xml"/><Relationship Id="rId171" Type="http://schemas.openxmlformats.org/officeDocument/2006/relationships/customXml" Target="../ink/ink498.xml"/><Relationship Id="rId227" Type="http://schemas.openxmlformats.org/officeDocument/2006/relationships/customXml" Target="../ink/ink526.xml"/><Relationship Id="rId269" Type="http://schemas.openxmlformats.org/officeDocument/2006/relationships/customXml" Target="../ink/ink547.xml"/><Relationship Id="rId33" Type="http://schemas.openxmlformats.org/officeDocument/2006/relationships/image" Target="../media/image404.png"/><Relationship Id="rId129" Type="http://schemas.openxmlformats.org/officeDocument/2006/relationships/customXml" Target="../ink/ink461.xml"/><Relationship Id="rId280" Type="http://schemas.openxmlformats.org/officeDocument/2006/relationships/image" Target="../media/image508.png"/><Relationship Id="rId336" Type="http://schemas.openxmlformats.org/officeDocument/2006/relationships/image" Target="../media/image536.png"/><Relationship Id="rId75" Type="http://schemas.openxmlformats.org/officeDocument/2006/relationships/image" Target="../media/image424.png"/><Relationship Id="rId140" Type="http://schemas.openxmlformats.org/officeDocument/2006/relationships/customXml" Target="../ink/ink472.xml"/><Relationship Id="rId182" Type="http://schemas.openxmlformats.org/officeDocument/2006/relationships/image" Target="../media/image459.png"/><Relationship Id="rId6" Type="http://schemas.openxmlformats.org/officeDocument/2006/relationships/customXml" Target="../ink/ink397.xml"/><Relationship Id="rId238" Type="http://schemas.openxmlformats.org/officeDocument/2006/relationships/image" Target="../media/image487.png"/><Relationship Id="rId291" Type="http://schemas.openxmlformats.org/officeDocument/2006/relationships/customXml" Target="../ink/ink558.xml"/><Relationship Id="rId305" Type="http://schemas.openxmlformats.org/officeDocument/2006/relationships/customXml" Target="../ink/ink565.xml"/><Relationship Id="rId347" Type="http://schemas.openxmlformats.org/officeDocument/2006/relationships/customXml" Target="../ink/ink586.xml"/><Relationship Id="rId44" Type="http://schemas.openxmlformats.org/officeDocument/2006/relationships/customXml" Target="../ink/ink416.xml"/><Relationship Id="rId86" Type="http://schemas.openxmlformats.org/officeDocument/2006/relationships/customXml" Target="../ink/ink437.xml"/><Relationship Id="rId151" Type="http://schemas.openxmlformats.org/officeDocument/2006/relationships/customXml" Target="../ink/ink483.xml"/><Relationship Id="rId193" Type="http://schemas.openxmlformats.org/officeDocument/2006/relationships/customXml" Target="../ink/ink509.xml"/><Relationship Id="rId207" Type="http://schemas.openxmlformats.org/officeDocument/2006/relationships/customXml" Target="../ink/ink516.xml"/><Relationship Id="rId249" Type="http://schemas.openxmlformats.org/officeDocument/2006/relationships/customXml" Target="../ink/ink537.xml"/><Relationship Id="rId13" Type="http://schemas.openxmlformats.org/officeDocument/2006/relationships/image" Target="../media/image394.png"/><Relationship Id="rId109" Type="http://schemas.openxmlformats.org/officeDocument/2006/relationships/image" Target="../media/image441.png"/><Relationship Id="rId260" Type="http://schemas.openxmlformats.org/officeDocument/2006/relationships/image" Target="../media/image498.png"/><Relationship Id="rId316" Type="http://schemas.openxmlformats.org/officeDocument/2006/relationships/image" Target="../media/image526.png"/><Relationship Id="rId55" Type="http://schemas.openxmlformats.org/officeDocument/2006/relationships/image" Target="../media/image415.png"/><Relationship Id="rId97" Type="http://schemas.openxmlformats.org/officeDocument/2006/relationships/image" Target="../media/image435.png"/><Relationship Id="rId120" Type="http://schemas.openxmlformats.org/officeDocument/2006/relationships/customXml" Target="../ink/ink454.xml"/><Relationship Id="rId162" Type="http://schemas.openxmlformats.org/officeDocument/2006/relationships/image" Target="../media/image449.png"/><Relationship Id="rId218" Type="http://schemas.openxmlformats.org/officeDocument/2006/relationships/image" Target="../media/image477.png"/><Relationship Id="rId271" Type="http://schemas.openxmlformats.org/officeDocument/2006/relationships/customXml" Target="../ink/ink548.xml"/><Relationship Id="rId24" Type="http://schemas.openxmlformats.org/officeDocument/2006/relationships/customXml" Target="../ink/ink406.xml"/><Relationship Id="rId66" Type="http://schemas.openxmlformats.org/officeDocument/2006/relationships/customXml" Target="../ink/ink427.xml"/><Relationship Id="rId131" Type="http://schemas.openxmlformats.org/officeDocument/2006/relationships/customXml" Target="../ink/ink463.xml"/><Relationship Id="rId327" Type="http://schemas.openxmlformats.org/officeDocument/2006/relationships/customXml" Target="../ink/ink576.xml"/><Relationship Id="rId173" Type="http://schemas.openxmlformats.org/officeDocument/2006/relationships/customXml" Target="../ink/ink499.xml"/><Relationship Id="rId229" Type="http://schemas.openxmlformats.org/officeDocument/2006/relationships/customXml" Target="../ink/ink527.xml"/><Relationship Id="rId240" Type="http://schemas.openxmlformats.org/officeDocument/2006/relationships/image" Target="../media/image488.png"/><Relationship Id="rId35" Type="http://schemas.openxmlformats.org/officeDocument/2006/relationships/image" Target="../media/image405.png"/><Relationship Id="rId77" Type="http://schemas.openxmlformats.org/officeDocument/2006/relationships/image" Target="../media/image425.png"/><Relationship Id="rId100" Type="http://schemas.openxmlformats.org/officeDocument/2006/relationships/customXml" Target="../ink/ink444.xml"/><Relationship Id="rId282" Type="http://schemas.openxmlformats.org/officeDocument/2006/relationships/image" Target="../media/image509.png"/><Relationship Id="rId338" Type="http://schemas.openxmlformats.org/officeDocument/2006/relationships/image" Target="../media/image537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4.png"/><Relationship Id="rId299" Type="http://schemas.openxmlformats.org/officeDocument/2006/relationships/customXml" Target="../ink/ink756.xml"/><Relationship Id="rId21" Type="http://schemas.openxmlformats.org/officeDocument/2006/relationships/image" Target="../media/image397.png"/><Relationship Id="rId63" Type="http://schemas.openxmlformats.org/officeDocument/2006/relationships/image" Target="../media/image417.png"/><Relationship Id="rId159" Type="http://schemas.openxmlformats.org/officeDocument/2006/relationships/customXml" Target="../ink/ink684.xml"/><Relationship Id="rId324" Type="http://schemas.openxmlformats.org/officeDocument/2006/relationships/image" Target="../media/image594.png"/><Relationship Id="rId170" Type="http://schemas.openxmlformats.org/officeDocument/2006/relationships/image" Target="../media/image484.png"/><Relationship Id="rId226" Type="http://schemas.openxmlformats.org/officeDocument/2006/relationships/image" Target="../media/image512.png"/><Relationship Id="rId268" Type="http://schemas.openxmlformats.org/officeDocument/2006/relationships/image" Target="../media/image566.png"/><Relationship Id="rId32" Type="http://schemas.openxmlformats.org/officeDocument/2006/relationships/customXml" Target="../ink/ink604.xml"/><Relationship Id="rId74" Type="http://schemas.openxmlformats.org/officeDocument/2006/relationships/customXml" Target="../ink/ink625.xml"/><Relationship Id="rId128" Type="http://schemas.openxmlformats.org/officeDocument/2006/relationships/customXml" Target="../ink/ink653.xml"/><Relationship Id="rId335" Type="http://schemas.openxmlformats.org/officeDocument/2006/relationships/customXml" Target="../ink/ink774.xml"/><Relationship Id="rId5" Type="http://schemas.openxmlformats.org/officeDocument/2006/relationships/image" Target="../media/image389.png"/><Relationship Id="rId181" Type="http://schemas.openxmlformats.org/officeDocument/2006/relationships/customXml" Target="../ink/ink697.xml"/><Relationship Id="rId237" Type="http://schemas.openxmlformats.org/officeDocument/2006/relationships/customXml" Target="../ink/ink725.xml"/><Relationship Id="rId279" Type="http://schemas.openxmlformats.org/officeDocument/2006/relationships/customXml" Target="../ink/ink746.xml"/><Relationship Id="rId43" Type="http://schemas.openxmlformats.org/officeDocument/2006/relationships/image" Target="../media/image408.png"/><Relationship Id="rId139" Type="http://schemas.openxmlformats.org/officeDocument/2006/relationships/customXml" Target="../ink/ink664.xml"/><Relationship Id="rId290" Type="http://schemas.openxmlformats.org/officeDocument/2006/relationships/image" Target="../media/image577.png"/><Relationship Id="rId304" Type="http://schemas.openxmlformats.org/officeDocument/2006/relationships/image" Target="../media/image584.png"/><Relationship Id="rId346" Type="http://schemas.openxmlformats.org/officeDocument/2006/relationships/image" Target="../media/image605.png"/><Relationship Id="rId85" Type="http://schemas.openxmlformats.org/officeDocument/2006/relationships/image" Target="../media/image428.png"/><Relationship Id="rId150" Type="http://schemas.openxmlformats.org/officeDocument/2006/relationships/customXml" Target="../ink/ink675.xml"/><Relationship Id="rId192" Type="http://schemas.openxmlformats.org/officeDocument/2006/relationships/image" Target="../media/image495.png"/><Relationship Id="rId206" Type="http://schemas.openxmlformats.org/officeDocument/2006/relationships/image" Target="../media/image502.png"/><Relationship Id="rId248" Type="http://schemas.openxmlformats.org/officeDocument/2006/relationships/image" Target="../media/image556.png"/><Relationship Id="rId12" Type="http://schemas.openxmlformats.org/officeDocument/2006/relationships/customXml" Target="../ink/ink594.xml"/><Relationship Id="rId108" Type="http://schemas.openxmlformats.org/officeDocument/2006/relationships/customXml" Target="../ink/ink642.xml"/><Relationship Id="rId315" Type="http://schemas.openxmlformats.org/officeDocument/2006/relationships/customXml" Target="../ink/ink764.xml"/><Relationship Id="rId54" Type="http://schemas.openxmlformats.org/officeDocument/2006/relationships/customXml" Target="../ink/ink615.xml"/><Relationship Id="rId96" Type="http://schemas.openxmlformats.org/officeDocument/2006/relationships/customXml" Target="../ink/ink636.xml"/><Relationship Id="rId161" Type="http://schemas.openxmlformats.org/officeDocument/2006/relationships/customXml" Target="../ink/ink686.xml"/><Relationship Id="rId217" Type="http://schemas.openxmlformats.org/officeDocument/2006/relationships/customXml" Target="../ink/ink715.xml"/><Relationship Id="rId259" Type="http://schemas.openxmlformats.org/officeDocument/2006/relationships/customXml" Target="../ink/ink736.xml"/><Relationship Id="rId23" Type="http://schemas.openxmlformats.org/officeDocument/2006/relationships/image" Target="../media/image398.png"/><Relationship Id="rId119" Type="http://schemas.openxmlformats.org/officeDocument/2006/relationships/image" Target="../media/image445.png"/><Relationship Id="rId270" Type="http://schemas.openxmlformats.org/officeDocument/2006/relationships/image" Target="../media/image567.png"/><Relationship Id="rId326" Type="http://schemas.openxmlformats.org/officeDocument/2006/relationships/image" Target="../media/image595.png"/><Relationship Id="rId65" Type="http://schemas.openxmlformats.org/officeDocument/2006/relationships/image" Target="../media/image418.png"/><Relationship Id="rId130" Type="http://schemas.openxmlformats.org/officeDocument/2006/relationships/customXml" Target="../ink/ink655.xml"/><Relationship Id="rId172" Type="http://schemas.openxmlformats.org/officeDocument/2006/relationships/image" Target="../media/image485.png"/><Relationship Id="rId228" Type="http://schemas.openxmlformats.org/officeDocument/2006/relationships/image" Target="../media/image546.png"/><Relationship Id="rId281" Type="http://schemas.openxmlformats.org/officeDocument/2006/relationships/customXml" Target="../ink/ink747.xml"/><Relationship Id="rId337" Type="http://schemas.openxmlformats.org/officeDocument/2006/relationships/customXml" Target="../ink/ink775.xml"/><Relationship Id="rId34" Type="http://schemas.openxmlformats.org/officeDocument/2006/relationships/customXml" Target="../ink/ink605.xml"/><Relationship Id="rId76" Type="http://schemas.openxmlformats.org/officeDocument/2006/relationships/customXml" Target="../ink/ink626.xml"/><Relationship Id="rId141" Type="http://schemas.openxmlformats.org/officeDocument/2006/relationships/customXml" Target="../ink/ink666.xml"/><Relationship Id="rId7" Type="http://schemas.openxmlformats.org/officeDocument/2006/relationships/image" Target="../media/image390.png"/><Relationship Id="rId183" Type="http://schemas.openxmlformats.org/officeDocument/2006/relationships/customXml" Target="../ink/ink698.xml"/><Relationship Id="rId239" Type="http://schemas.openxmlformats.org/officeDocument/2006/relationships/customXml" Target="../ink/ink726.xml"/><Relationship Id="rId250" Type="http://schemas.openxmlformats.org/officeDocument/2006/relationships/image" Target="../media/image557.png"/><Relationship Id="rId292" Type="http://schemas.openxmlformats.org/officeDocument/2006/relationships/image" Target="../media/image578.png"/><Relationship Id="rId306" Type="http://schemas.openxmlformats.org/officeDocument/2006/relationships/image" Target="../media/image585.png"/><Relationship Id="rId45" Type="http://schemas.openxmlformats.org/officeDocument/2006/relationships/image" Target="../media/image409.png"/><Relationship Id="rId87" Type="http://schemas.openxmlformats.org/officeDocument/2006/relationships/image" Target="../media/image429.png"/><Relationship Id="rId110" Type="http://schemas.openxmlformats.org/officeDocument/2006/relationships/customXml" Target="../ink/ink643.xml"/><Relationship Id="rId348" Type="http://schemas.openxmlformats.org/officeDocument/2006/relationships/image" Target="../media/image606.png"/><Relationship Id="rId152" Type="http://schemas.openxmlformats.org/officeDocument/2006/relationships/customXml" Target="../ink/ink677.xml"/><Relationship Id="rId194" Type="http://schemas.openxmlformats.org/officeDocument/2006/relationships/image" Target="../media/image496.png"/><Relationship Id="rId208" Type="http://schemas.openxmlformats.org/officeDocument/2006/relationships/image" Target="../media/image503.png"/><Relationship Id="rId261" Type="http://schemas.openxmlformats.org/officeDocument/2006/relationships/customXml" Target="../ink/ink737.xml"/><Relationship Id="rId14" Type="http://schemas.openxmlformats.org/officeDocument/2006/relationships/customXml" Target="../ink/ink595.xml"/><Relationship Id="rId56" Type="http://schemas.openxmlformats.org/officeDocument/2006/relationships/customXml" Target="../ink/ink616.xml"/><Relationship Id="rId317" Type="http://schemas.openxmlformats.org/officeDocument/2006/relationships/customXml" Target="../ink/ink765.xml"/><Relationship Id="rId8" Type="http://schemas.openxmlformats.org/officeDocument/2006/relationships/customXml" Target="../ink/ink592.xml"/><Relationship Id="rId98" Type="http://schemas.openxmlformats.org/officeDocument/2006/relationships/customXml" Target="../ink/ink637.xml"/><Relationship Id="rId121" Type="http://schemas.openxmlformats.org/officeDocument/2006/relationships/image" Target="../media/image446.png"/><Relationship Id="rId142" Type="http://schemas.openxmlformats.org/officeDocument/2006/relationships/customXml" Target="../ink/ink667.xml"/><Relationship Id="rId163" Type="http://schemas.openxmlformats.org/officeDocument/2006/relationships/customXml" Target="../ink/ink688.xml"/><Relationship Id="rId184" Type="http://schemas.openxmlformats.org/officeDocument/2006/relationships/image" Target="../media/image491.png"/><Relationship Id="rId219" Type="http://schemas.openxmlformats.org/officeDocument/2006/relationships/customXml" Target="../ink/ink716.xml"/><Relationship Id="rId230" Type="http://schemas.openxmlformats.org/officeDocument/2006/relationships/image" Target="../media/image547.png"/><Relationship Id="rId251" Type="http://schemas.openxmlformats.org/officeDocument/2006/relationships/customXml" Target="../ink/ink732.xml"/><Relationship Id="rId25" Type="http://schemas.openxmlformats.org/officeDocument/2006/relationships/image" Target="../media/image399.png"/><Relationship Id="rId46" Type="http://schemas.openxmlformats.org/officeDocument/2006/relationships/customXml" Target="../ink/ink611.xml"/><Relationship Id="rId67" Type="http://schemas.openxmlformats.org/officeDocument/2006/relationships/image" Target="../media/image419.png"/><Relationship Id="rId272" Type="http://schemas.openxmlformats.org/officeDocument/2006/relationships/image" Target="../media/image568.png"/><Relationship Id="rId293" Type="http://schemas.openxmlformats.org/officeDocument/2006/relationships/customXml" Target="../ink/ink753.xml"/><Relationship Id="rId307" Type="http://schemas.openxmlformats.org/officeDocument/2006/relationships/customXml" Target="../ink/ink760.xml"/><Relationship Id="rId328" Type="http://schemas.openxmlformats.org/officeDocument/2006/relationships/image" Target="../media/image596.png"/><Relationship Id="rId349" Type="http://schemas.openxmlformats.org/officeDocument/2006/relationships/customXml" Target="../ink/ink781.xml"/><Relationship Id="rId88" Type="http://schemas.openxmlformats.org/officeDocument/2006/relationships/customXml" Target="../ink/ink632.xml"/><Relationship Id="rId111" Type="http://schemas.openxmlformats.org/officeDocument/2006/relationships/image" Target="../media/image441.png"/><Relationship Id="rId132" Type="http://schemas.openxmlformats.org/officeDocument/2006/relationships/customXml" Target="../ink/ink657.xml"/><Relationship Id="rId153" Type="http://schemas.openxmlformats.org/officeDocument/2006/relationships/customXml" Target="../ink/ink678.xml"/><Relationship Id="rId174" Type="http://schemas.openxmlformats.org/officeDocument/2006/relationships/image" Target="../media/image486.png"/><Relationship Id="rId195" Type="http://schemas.openxmlformats.org/officeDocument/2006/relationships/customXml" Target="../ink/ink704.xml"/><Relationship Id="rId209" Type="http://schemas.openxmlformats.org/officeDocument/2006/relationships/customXml" Target="../ink/ink711.xml"/><Relationship Id="rId220" Type="http://schemas.openxmlformats.org/officeDocument/2006/relationships/image" Target="../media/image509.png"/><Relationship Id="rId241" Type="http://schemas.openxmlformats.org/officeDocument/2006/relationships/customXml" Target="../ink/ink727.xml"/><Relationship Id="rId15" Type="http://schemas.openxmlformats.org/officeDocument/2006/relationships/image" Target="../media/image394.png"/><Relationship Id="rId36" Type="http://schemas.openxmlformats.org/officeDocument/2006/relationships/customXml" Target="../ink/ink606.xml"/><Relationship Id="rId57" Type="http://schemas.openxmlformats.org/officeDocument/2006/relationships/image" Target="../media/image415.png"/><Relationship Id="rId262" Type="http://schemas.openxmlformats.org/officeDocument/2006/relationships/image" Target="../media/image563.png"/><Relationship Id="rId283" Type="http://schemas.openxmlformats.org/officeDocument/2006/relationships/customXml" Target="../ink/ink748.xml"/><Relationship Id="rId318" Type="http://schemas.openxmlformats.org/officeDocument/2006/relationships/image" Target="../media/image591.png"/><Relationship Id="rId339" Type="http://schemas.openxmlformats.org/officeDocument/2006/relationships/customXml" Target="../ink/ink776.xml"/><Relationship Id="rId78" Type="http://schemas.openxmlformats.org/officeDocument/2006/relationships/customXml" Target="../ink/ink627.xml"/><Relationship Id="rId99" Type="http://schemas.openxmlformats.org/officeDocument/2006/relationships/image" Target="../media/image435.png"/><Relationship Id="rId101" Type="http://schemas.openxmlformats.org/officeDocument/2006/relationships/image" Target="../media/image436.png"/><Relationship Id="rId122" Type="http://schemas.openxmlformats.org/officeDocument/2006/relationships/customXml" Target="../ink/ink649.xml"/><Relationship Id="rId143" Type="http://schemas.openxmlformats.org/officeDocument/2006/relationships/customXml" Target="../ink/ink668.xml"/><Relationship Id="rId164" Type="http://schemas.openxmlformats.org/officeDocument/2006/relationships/image" Target="../media/image481.png"/><Relationship Id="rId185" Type="http://schemas.openxmlformats.org/officeDocument/2006/relationships/customXml" Target="../ink/ink699.xml"/><Relationship Id="rId350" Type="http://schemas.openxmlformats.org/officeDocument/2006/relationships/image" Target="../media/image607.png"/><Relationship Id="rId9" Type="http://schemas.openxmlformats.org/officeDocument/2006/relationships/image" Target="../media/image391.png"/><Relationship Id="rId210" Type="http://schemas.openxmlformats.org/officeDocument/2006/relationships/image" Target="../media/image504.png"/><Relationship Id="rId26" Type="http://schemas.openxmlformats.org/officeDocument/2006/relationships/customXml" Target="../ink/ink601.xml"/><Relationship Id="rId231" Type="http://schemas.openxmlformats.org/officeDocument/2006/relationships/customXml" Target="../ink/ink722.xml"/><Relationship Id="rId252" Type="http://schemas.openxmlformats.org/officeDocument/2006/relationships/image" Target="../media/image558.png"/><Relationship Id="rId273" Type="http://schemas.openxmlformats.org/officeDocument/2006/relationships/customXml" Target="../ink/ink743.xml"/><Relationship Id="rId294" Type="http://schemas.openxmlformats.org/officeDocument/2006/relationships/image" Target="../media/image579.png"/><Relationship Id="rId308" Type="http://schemas.openxmlformats.org/officeDocument/2006/relationships/image" Target="../media/image586.png"/><Relationship Id="rId329" Type="http://schemas.openxmlformats.org/officeDocument/2006/relationships/customXml" Target="../ink/ink771.xml"/><Relationship Id="rId47" Type="http://schemas.openxmlformats.org/officeDocument/2006/relationships/image" Target="../media/image410.png"/><Relationship Id="rId68" Type="http://schemas.openxmlformats.org/officeDocument/2006/relationships/customXml" Target="../ink/ink622.xml"/><Relationship Id="rId89" Type="http://schemas.openxmlformats.org/officeDocument/2006/relationships/image" Target="../media/image430.png"/><Relationship Id="rId112" Type="http://schemas.openxmlformats.org/officeDocument/2006/relationships/customXml" Target="../ink/ink644.xml"/><Relationship Id="rId133" Type="http://schemas.openxmlformats.org/officeDocument/2006/relationships/customXml" Target="../ink/ink658.xml"/><Relationship Id="rId154" Type="http://schemas.openxmlformats.org/officeDocument/2006/relationships/customXml" Target="../ink/ink679.xml"/><Relationship Id="rId175" Type="http://schemas.openxmlformats.org/officeDocument/2006/relationships/customXml" Target="../ink/ink694.xml"/><Relationship Id="rId340" Type="http://schemas.openxmlformats.org/officeDocument/2006/relationships/image" Target="../media/image602.png"/><Relationship Id="rId196" Type="http://schemas.openxmlformats.org/officeDocument/2006/relationships/image" Target="../media/image497.png"/><Relationship Id="rId200" Type="http://schemas.openxmlformats.org/officeDocument/2006/relationships/image" Target="../media/image499.png"/><Relationship Id="rId16" Type="http://schemas.openxmlformats.org/officeDocument/2006/relationships/customXml" Target="../ink/ink596.xml"/><Relationship Id="rId221" Type="http://schemas.openxmlformats.org/officeDocument/2006/relationships/customXml" Target="../ink/ink717.xml"/><Relationship Id="rId242" Type="http://schemas.openxmlformats.org/officeDocument/2006/relationships/image" Target="../media/image553.png"/><Relationship Id="rId263" Type="http://schemas.openxmlformats.org/officeDocument/2006/relationships/customXml" Target="../ink/ink738.xml"/><Relationship Id="rId284" Type="http://schemas.openxmlformats.org/officeDocument/2006/relationships/image" Target="../media/image574.png"/><Relationship Id="rId319" Type="http://schemas.openxmlformats.org/officeDocument/2006/relationships/customXml" Target="../ink/ink766.xml"/><Relationship Id="rId37" Type="http://schemas.openxmlformats.org/officeDocument/2006/relationships/image" Target="../media/image405.png"/><Relationship Id="rId58" Type="http://schemas.openxmlformats.org/officeDocument/2006/relationships/customXml" Target="../ink/ink617.xml"/><Relationship Id="rId79" Type="http://schemas.openxmlformats.org/officeDocument/2006/relationships/image" Target="../media/image425.png"/><Relationship Id="rId102" Type="http://schemas.openxmlformats.org/officeDocument/2006/relationships/customXml" Target="../ink/ink639.xml"/><Relationship Id="rId123" Type="http://schemas.openxmlformats.org/officeDocument/2006/relationships/image" Target="../media/image447.png"/><Relationship Id="rId144" Type="http://schemas.openxmlformats.org/officeDocument/2006/relationships/customXml" Target="../ink/ink669.xml"/><Relationship Id="rId330" Type="http://schemas.openxmlformats.org/officeDocument/2006/relationships/image" Target="../media/image597.png"/><Relationship Id="rId90" Type="http://schemas.openxmlformats.org/officeDocument/2006/relationships/customXml" Target="../ink/ink633.xml"/><Relationship Id="rId165" Type="http://schemas.openxmlformats.org/officeDocument/2006/relationships/customXml" Target="../ink/ink689.xml"/><Relationship Id="rId186" Type="http://schemas.openxmlformats.org/officeDocument/2006/relationships/image" Target="../media/image492.png"/><Relationship Id="rId351" Type="http://schemas.openxmlformats.org/officeDocument/2006/relationships/customXml" Target="../ink/ink782.xml"/><Relationship Id="rId211" Type="http://schemas.openxmlformats.org/officeDocument/2006/relationships/customXml" Target="../ink/ink712.xml"/><Relationship Id="rId232" Type="http://schemas.openxmlformats.org/officeDocument/2006/relationships/image" Target="../media/image548.png"/><Relationship Id="rId253" Type="http://schemas.openxmlformats.org/officeDocument/2006/relationships/customXml" Target="../ink/ink733.xml"/><Relationship Id="rId274" Type="http://schemas.openxmlformats.org/officeDocument/2006/relationships/image" Target="../media/image569.png"/><Relationship Id="rId295" Type="http://schemas.openxmlformats.org/officeDocument/2006/relationships/customXml" Target="../ink/ink754.xml"/><Relationship Id="rId309" Type="http://schemas.openxmlformats.org/officeDocument/2006/relationships/customXml" Target="../ink/ink761.xml"/><Relationship Id="rId27" Type="http://schemas.openxmlformats.org/officeDocument/2006/relationships/image" Target="../media/image400.png"/><Relationship Id="rId48" Type="http://schemas.openxmlformats.org/officeDocument/2006/relationships/customXml" Target="../ink/ink612.xml"/><Relationship Id="rId69" Type="http://schemas.openxmlformats.org/officeDocument/2006/relationships/image" Target="../media/image420.png"/><Relationship Id="rId113" Type="http://schemas.openxmlformats.org/officeDocument/2006/relationships/image" Target="../media/image442.png"/><Relationship Id="rId134" Type="http://schemas.openxmlformats.org/officeDocument/2006/relationships/customXml" Target="../ink/ink659.xml"/><Relationship Id="rId320" Type="http://schemas.openxmlformats.org/officeDocument/2006/relationships/image" Target="../media/image592.png"/><Relationship Id="rId80" Type="http://schemas.openxmlformats.org/officeDocument/2006/relationships/customXml" Target="../ink/ink628.xml"/><Relationship Id="rId155" Type="http://schemas.openxmlformats.org/officeDocument/2006/relationships/customXml" Target="../ink/ink680.xml"/><Relationship Id="rId176" Type="http://schemas.openxmlformats.org/officeDocument/2006/relationships/image" Target="../media/image487.png"/><Relationship Id="rId197" Type="http://schemas.openxmlformats.org/officeDocument/2006/relationships/customXml" Target="../ink/ink705.xml"/><Relationship Id="rId341" Type="http://schemas.openxmlformats.org/officeDocument/2006/relationships/customXml" Target="../ink/ink777.xml"/><Relationship Id="rId201" Type="http://schemas.openxmlformats.org/officeDocument/2006/relationships/customXml" Target="../ink/ink707.xml"/><Relationship Id="rId222" Type="http://schemas.openxmlformats.org/officeDocument/2006/relationships/image" Target="../media/image510.png"/><Relationship Id="rId243" Type="http://schemas.openxmlformats.org/officeDocument/2006/relationships/customXml" Target="../ink/ink728.xml"/><Relationship Id="rId264" Type="http://schemas.openxmlformats.org/officeDocument/2006/relationships/image" Target="../media/image564.png"/><Relationship Id="rId285" Type="http://schemas.openxmlformats.org/officeDocument/2006/relationships/customXml" Target="../ink/ink749.xml"/><Relationship Id="rId17" Type="http://schemas.openxmlformats.org/officeDocument/2006/relationships/image" Target="../media/image395.png"/><Relationship Id="rId38" Type="http://schemas.openxmlformats.org/officeDocument/2006/relationships/customXml" Target="../ink/ink607.xml"/><Relationship Id="rId59" Type="http://schemas.openxmlformats.org/officeDocument/2006/relationships/image" Target="../media/image416.png"/><Relationship Id="rId103" Type="http://schemas.openxmlformats.org/officeDocument/2006/relationships/image" Target="../media/image437.png"/><Relationship Id="rId124" Type="http://schemas.openxmlformats.org/officeDocument/2006/relationships/customXml" Target="../ink/ink650.xml"/><Relationship Id="rId310" Type="http://schemas.openxmlformats.org/officeDocument/2006/relationships/image" Target="../media/image587.png"/><Relationship Id="rId70" Type="http://schemas.openxmlformats.org/officeDocument/2006/relationships/customXml" Target="../ink/ink623.xml"/><Relationship Id="rId91" Type="http://schemas.openxmlformats.org/officeDocument/2006/relationships/image" Target="../media/image431.png"/><Relationship Id="rId145" Type="http://schemas.openxmlformats.org/officeDocument/2006/relationships/customXml" Target="../ink/ink670.xml"/><Relationship Id="rId166" Type="http://schemas.openxmlformats.org/officeDocument/2006/relationships/image" Target="../media/image482.png"/><Relationship Id="rId187" Type="http://schemas.openxmlformats.org/officeDocument/2006/relationships/customXml" Target="../ink/ink700.xml"/><Relationship Id="rId331" Type="http://schemas.openxmlformats.org/officeDocument/2006/relationships/customXml" Target="../ink/ink772.xml"/><Relationship Id="rId352" Type="http://schemas.openxmlformats.org/officeDocument/2006/relationships/image" Target="../media/image608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05.png"/><Relationship Id="rId233" Type="http://schemas.openxmlformats.org/officeDocument/2006/relationships/customXml" Target="../ink/ink723.xml"/><Relationship Id="rId254" Type="http://schemas.openxmlformats.org/officeDocument/2006/relationships/image" Target="../media/image559.png"/><Relationship Id="rId28" Type="http://schemas.openxmlformats.org/officeDocument/2006/relationships/customXml" Target="../ink/ink602.xml"/><Relationship Id="rId49" Type="http://schemas.openxmlformats.org/officeDocument/2006/relationships/image" Target="../media/image411.png"/><Relationship Id="rId114" Type="http://schemas.openxmlformats.org/officeDocument/2006/relationships/customXml" Target="../ink/ink645.xml"/><Relationship Id="rId275" Type="http://schemas.openxmlformats.org/officeDocument/2006/relationships/customXml" Target="../ink/ink744.xml"/><Relationship Id="rId296" Type="http://schemas.openxmlformats.org/officeDocument/2006/relationships/image" Target="../media/image580.png"/><Relationship Id="rId300" Type="http://schemas.openxmlformats.org/officeDocument/2006/relationships/image" Target="../media/image582.png"/><Relationship Id="rId60" Type="http://schemas.openxmlformats.org/officeDocument/2006/relationships/customXml" Target="../ink/ink618.xml"/><Relationship Id="rId81" Type="http://schemas.openxmlformats.org/officeDocument/2006/relationships/image" Target="../media/image426.png"/><Relationship Id="rId135" Type="http://schemas.openxmlformats.org/officeDocument/2006/relationships/customXml" Target="../ink/ink660.xml"/><Relationship Id="rId156" Type="http://schemas.openxmlformats.org/officeDocument/2006/relationships/customXml" Target="../ink/ink681.xml"/><Relationship Id="rId177" Type="http://schemas.openxmlformats.org/officeDocument/2006/relationships/customXml" Target="../ink/ink695.xml"/><Relationship Id="rId198" Type="http://schemas.openxmlformats.org/officeDocument/2006/relationships/image" Target="../media/image498.png"/><Relationship Id="rId321" Type="http://schemas.openxmlformats.org/officeDocument/2006/relationships/customXml" Target="../ink/ink767.xml"/><Relationship Id="rId342" Type="http://schemas.openxmlformats.org/officeDocument/2006/relationships/image" Target="../media/image603.png"/><Relationship Id="rId202" Type="http://schemas.openxmlformats.org/officeDocument/2006/relationships/image" Target="../media/image500.png"/><Relationship Id="rId223" Type="http://schemas.openxmlformats.org/officeDocument/2006/relationships/customXml" Target="../ink/ink718.xml"/><Relationship Id="rId244" Type="http://schemas.openxmlformats.org/officeDocument/2006/relationships/image" Target="../media/image554.png"/><Relationship Id="rId18" Type="http://schemas.openxmlformats.org/officeDocument/2006/relationships/customXml" Target="../ink/ink597.xml"/><Relationship Id="rId39" Type="http://schemas.openxmlformats.org/officeDocument/2006/relationships/image" Target="../media/image406.png"/><Relationship Id="rId265" Type="http://schemas.openxmlformats.org/officeDocument/2006/relationships/customXml" Target="../ink/ink739.xml"/><Relationship Id="rId286" Type="http://schemas.openxmlformats.org/officeDocument/2006/relationships/image" Target="../media/image575.png"/><Relationship Id="rId50" Type="http://schemas.openxmlformats.org/officeDocument/2006/relationships/customXml" Target="../ink/ink613.xml"/><Relationship Id="rId104" Type="http://schemas.openxmlformats.org/officeDocument/2006/relationships/customXml" Target="../ink/ink640.xml"/><Relationship Id="rId125" Type="http://schemas.openxmlformats.org/officeDocument/2006/relationships/image" Target="../media/image448.png"/><Relationship Id="rId146" Type="http://schemas.openxmlformats.org/officeDocument/2006/relationships/customXml" Target="../ink/ink671.xml"/><Relationship Id="rId167" Type="http://schemas.openxmlformats.org/officeDocument/2006/relationships/customXml" Target="../ink/ink690.xml"/><Relationship Id="rId188" Type="http://schemas.openxmlformats.org/officeDocument/2006/relationships/image" Target="../media/image493.png"/><Relationship Id="rId311" Type="http://schemas.openxmlformats.org/officeDocument/2006/relationships/customXml" Target="../ink/ink762.xml"/><Relationship Id="rId332" Type="http://schemas.openxmlformats.org/officeDocument/2006/relationships/image" Target="../media/image598.png"/><Relationship Id="rId71" Type="http://schemas.openxmlformats.org/officeDocument/2006/relationships/image" Target="../media/image421.png"/><Relationship Id="rId92" Type="http://schemas.openxmlformats.org/officeDocument/2006/relationships/customXml" Target="../ink/ink634.xml"/><Relationship Id="rId213" Type="http://schemas.openxmlformats.org/officeDocument/2006/relationships/customXml" Target="../ink/ink713.xml"/><Relationship Id="rId234" Type="http://schemas.openxmlformats.org/officeDocument/2006/relationships/image" Target="../media/image549.png"/><Relationship Id="rId2" Type="http://schemas.openxmlformats.org/officeDocument/2006/relationships/customXml" Target="../ink/ink589.xml"/><Relationship Id="rId29" Type="http://schemas.openxmlformats.org/officeDocument/2006/relationships/image" Target="../media/image401.png"/><Relationship Id="rId255" Type="http://schemas.openxmlformats.org/officeDocument/2006/relationships/customXml" Target="../ink/ink734.xml"/><Relationship Id="rId276" Type="http://schemas.openxmlformats.org/officeDocument/2006/relationships/image" Target="../media/image570.png"/><Relationship Id="rId297" Type="http://schemas.openxmlformats.org/officeDocument/2006/relationships/customXml" Target="../ink/ink755.xml"/><Relationship Id="rId40" Type="http://schemas.openxmlformats.org/officeDocument/2006/relationships/customXml" Target="../ink/ink608.xml"/><Relationship Id="rId115" Type="http://schemas.openxmlformats.org/officeDocument/2006/relationships/image" Target="../media/image443.png"/><Relationship Id="rId136" Type="http://schemas.openxmlformats.org/officeDocument/2006/relationships/customXml" Target="../ink/ink661.xml"/><Relationship Id="rId157" Type="http://schemas.openxmlformats.org/officeDocument/2006/relationships/customXml" Target="../ink/ink682.xml"/><Relationship Id="rId178" Type="http://schemas.openxmlformats.org/officeDocument/2006/relationships/image" Target="../media/image488.png"/><Relationship Id="rId301" Type="http://schemas.openxmlformats.org/officeDocument/2006/relationships/customXml" Target="../ink/ink757.xml"/><Relationship Id="rId322" Type="http://schemas.openxmlformats.org/officeDocument/2006/relationships/image" Target="../media/image593.png"/><Relationship Id="rId343" Type="http://schemas.openxmlformats.org/officeDocument/2006/relationships/customXml" Target="../ink/ink778.xml"/><Relationship Id="rId61" Type="http://schemas.openxmlformats.org/officeDocument/2006/relationships/image" Target="../media/image105.png"/><Relationship Id="rId82" Type="http://schemas.openxmlformats.org/officeDocument/2006/relationships/customXml" Target="../ink/ink629.xml"/><Relationship Id="rId199" Type="http://schemas.openxmlformats.org/officeDocument/2006/relationships/customXml" Target="../ink/ink706.xml"/><Relationship Id="rId203" Type="http://schemas.openxmlformats.org/officeDocument/2006/relationships/customXml" Target="../ink/ink708.xml"/><Relationship Id="rId19" Type="http://schemas.openxmlformats.org/officeDocument/2006/relationships/image" Target="../media/image396.png"/><Relationship Id="rId224" Type="http://schemas.openxmlformats.org/officeDocument/2006/relationships/image" Target="../media/image511.png"/><Relationship Id="rId245" Type="http://schemas.openxmlformats.org/officeDocument/2006/relationships/customXml" Target="../ink/ink729.xml"/><Relationship Id="rId266" Type="http://schemas.openxmlformats.org/officeDocument/2006/relationships/image" Target="../media/image565.png"/><Relationship Id="rId287" Type="http://schemas.openxmlformats.org/officeDocument/2006/relationships/customXml" Target="../ink/ink750.xml"/><Relationship Id="rId30" Type="http://schemas.openxmlformats.org/officeDocument/2006/relationships/customXml" Target="../ink/ink603.xml"/><Relationship Id="rId105" Type="http://schemas.openxmlformats.org/officeDocument/2006/relationships/image" Target="../media/image438.png"/><Relationship Id="rId126" Type="http://schemas.openxmlformats.org/officeDocument/2006/relationships/customXml" Target="../ink/ink651.xml"/><Relationship Id="rId147" Type="http://schemas.openxmlformats.org/officeDocument/2006/relationships/customXml" Target="../ink/ink672.xml"/><Relationship Id="rId168" Type="http://schemas.openxmlformats.org/officeDocument/2006/relationships/image" Target="../media/image483.png"/><Relationship Id="rId312" Type="http://schemas.openxmlformats.org/officeDocument/2006/relationships/image" Target="../media/image588.png"/><Relationship Id="rId333" Type="http://schemas.openxmlformats.org/officeDocument/2006/relationships/customXml" Target="../ink/ink773.xml"/><Relationship Id="rId51" Type="http://schemas.openxmlformats.org/officeDocument/2006/relationships/image" Target="../media/image412.png"/><Relationship Id="rId72" Type="http://schemas.openxmlformats.org/officeDocument/2006/relationships/customXml" Target="../ink/ink624.xml"/><Relationship Id="rId93" Type="http://schemas.openxmlformats.org/officeDocument/2006/relationships/image" Target="../media/image432.png"/><Relationship Id="rId189" Type="http://schemas.openxmlformats.org/officeDocument/2006/relationships/customXml" Target="../ink/ink701.xml"/><Relationship Id="rId3" Type="http://schemas.openxmlformats.org/officeDocument/2006/relationships/image" Target="../media/image545.png"/><Relationship Id="rId214" Type="http://schemas.openxmlformats.org/officeDocument/2006/relationships/image" Target="../media/image506.png"/><Relationship Id="rId235" Type="http://schemas.openxmlformats.org/officeDocument/2006/relationships/customXml" Target="../ink/ink724.xml"/><Relationship Id="rId256" Type="http://schemas.openxmlformats.org/officeDocument/2006/relationships/image" Target="../media/image560.png"/><Relationship Id="rId277" Type="http://schemas.openxmlformats.org/officeDocument/2006/relationships/customXml" Target="../ink/ink745.xml"/><Relationship Id="rId298" Type="http://schemas.openxmlformats.org/officeDocument/2006/relationships/image" Target="../media/image581.png"/><Relationship Id="rId116" Type="http://schemas.openxmlformats.org/officeDocument/2006/relationships/customXml" Target="../ink/ink646.xml"/><Relationship Id="rId137" Type="http://schemas.openxmlformats.org/officeDocument/2006/relationships/customXml" Target="../ink/ink662.xml"/><Relationship Id="rId158" Type="http://schemas.openxmlformats.org/officeDocument/2006/relationships/customXml" Target="../ink/ink683.xml"/><Relationship Id="rId302" Type="http://schemas.openxmlformats.org/officeDocument/2006/relationships/image" Target="../media/image583.png"/><Relationship Id="rId323" Type="http://schemas.openxmlformats.org/officeDocument/2006/relationships/customXml" Target="../ink/ink768.xml"/><Relationship Id="rId344" Type="http://schemas.openxmlformats.org/officeDocument/2006/relationships/image" Target="../media/image604.png"/><Relationship Id="rId20" Type="http://schemas.openxmlformats.org/officeDocument/2006/relationships/customXml" Target="../ink/ink598.xml"/><Relationship Id="rId41" Type="http://schemas.openxmlformats.org/officeDocument/2006/relationships/image" Target="../media/image407.png"/><Relationship Id="rId62" Type="http://schemas.openxmlformats.org/officeDocument/2006/relationships/customXml" Target="../ink/ink619.xml"/><Relationship Id="rId83" Type="http://schemas.openxmlformats.org/officeDocument/2006/relationships/image" Target="../media/image427.png"/><Relationship Id="rId179" Type="http://schemas.openxmlformats.org/officeDocument/2006/relationships/customXml" Target="../ink/ink696.xml"/><Relationship Id="rId190" Type="http://schemas.openxmlformats.org/officeDocument/2006/relationships/image" Target="../media/image494.png"/><Relationship Id="rId204" Type="http://schemas.openxmlformats.org/officeDocument/2006/relationships/image" Target="../media/image501.png"/><Relationship Id="rId225" Type="http://schemas.openxmlformats.org/officeDocument/2006/relationships/customXml" Target="../ink/ink719.xml"/><Relationship Id="rId246" Type="http://schemas.openxmlformats.org/officeDocument/2006/relationships/image" Target="../media/image555.png"/><Relationship Id="rId267" Type="http://schemas.openxmlformats.org/officeDocument/2006/relationships/customXml" Target="../ink/ink740.xml"/><Relationship Id="rId288" Type="http://schemas.openxmlformats.org/officeDocument/2006/relationships/image" Target="../media/image576.png"/><Relationship Id="rId106" Type="http://schemas.openxmlformats.org/officeDocument/2006/relationships/customXml" Target="../ink/ink641.xml"/><Relationship Id="rId127" Type="http://schemas.openxmlformats.org/officeDocument/2006/relationships/customXml" Target="../ink/ink652.xml"/><Relationship Id="rId313" Type="http://schemas.openxmlformats.org/officeDocument/2006/relationships/customXml" Target="../ink/ink763.xml"/><Relationship Id="rId10" Type="http://schemas.openxmlformats.org/officeDocument/2006/relationships/customXml" Target="../ink/ink593.xml"/><Relationship Id="rId31" Type="http://schemas.openxmlformats.org/officeDocument/2006/relationships/image" Target="../media/image402.png"/><Relationship Id="rId52" Type="http://schemas.openxmlformats.org/officeDocument/2006/relationships/customXml" Target="../ink/ink614.xml"/><Relationship Id="rId73" Type="http://schemas.openxmlformats.org/officeDocument/2006/relationships/image" Target="../media/image422.png"/><Relationship Id="rId94" Type="http://schemas.openxmlformats.org/officeDocument/2006/relationships/customXml" Target="../ink/ink635.xml"/><Relationship Id="rId148" Type="http://schemas.openxmlformats.org/officeDocument/2006/relationships/customXml" Target="../ink/ink673.xml"/><Relationship Id="rId169" Type="http://schemas.openxmlformats.org/officeDocument/2006/relationships/customXml" Target="../ink/ink691.xml"/><Relationship Id="rId334" Type="http://schemas.openxmlformats.org/officeDocument/2006/relationships/image" Target="../media/image599.png"/><Relationship Id="rId4" Type="http://schemas.openxmlformats.org/officeDocument/2006/relationships/customXml" Target="../ink/ink590.xml"/><Relationship Id="rId180" Type="http://schemas.openxmlformats.org/officeDocument/2006/relationships/image" Target="../media/image489.png"/><Relationship Id="rId215" Type="http://schemas.openxmlformats.org/officeDocument/2006/relationships/customXml" Target="../ink/ink714.xml"/><Relationship Id="rId236" Type="http://schemas.openxmlformats.org/officeDocument/2006/relationships/image" Target="../media/image550.png"/><Relationship Id="rId257" Type="http://schemas.openxmlformats.org/officeDocument/2006/relationships/customXml" Target="../ink/ink735.xml"/><Relationship Id="rId278" Type="http://schemas.openxmlformats.org/officeDocument/2006/relationships/image" Target="../media/image571.png"/><Relationship Id="rId303" Type="http://schemas.openxmlformats.org/officeDocument/2006/relationships/customXml" Target="../ink/ink758.xml"/><Relationship Id="rId42" Type="http://schemas.openxmlformats.org/officeDocument/2006/relationships/customXml" Target="../ink/ink609.xml"/><Relationship Id="rId84" Type="http://schemas.openxmlformats.org/officeDocument/2006/relationships/customXml" Target="../ink/ink630.xml"/><Relationship Id="rId138" Type="http://schemas.openxmlformats.org/officeDocument/2006/relationships/customXml" Target="../ink/ink663.xml"/><Relationship Id="rId345" Type="http://schemas.openxmlformats.org/officeDocument/2006/relationships/customXml" Target="../ink/ink779.xml"/><Relationship Id="rId191" Type="http://schemas.openxmlformats.org/officeDocument/2006/relationships/customXml" Target="../ink/ink702.xml"/><Relationship Id="rId205" Type="http://schemas.openxmlformats.org/officeDocument/2006/relationships/customXml" Target="../ink/ink709.xml"/><Relationship Id="rId247" Type="http://schemas.openxmlformats.org/officeDocument/2006/relationships/customXml" Target="../ink/ink730.xml"/><Relationship Id="rId107" Type="http://schemas.openxmlformats.org/officeDocument/2006/relationships/image" Target="../media/image439.png"/><Relationship Id="rId289" Type="http://schemas.openxmlformats.org/officeDocument/2006/relationships/customXml" Target="../ink/ink751.xml"/><Relationship Id="rId11" Type="http://schemas.openxmlformats.org/officeDocument/2006/relationships/image" Target="../media/image392.png"/><Relationship Id="rId53" Type="http://schemas.openxmlformats.org/officeDocument/2006/relationships/image" Target="../media/image413.png"/><Relationship Id="rId149" Type="http://schemas.openxmlformats.org/officeDocument/2006/relationships/customXml" Target="../ink/ink674.xml"/><Relationship Id="rId314" Type="http://schemas.openxmlformats.org/officeDocument/2006/relationships/image" Target="../media/image589.png"/><Relationship Id="rId95" Type="http://schemas.openxmlformats.org/officeDocument/2006/relationships/image" Target="../media/image433.png"/><Relationship Id="rId160" Type="http://schemas.openxmlformats.org/officeDocument/2006/relationships/customXml" Target="../ink/ink685.xml"/><Relationship Id="rId216" Type="http://schemas.openxmlformats.org/officeDocument/2006/relationships/image" Target="../media/image507.png"/><Relationship Id="rId258" Type="http://schemas.openxmlformats.org/officeDocument/2006/relationships/image" Target="../media/image561.png"/><Relationship Id="rId22" Type="http://schemas.openxmlformats.org/officeDocument/2006/relationships/customXml" Target="../ink/ink599.xml"/><Relationship Id="rId64" Type="http://schemas.openxmlformats.org/officeDocument/2006/relationships/customXml" Target="../ink/ink620.xml"/><Relationship Id="rId118" Type="http://schemas.openxmlformats.org/officeDocument/2006/relationships/customXml" Target="../ink/ink647.xml"/><Relationship Id="rId325" Type="http://schemas.openxmlformats.org/officeDocument/2006/relationships/customXml" Target="../ink/ink769.xml"/><Relationship Id="rId171" Type="http://schemas.openxmlformats.org/officeDocument/2006/relationships/customXml" Target="../ink/ink692.xml"/><Relationship Id="rId227" Type="http://schemas.openxmlformats.org/officeDocument/2006/relationships/customXml" Target="../ink/ink720.xml"/><Relationship Id="rId269" Type="http://schemas.openxmlformats.org/officeDocument/2006/relationships/customXml" Target="../ink/ink741.xml"/><Relationship Id="rId33" Type="http://schemas.openxmlformats.org/officeDocument/2006/relationships/image" Target="../media/image403.png"/><Relationship Id="rId129" Type="http://schemas.openxmlformats.org/officeDocument/2006/relationships/customXml" Target="../ink/ink654.xml"/><Relationship Id="rId280" Type="http://schemas.openxmlformats.org/officeDocument/2006/relationships/image" Target="../media/image572.png"/><Relationship Id="rId336" Type="http://schemas.openxmlformats.org/officeDocument/2006/relationships/image" Target="../media/image600.png"/><Relationship Id="rId75" Type="http://schemas.openxmlformats.org/officeDocument/2006/relationships/image" Target="../media/image423.png"/><Relationship Id="rId140" Type="http://schemas.openxmlformats.org/officeDocument/2006/relationships/customXml" Target="../ink/ink665.xml"/><Relationship Id="rId182" Type="http://schemas.openxmlformats.org/officeDocument/2006/relationships/image" Target="../media/image490.png"/><Relationship Id="rId6" Type="http://schemas.openxmlformats.org/officeDocument/2006/relationships/customXml" Target="../ink/ink591.xml"/><Relationship Id="rId238" Type="http://schemas.openxmlformats.org/officeDocument/2006/relationships/image" Target="../media/image551.png"/><Relationship Id="rId291" Type="http://schemas.openxmlformats.org/officeDocument/2006/relationships/customXml" Target="../ink/ink752.xml"/><Relationship Id="rId305" Type="http://schemas.openxmlformats.org/officeDocument/2006/relationships/customXml" Target="../ink/ink759.xml"/><Relationship Id="rId347" Type="http://schemas.openxmlformats.org/officeDocument/2006/relationships/customXml" Target="../ink/ink780.xml"/><Relationship Id="rId44" Type="http://schemas.openxmlformats.org/officeDocument/2006/relationships/customXml" Target="../ink/ink610.xml"/><Relationship Id="rId86" Type="http://schemas.openxmlformats.org/officeDocument/2006/relationships/customXml" Target="../ink/ink631.xml"/><Relationship Id="rId151" Type="http://schemas.openxmlformats.org/officeDocument/2006/relationships/customXml" Target="../ink/ink676.xml"/><Relationship Id="rId193" Type="http://schemas.openxmlformats.org/officeDocument/2006/relationships/customXml" Target="../ink/ink703.xml"/><Relationship Id="rId207" Type="http://schemas.openxmlformats.org/officeDocument/2006/relationships/customXml" Target="../ink/ink710.xml"/><Relationship Id="rId249" Type="http://schemas.openxmlformats.org/officeDocument/2006/relationships/customXml" Target="../ink/ink731.xml"/><Relationship Id="rId13" Type="http://schemas.openxmlformats.org/officeDocument/2006/relationships/image" Target="../media/image393.png"/><Relationship Id="rId109" Type="http://schemas.openxmlformats.org/officeDocument/2006/relationships/image" Target="../media/image440.png"/><Relationship Id="rId260" Type="http://schemas.openxmlformats.org/officeDocument/2006/relationships/image" Target="../media/image562.png"/><Relationship Id="rId316" Type="http://schemas.openxmlformats.org/officeDocument/2006/relationships/image" Target="../media/image590.png"/><Relationship Id="rId55" Type="http://schemas.openxmlformats.org/officeDocument/2006/relationships/image" Target="../media/image414.png"/><Relationship Id="rId97" Type="http://schemas.openxmlformats.org/officeDocument/2006/relationships/image" Target="../media/image434.png"/><Relationship Id="rId120" Type="http://schemas.openxmlformats.org/officeDocument/2006/relationships/customXml" Target="../ink/ink648.xml"/><Relationship Id="rId162" Type="http://schemas.openxmlformats.org/officeDocument/2006/relationships/customXml" Target="../ink/ink687.xml"/><Relationship Id="rId218" Type="http://schemas.openxmlformats.org/officeDocument/2006/relationships/image" Target="../media/image508.png"/><Relationship Id="rId271" Type="http://schemas.openxmlformats.org/officeDocument/2006/relationships/customXml" Target="../ink/ink742.xml"/><Relationship Id="rId24" Type="http://schemas.openxmlformats.org/officeDocument/2006/relationships/customXml" Target="../ink/ink600.xml"/><Relationship Id="rId66" Type="http://schemas.openxmlformats.org/officeDocument/2006/relationships/customXml" Target="../ink/ink621.xml"/><Relationship Id="rId131" Type="http://schemas.openxmlformats.org/officeDocument/2006/relationships/customXml" Target="../ink/ink656.xml"/><Relationship Id="rId327" Type="http://schemas.openxmlformats.org/officeDocument/2006/relationships/customXml" Target="../ink/ink770.xml"/><Relationship Id="rId173" Type="http://schemas.openxmlformats.org/officeDocument/2006/relationships/customXml" Target="../ink/ink693.xml"/><Relationship Id="rId229" Type="http://schemas.openxmlformats.org/officeDocument/2006/relationships/customXml" Target="../ink/ink721.xml"/><Relationship Id="rId240" Type="http://schemas.openxmlformats.org/officeDocument/2006/relationships/image" Target="../media/image552.png"/><Relationship Id="rId35" Type="http://schemas.openxmlformats.org/officeDocument/2006/relationships/image" Target="../media/image404.png"/><Relationship Id="rId77" Type="http://schemas.openxmlformats.org/officeDocument/2006/relationships/image" Target="../media/image424.png"/><Relationship Id="rId100" Type="http://schemas.openxmlformats.org/officeDocument/2006/relationships/customXml" Target="../ink/ink638.xml"/><Relationship Id="rId282" Type="http://schemas.openxmlformats.org/officeDocument/2006/relationships/image" Target="../media/image573.png"/><Relationship Id="rId338" Type="http://schemas.openxmlformats.org/officeDocument/2006/relationships/image" Target="../media/image60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42.xml"/><Relationship Id="rId299" Type="http://schemas.openxmlformats.org/officeDocument/2006/relationships/image" Target="../media/image509.png"/><Relationship Id="rId21" Type="http://schemas.openxmlformats.org/officeDocument/2006/relationships/image" Target="../media/image618.png"/><Relationship Id="rId63" Type="http://schemas.openxmlformats.org/officeDocument/2006/relationships/image" Target="../media/image637.png"/><Relationship Id="rId159" Type="http://schemas.openxmlformats.org/officeDocument/2006/relationships/customXml" Target="../ink/ink864.xml"/><Relationship Id="rId324" Type="http://schemas.openxmlformats.org/officeDocument/2006/relationships/customXml" Target="../ink/ink987.xml"/><Relationship Id="rId366" Type="http://schemas.openxmlformats.org/officeDocument/2006/relationships/customXml" Target="../ink/ink1008.xml"/><Relationship Id="rId170" Type="http://schemas.openxmlformats.org/officeDocument/2006/relationships/customXml" Target="../ink/ink874.xml"/><Relationship Id="rId226" Type="http://schemas.openxmlformats.org/officeDocument/2006/relationships/customXml" Target="../ink/ink930.xml"/><Relationship Id="rId268" Type="http://schemas.openxmlformats.org/officeDocument/2006/relationships/customXml" Target="../ink/ink959.xml"/><Relationship Id="rId32" Type="http://schemas.openxmlformats.org/officeDocument/2006/relationships/customXml" Target="../ink/ink798.xml"/><Relationship Id="rId74" Type="http://schemas.openxmlformats.org/officeDocument/2006/relationships/customXml" Target="../ink/ink819.xml"/><Relationship Id="rId128" Type="http://schemas.openxmlformats.org/officeDocument/2006/relationships/customXml" Target="../ink/ink848.xml"/><Relationship Id="rId335" Type="http://schemas.openxmlformats.org/officeDocument/2006/relationships/image" Target="../media/image695.png"/><Relationship Id="rId377" Type="http://schemas.openxmlformats.org/officeDocument/2006/relationships/image" Target="../media/image716.png"/><Relationship Id="rId5" Type="http://schemas.openxmlformats.org/officeDocument/2006/relationships/image" Target="../media/image610.png"/><Relationship Id="rId181" Type="http://schemas.openxmlformats.org/officeDocument/2006/relationships/customXml" Target="../ink/ink885.xml"/><Relationship Id="rId237" Type="http://schemas.openxmlformats.org/officeDocument/2006/relationships/customXml" Target="../ink/ink941.xml"/><Relationship Id="rId402" Type="http://schemas.openxmlformats.org/officeDocument/2006/relationships/customXml" Target="../ink/ink1026.xml"/><Relationship Id="rId279" Type="http://schemas.openxmlformats.org/officeDocument/2006/relationships/image" Target="../media/image499.png"/><Relationship Id="rId43" Type="http://schemas.openxmlformats.org/officeDocument/2006/relationships/image" Target="../media/image628.png"/><Relationship Id="rId139" Type="http://schemas.openxmlformats.org/officeDocument/2006/relationships/customXml" Target="../ink/ink854.xml"/><Relationship Id="rId290" Type="http://schemas.openxmlformats.org/officeDocument/2006/relationships/customXml" Target="../ink/ink970.xml"/><Relationship Id="rId304" Type="http://schemas.openxmlformats.org/officeDocument/2006/relationships/customXml" Target="../ink/ink977.xml"/><Relationship Id="rId346" Type="http://schemas.openxmlformats.org/officeDocument/2006/relationships/customXml" Target="../ink/ink998.xml"/><Relationship Id="rId388" Type="http://schemas.openxmlformats.org/officeDocument/2006/relationships/customXml" Target="../ink/ink1019.xml"/><Relationship Id="rId85" Type="http://schemas.openxmlformats.org/officeDocument/2006/relationships/image" Target="../media/image648.png"/><Relationship Id="rId150" Type="http://schemas.openxmlformats.org/officeDocument/2006/relationships/image" Target="../media/image675.png"/><Relationship Id="rId192" Type="http://schemas.openxmlformats.org/officeDocument/2006/relationships/customXml" Target="../ink/ink896.xml"/><Relationship Id="rId206" Type="http://schemas.openxmlformats.org/officeDocument/2006/relationships/customXml" Target="../ink/ink910.xml"/><Relationship Id="rId413" Type="http://schemas.openxmlformats.org/officeDocument/2006/relationships/image" Target="../media/image734.png"/><Relationship Id="rId248" Type="http://schemas.openxmlformats.org/officeDocument/2006/relationships/customXml" Target="../ink/ink949.xml"/><Relationship Id="rId12" Type="http://schemas.openxmlformats.org/officeDocument/2006/relationships/customXml" Target="../ink/ink788.xml"/><Relationship Id="rId108" Type="http://schemas.openxmlformats.org/officeDocument/2006/relationships/customXml" Target="../ink/ink837.xml"/><Relationship Id="rId315" Type="http://schemas.openxmlformats.org/officeDocument/2006/relationships/image" Target="../media/image685.png"/><Relationship Id="rId357" Type="http://schemas.openxmlformats.org/officeDocument/2006/relationships/image" Target="../media/image706.png"/><Relationship Id="rId54" Type="http://schemas.openxmlformats.org/officeDocument/2006/relationships/customXml" Target="../ink/ink809.xml"/><Relationship Id="rId96" Type="http://schemas.openxmlformats.org/officeDocument/2006/relationships/customXml" Target="../ink/ink830.xml"/><Relationship Id="rId161" Type="http://schemas.openxmlformats.org/officeDocument/2006/relationships/image" Target="../media/image680.png"/><Relationship Id="rId217" Type="http://schemas.openxmlformats.org/officeDocument/2006/relationships/customXml" Target="../ink/ink921.xml"/><Relationship Id="rId399" Type="http://schemas.openxmlformats.org/officeDocument/2006/relationships/image" Target="../media/image727.png"/><Relationship Id="rId259" Type="http://schemas.openxmlformats.org/officeDocument/2006/relationships/image" Target="../media/image489.png"/><Relationship Id="rId424" Type="http://schemas.openxmlformats.org/officeDocument/2006/relationships/customXml" Target="../ink/ink1037.xml"/><Relationship Id="rId23" Type="http://schemas.openxmlformats.org/officeDocument/2006/relationships/image" Target="../media/image619.png"/><Relationship Id="rId119" Type="http://schemas.openxmlformats.org/officeDocument/2006/relationships/customXml" Target="../ink/ink843.xml"/><Relationship Id="rId270" Type="http://schemas.openxmlformats.org/officeDocument/2006/relationships/customXml" Target="../ink/ink960.xml"/><Relationship Id="rId326" Type="http://schemas.openxmlformats.org/officeDocument/2006/relationships/customXml" Target="../ink/ink988.xml"/><Relationship Id="rId65" Type="http://schemas.openxmlformats.org/officeDocument/2006/relationships/image" Target="../media/image638.png"/><Relationship Id="rId130" Type="http://schemas.openxmlformats.org/officeDocument/2006/relationships/customXml" Target="../ink/ink849.xml"/><Relationship Id="rId368" Type="http://schemas.openxmlformats.org/officeDocument/2006/relationships/customXml" Target="../ink/ink1009.xml"/><Relationship Id="rId172" Type="http://schemas.openxmlformats.org/officeDocument/2006/relationships/customXml" Target="../ink/ink876.xml"/><Relationship Id="rId228" Type="http://schemas.openxmlformats.org/officeDocument/2006/relationships/customXml" Target="../ink/ink932.xml"/><Relationship Id="rId281" Type="http://schemas.openxmlformats.org/officeDocument/2006/relationships/image" Target="../media/image500.png"/><Relationship Id="rId337" Type="http://schemas.openxmlformats.org/officeDocument/2006/relationships/image" Target="../media/image696.png"/><Relationship Id="rId34" Type="http://schemas.openxmlformats.org/officeDocument/2006/relationships/customXml" Target="../ink/ink799.xml"/><Relationship Id="rId76" Type="http://schemas.openxmlformats.org/officeDocument/2006/relationships/customXml" Target="../ink/ink820.xml"/><Relationship Id="rId141" Type="http://schemas.openxmlformats.org/officeDocument/2006/relationships/customXml" Target="../ink/ink855.xml"/><Relationship Id="rId379" Type="http://schemas.openxmlformats.org/officeDocument/2006/relationships/image" Target="../media/image717.png"/><Relationship Id="rId7" Type="http://schemas.openxmlformats.org/officeDocument/2006/relationships/image" Target="../media/image611.png"/><Relationship Id="rId183" Type="http://schemas.openxmlformats.org/officeDocument/2006/relationships/customXml" Target="../ink/ink887.xml"/><Relationship Id="rId239" Type="http://schemas.openxmlformats.org/officeDocument/2006/relationships/customXml" Target="../ink/ink943.xml"/><Relationship Id="rId390" Type="http://schemas.openxmlformats.org/officeDocument/2006/relationships/customXml" Target="../ink/ink1020.xml"/><Relationship Id="rId404" Type="http://schemas.openxmlformats.org/officeDocument/2006/relationships/customXml" Target="../ink/ink1027.xml"/><Relationship Id="rId250" Type="http://schemas.openxmlformats.org/officeDocument/2006/relationships/customXml" Target="../ink/ink950.xml"/><Relationship Id="rId292" Type="http://schemas.openxmlformats.org/officeDocument/2006/relationships/customXml" Target="../ink/ink971.xml"/><Relationship Id="rId306" Type="http://schemas.openxmlformats.org/officeDocument/2006/relationships/customXml" Target="../ink/ink978.xml"/><Relationship Id="rId45" Type="http://schemas.openxmlformats.org/officeDocument/2006/relationships/image" Target="../media/image629.png"/><Relationship Id="rId87" Type="http://schemas.openxmlformats.org/officeDocument/2006/relationships/image" Target="../media/image649.png"/><Relationship Id="rId110" Type="http://schemas.openxmlformats.org/officeDocument/2006/relationships/customXml" Target="../ink/ink838.xml"/><Relationship Id="rId348" Type="http://schemas.openxmlformats.org/officeDocument/2006/relationships/customXml" Target="../ink/ink999.xml"/><Relationship Id="rId152" Type="http://schemas.openxmlformats.org/officeDocument/2006/relationships/image" Target="../media/image676.png"/><Relationship Id="rId194" Type="http://schemas.openxmlformats.org/officeDocument/2006/relationships/customXml" Target="../ink/ink898.xml"/><Relationship Id="rId208" Type="http://schemas.openxmlformats.org/officeDocument/2006/relationships/customXml" Target="../ink/ink912.xml"/><Relationship Id="rId415" Type="http://schemas.openxmlformats.org/officeDocument/2006/relationships/image" Target="../media/image735.png"/><Relationship Id="rId261" Type="http://schemas.openxmlformats.org/officeDocument/2006/relationships/image" Target="../media/image490.png"/><Relationship Id="rId14" Type="http://schemas.openxmlformats.org/officeDocument/2006/relationships/customXml" Target="../ink/ink789.xml"/><Relationship Id="rId56" Type="http://schemas.openxmlformats.org/officeDocument/2006/relationships/customXml" Target="../ink/ink810.xml"/><Relationship Id="rId317" Type="http://schemas.openxmlformats.org/officeDocument/2006/relationships/image" Target="../media/image686.png"/><Relationship Id="rId359" Type="http://schemas.openxmlformats.org/officeDocument/2006/relationships/image" Target="../media/image707.png"/><Relationship Id="rId98" Type="http://schemas.openxmlformats.org/officeDocument/2006/relationships/customXml" Target="../ink/ink831.xml"/><Relationship Id="rId121" Type="http://schemas.openxmlformats.org/officeDocument/2006/relationships/image" Target="../media/image662.png"/><Relationship Id="rId163" Type="http://schemas.openxmlformats.org/officeDocument/2006/relationships/customXml" Target="../ink/ink867.xml"/><Relationship Id="rId219" Type="http://schemas.openxmlformats.org/officeDocument/2006/relationships/customXml" Target="../ink/ink923.xml"/><Relationship Id="rId370" Type="http://schemas.openxmlformats.org/officeDocument/2006/relationships/customXml" Target="../ink/ink1010.xml"/><Relationship Id="rId426" Type="http://schemas.openxmlformats.org/officeDocument/2006/relationships/customXml" Target="../ink/ink1038.xml"/><Relationship Id="rId230" Type="http://schemas.openxmlformats.org/officeDocument/2006/relationships/customXml" Target="../ink/ink934.xml"/><Relationship Id="rId25" Type="http://schemas.openxmlformats.org/officeDocument/2006/relationships/image" Target="../media/image620.png"/><Relationship Id="rId67" Type="http://schemas.openxmlformats.org/officeDocument/2006/relationships/image" Target="../media/image639.png"/><Relationship Id="rId272" Type="http://schemas.openxmlformats.org/officeDocument/2006/relationships/customXml" Target="../ink/ink961.xml"/><Relationship Id="rId328" Type="http://schemas.openxmlformats.org/officeDocument/2006/relationships/customXml" Target="../ink/ink989.xml"/><Relationship Id="rId132" Type="http://schemas.openxmlformats.org/officeDocument/2006/relationships/customXml" Target="../ink/ink850.xml"/><Relationship Id="rId174" Type="http://schemas.openxmlformats.org/officeDocument/2006/relationships/customXml" Target="../ink/ink878.xml"/><Relationship Id="rId381" Type="http://schemas.openxmlformats.org/officeDocument/2006/relationships/image" Target="../media/image718.png"/><Relationship Id="rId241" Type="http://schemas.openxmlformats.org/officeDocument/2006/relationships/customXml" Target="../ink/ink945.xml"/><Relationship Id="rId36" Type="http://schemas.openxmlformats.org/officeDocument/2006/relationships/customXml" Target="../ink/ink800.xml"/><Relationship Id="rId283" Type="http://schemas.openxmlformats.org/officeDocument/2006/relationships/image" Target="../media/image501.png"/><Relationship Id="rId339" Type="http://schemas.openxmlformats.org/officeDocument/2006/relationships/image" Target="../media/image697.png"/><Relationship Id="rId78" Type="http://schemas.openxmlformats.org/officeDocument/2006/relationships/customXml" Target="../ink/ink821.xml"/><Relationship Id="rId101" Type="http://schemas.openxmlformats.org/officeDocument/2006/relationships/image" Target="../media/image655.png"/><Relationship Id="rId143" Type="http://schemas.openxmlformats.org/officeDocument/2006/relationships/customXml" Target="../ink/ink856.xml"/><Relationship Id="rId185" Type="http://schemas.openxmlformats.org/officeDocument/2006/relationships/customXml" Target="../ink/ink889.xml"/><Relationship Id="rId350" Type="http://schemas.openxmlformats.org/officeDocument/2006/relationships/customXml" Target="../ink/ink1000.xml"/><Relationship Id="rId406" Type="http://schemas.openxmlformats.org/officeDocument/2006/relationships/customXml" Target="../ink/ink1028.xml"/><Relationship Id="rId9" Type="http://schemas.openxmlformats.org/officeDocument/2006/relationships/image" Target="../media/image612.png"/><Relationship Id="rId210" Type="http://schemas.openxmlformats.org/officeDocument/2006/relationships/customXml" Target="../ink/ink914.xml"/><Relationship Id="rId392" Type="http://schemas.openxmlformats.org/officeDocument/2006/relationships/customXml" Target="../ink/ink1021.xml"/><Relationship Id="rId252" Type="http://schemas.openxmlformats.org/officeDocument/2006/relationships/customXml" Target="../ink/ink951.xml"/><Relationship Id="rId294" Type="http://schemas.openxmlformats.org/officeDocument/2006/relationships/customXml" Target="../ink/ink972.xml"/><Relationship Id="rId308" Type="http://schemas.openxmlformats.org/officeDocument/2006/relationships/customXml" Target="../ink/ink979.xml"/><Relationship Id="rId47" Type="http://schemas.openxmlformats.org/officeDocument/2006/relationships/image" Target="../media/image630.png"/><Relationship Id="rId89" Type="http://schemas.openxmlformats.org/officeDocument/2006/relationships/image" Target="../media/image650.png"/><Relationship Id="rId112" Type="http://schemas.openxmlformats.org/officeDocument/2006/relationships/image" Target="../media/image659.png"/><Relationship Id="rId154" Type="http://schemas.openxmlformats.org/officeDocument/2006/relationships/image" Target="../media/image677.png"/><Relationship Id="rId361" Type="http://schemas.openxmlformats.org/officeDocument/2006/relationships/image" Target="../media/image708.png"/><Relationship Id="rId196" Type="http://schemas.openxmlformats.org/officeDocument/2006/relationships/customXml" Target="../ink/ink900.xml"/><Relationship Id="rId417" Type="http://schemas.openxmlformats.org/officeDocument/2006/relationships/image" Target="../media/image736.png"/><Relationship Id="rId16" Type="http://schemas.openxmlformats.org/officeDocument/2006/relationships/customXml" Target="../ink/ink790.xml"/><Relationship Id="rId221" Type="http://schemas.openxmlformats.org/officeDocument/2006/relationships/customXml" Target="../ink/ink925.xml"/><Relationship Id="rId263" Type="http://schemas.openxmlformats.org/officeDocument/2006/relationships/image" Target="../media/image491.png"/><Relationship Id="rId319" Type="http://schemas.openxmlformats.org/officeDocument/2006/relationships/image" Target="../media/image687.png"/><Relationship Id="rId58" Type="http://schemas.openxmlformats.org/officeDocument/2006/relationships/customXml" Target="../ink/ink811.xml"/><Relationship Id="rId123" Type="http://schemas.openxmlformats.org/officeDocument/2006/relationships/image" Target="../media/image663.png"/><Relationship Id="rId330" Type="http://schemas.openxmlformats.org/officeDocument/2006/relationships/customXml" Target="../ink/ink990.xml"/><Relationship Id="rId165" Type="http://schemas.openxmlformats.org/officeDocument/2006/relationships/customXml" Target="../ink/ink869.xml"/><Relationship Id="rId372" Type="http://schemas.openxmlformats.org/officeDocument/2006/relationships/customXml" Target="../ink/ink1011.xml"/><Relationship Id="rId428" Type="http://schemas.openxmlformats.org/officeDocument/2006/relationships/customXml" Target="../ink/ink1039.xml"/><Relationship Id="rId232" Type="http://schemas.openxmlformats.org/officeDocument/2006/relationships/customXml" Target="../ink/ink936.xml"/><Relationship Id="rId274" Type="http://schemas.openxmlformats.org/officeDocument/2006/relationships/customXml" Target="../ink/ink962.xml"/><Relationship Id="rId27" Type="http://schemas.openxmlformats.org/officeDocument/2006/relationships/image" Target="../media/image621.png"/><Relationship Id="rId69" Type="http://schemas.openxmlformats.org/officeDocument/2006/relationships/image" Target="../media/image640.png"/><Relationship Id="rId134" Type="http://schemas.openxmlformats.org/officeDocument/2006/relationships/customXml" Target="../ink/ink851.xml"/><Relationship Id="rId80" Type="http://schemas.openxmlformats.org/officeDocument/2006/relationships/customXml" Target="../ink/ink822.xml"/><Relationship Id="rId176" Type="http://schemas.openxmlformats.org/officeDocument/2006/relationships/customXml" Target="../ink/ink880.xml"/><Relationship Id="rId341" Type="http://schemas.openxmlformats.org/officeDocument/2006/relationships/image" Target="../media/image698.png"/><Relationship Id="rId383" Type="http://schemas.openxmlformats.org/officeDocument/2006/relationships/image" Target="../media/image719.png"/><Relationship Id="rId201" Type="http://schemas.openxmlformats.org/officeDocument/2006/relationships/customXml" Target="../ink/ink905.xml"/><Relationship Id="rId243" Type="http://schemas.openxmlformats.org/officeDocument/2006/relationships/image" Target="../media/image481.png"/><Relationship Id="rId285" Type="http://schemas.openxmlformats.org/officeDocument/2006/relationships/image" Target="../media/image502.png"/><Relationship Id="rId38" Type="http://schemas.openxmlformats.org/officeDocument/2006/relationships/customXml" Target="../ink/ink801.xml"/><Relationship Id="rId103" Type="http://schemas.openxmlformats.org/officeDocument/2006/relationships/customXml" Target="../ink/ink834.xml"/><Relationship Id="rId310" Type="http://schemas.openxmlformats.org/officeDocument/2006/relationships/customXml" Target="../ink/ink980.xml"/><Relationship Id="rId91" Type="http://schemas.openxmlformats.org/officeDocument/2006/relationships/image" Target="../media/image651.png"/><Relationship Id="rId145" Type="http://schemas.openxmlformats.org/officeDocument/2006/relationships/customXml" Target="../ink/ink857.xml"/><Relationship Id="rId187" Type="http://schemas.openxmlformats.org/officeDocument/2006/relationships/customXml" Target="../ink/ink891.xml"/><Relationship Id="rId352" Type="http://schemas.openxmlformats.org/officeDocument/2006/relationships/customXml" Target="../ink/ink1001.xml"/><Relationship Id="rId394" Type="http://schemas.openxmlformats.org/officeDocument/2006/relationships/customXml" Target="../ink/ink1022.xml"/><Relationship Id="rId408" Type="http://schemas.openxmlformats.org/officeDocument/2006/relationships/customXml" Target="../ink/ink1029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16.xml"/><Relationship Id="rId233" Type="http://schemas.openxmlformats.org/officeDocument/2006/relationships/customXml" Target="../ink/ink937.xml"/><Relationship Id="rId254" Type="http://schemas.openxmlformats.org/officeDocument/2006/relationships/customXml" Target="../ink/ink952.xml"/><Relationship Id="rId28" Type="http://schemas.openxmlformats.org/officeDocument/2006/relationships/customXml" Target="../ink/ink796.xml"/><Relationship Id="rId49" Type="http://schemas.openxmlformats.org/officeDocument/2006/relationships/image" Target="../media/image631.png"/><Relationship Id="rId114" Type="http://schemas.openxmlformats.org/officeDocument/2006/relationships/image" Target="../media/image105.png"/><Relationship Id="rId275" Type="http://schemas.openxmlformats.org/officeDocument/2006/relationships/image" Target="../media/image497.png"/><Relationship Id="rId296" Type="http://schemas.openxmlformats.org/officeDocument/2006/relationships/customXml" Target="../ink/ink973.xml"/><Relationship Id="rId300" Type="http://schemas.openxmlformats.org/officeDocument/2006/relationships/customXml" Target="../ink/ink975.xml"/><Relationship Id="rId60" Type="http://schemas.openxmlformats.org/officeDocument/2006/relationships/customXml" Target="../ink/ink812.xml"/><Relationship Id="rId81" Type="http://schemas.openxmlformats.org/officeDocument/2006/relationships/image" Target="../media/image646.png"/><Relationship Id="rId135" Type="http://schemas.openxmlformats.org/officeDocument/2006/relationships/image" Target="../media/image668.png"/><Relationship Id="rId156" Type="http://schemas.openxmlformats.org/officeDocument/2006/relationships/image" Target="../media/image678.png"/><Relationship Id="rId177" Type="http://schemas.openxmlformats.org/officeDocument/2006/relationships/customXml" Target="../ink/ink881.xml"/><Relationship Id="rId198" Type="http://schemas.openxmlformats.org/officeDocument/2006/relationships/customXml" Target="../ink/ink902.xml"/><Relationship Id="rId321" Type="http://schemas.openxmlformats.org/officeDocument/2006/relationships/image" Target="../media/image688.png"/><Relationship Id="rId342" Type="http://schemas.openxmlformats.org/officeDocument/2006/relationships/customXml" Target="../ink/ink996.xml"/><Relationship Id="rId363" Type="http://schemas.openxmlformats.org/officeDocument/2006/relationships/image" Target="../media/image709.png"/><Relationship Id="rId384" Type="http://schemas.openxmlformats.org/officeDocument/2006/relationships/customXml" Target="../ink/ink1017.xml"/><Relationship Id="rId419" Type="http://schemas.openxmlformats.org/officeDocument/2006/relationships/image" Target="../media/image737.png"/><Relationship Id="rId202" Type="http://schemas.openxmlformats.org/officeDocument/2006/relationships/customXml" Target="../ink/ink906.xml"/><Relationship Id="rId223" Type="http://schemas.openxmlformats.org/officeDocument/2006/relationships/customXml" Target="../ink/ink927.xml"/><Relationship Id="rId244" Type="http://schemas.openxmlformats.org/officeDocument/2006/relationships/customXml" Target="../ink/ink947.xml"/><Relationship Id="rId430" Type="http://schemas.openxmlformats.org/officeDocument/2006/relationships/customXml" Target="../ink/ink1040.xml"/><Relationship Id="rId18" Type="http://schemas.openxmlformats.org/officeDocument/2006/relationships/customXml" Target="../ink/ink791.xml"/><Relationship Id="rId39" Type="http://schemas.openxmlformats.org/officeDocument/2006/relationships/image" Target="../media/image626.png"/><Relationship Id="rId265" Type="http://schemas.openxmlformats.org/officeDocument/2006/relationships/image" Target="../media/image492.png"/><Relationship Id="rId286" Type="http://schemas.openxmlformats.org/officeDocument/2006/relationships/customXml" Target="../ink/ink968.xml"/><Relationship Id="rId50" Type="http://schemas.openxmlformats.org/officeDocument/2006/relationships/customXml" Target="../ink/ink807.xml"/><Relationship Id="rId104" Type="http://schemas.openxmlformats.org/officeDocument/2006/relationships/image" Target="../media/image656.png"/><Relationship Id="rId125" Type="http://schemas.openxmlformats.org/officeDocument/2006/relationships/image" Target="../media/image109.png"/><Relationship Id="rId146" Type="http://schemas.openxmlformats.org/officeDocument/2006/relationships/image" Target="../media/image673.png"/><Relationship Id="rId167" Type="http://schemas.openxmlformats.org/officeDocument/2006/relationships/customXml" Target="../ink/ink871.xml"/><Relationship Id="rId188" Type="http://schemas.openxmlformats.org/officeDocument/2006/relationships/customXml" Target="../ink/ink892.xml"/><Relationship Id="rId311" Type="http://schemas.openxmlformats.org/officeDocument/2006/relationships/image" Target="../media/image683.png"/><Relationship Id="rId332" Type="http://schemas.openxmlformats.org/officeDocument/2006/relationships/customXml" Target="../ink/ink991.xml"/><Relationship Id="rId353" Type="http://schemas.openxmlformats.org/officeDocument/2006/relationships/image" Target="../media/image704.png"/><Relationship Id="rId374" Type="http://schemas.openxmlformats.org/officeDocument/2006/relationships/customXml" Target="../ink/ink1012.xml"/><Relationship Id="rId395" Type="http://schemas.openxmlformats.org/officeDocument/2006/relationships/image" Target="../media/image725.png"/><Relationship Id="rId409" Type="http://schemas.openxmlformats.org/officeDocument/2006/relationships/image" Target="../media/image732.png"/><Relationship Id="rId71" Type="http://schemas.openxmlformats.org/officeDocument/2006/relationships/image" Target="../media/image641.png"/><Relationship Id="rId92" Type="http://schemas.openxmlformats.org/officeDocument/2006/relationships/customXml" Target="../ink/ink828.xml"/><Relationship Id="rId213" Type="http://schemas.openxmlformats.org/officeDocument/2006/relationships/customXml" Target="../ink/ink917.xml"/><Relationship Id="rId234" Type="http://schemas.openxmlformats.org/officeDocument/2006/relationships/customXml" Target="../ink/ink938.xml"/><Relationship Id="rId420" Type="http://schemas.openxmlformats.org/officeDocument/2006/relationships/customXml" Target="../ink/ink1035.xml"/><Relationship Id="rId2" Type="http://schemas.openxmlformats.org/officeDocument/2006/relationships/customXml" Target="../ink/ink783.xml"/><Relationship Id="rId29" Type="http://schemas.openxmlformats.org/officeDocument/2006/relationships/image" Target="../media/image622.png"/><Relationship Id="rId255" Type="http://schemas.openxmlformats.org/officeDocument/2006/relationships/image" Target="../media/image487.png"/><Relationship Id="rId276" Type="http://schemas.openxmlformats.org/officeDocument/2006/relationships/customXml" Target="../ink/ink963.xml"/><Relationship Id="rId297" Type="http://schemas.openxmlformats.org/officeDocument/2006/relationships/image" Target="../media/image508.png"/><Relationship Id="rId40" Type="http://schemas.openxmlformats.org/officeDocument/2006/relationships/customXml" Target="../ink/ink802.xml"/><Relationship Id="rId115" Type="http://schemas.openxmlformats.org/officeDocument/2006/relationships/customXml" Target="../ink/ink841.xml"/><Relationship Id="rId136" Type="http://schemas.openxmlformats.org/officeDocument/2006/relationships/customXml" Target="../ink/ink852.xml"/><Relationship Id="rId157" Type="http://schemas.openxmlformats.org/officeDocument/2006/relationships/customXml" Target="../ink/ink863.xml"/><Relationship Id="rId178" Type="http://schemas.openxmlformats.org/officeDocument/2006/relationships/customXml" Target="../ink/ink882.xml"/><Relationship Id="rId301" Type="http://schemas.openxmlformats.org/officeDocument/2006/relationships/image" Target="../media/image510.png"/><Relationship Id="rId322" Type="http://schemas.openxmlformats.org/officeDocument/2006/relationships/customXml" Target="../ink/ink986.xml"/><Relationship Id="rId343" Type="http://schemas.openxmlformats.org/officeDocument/2006/relationships/image" Target="../media/image699.png"/><Relationship Id="rId364" Type="http://schemas.openxmlformats.org/officeDocument/2006/relationships/customXml" Target="../ink/ink1007.xml"/><Relationship Id="rId61" Type="http://schemas.openxmlformats.org/officeDocument/2006/relationships/image" Target="../media/image636.png"/><Relationship Id="rId82" Type="http://schemas.openxmlformats.org/officeDocument/2006/relationships/customXml" Target="../ink/ink823.xml"/><Relationship Id="rId199" Type="http://schemas.openxmlformats.org/officeDocument/2006/relationships/customXml" Target="../ink/ink903.xml"/><Relationship Id="rId203" Type="http://schemas.openxmlformats.org/officeDocument/2006/relationships/customXml" Target="../ink/ink907.xml"/><Relationship Id="rId385" Type="http://schemas.openxmlformats.org/officeDocument/2006/relationships/image" Target="../media/image720.png"/><Relationship Id="rId19" Type="http://schemas.openxmlformats.org/officeDocument/2006/relationships/image" Target="../media/image617.png"/><Relationship Id="rId224" Type="http://schemas.openxmlformats.org/officeDocument/2006/relationships/customXml" Target="../ink/ink928.xml"/><Relationship Id="rId245" Type="http://schemas.openxmlformats.org/officeDocument/2006/relationships/image" Target="../media/image482.png"/><Relationship Id="rId266" Type="http://schemas.openxmlformats.org/officeDocument/2006/relationships/customXml" Target="../ink/ink958.xml"/><Relationship Id="rId287" Type="http://schemas.openxmlformats.org/officeDocument/2006/relationships/image" Target="../media/image503.png"/><Relationship Id="rId410" Type="http://schemas.openxmlformats.org/officeDocument/2006/relationships/customXml" Target="../ink/ink1030.xml"/><Relationship Id="rId431" Type="http://schemas.openxmlformats.org/officeDocument/2006/relationships/image" Target="../media/image743.png"/><Relationship Id="rId30" Type="http://schemas.openxmlformats.org/officeDocument/2006/relationships/customXml" Target="../ink/ink797.xml"/><Relationship Id="rId105" Type="http://schemas.openxmlformats.org/officeDocument/2006/relationships/customXml" Target="../ink/ink835.xml"/><Relationship Id="rId126" Type="http://schemas.openxmlformats.org/officeDocument/2006/relationships/customXml" Target="../ink/ink847.xml"/><Relationship Id="rId147" Type="http://schemas.openxmlformats.org/officeDocument/2006/relationships/customXml" Target="../ink/ink858.xml"/><Relationship Id="rId168" Type="http://schemas.openxmlformats.org/officeDocument/2006/relationships/customXml" Target="../ink/ink872.xml"/><Relationship Id="rId312" Type="http://schemas.openxmlformats.org/officeDocument/2006/relationships/customXml" Target="../ink/ink981.xml"/><Relationship Id="rId333" Type="http://schemas.openxmlformats.org/officeDocument/2006/relationships/image" Target="../media/image694.png"/><Relationship Id="rId354" Type="http://schemas.openxmlformats.org/officeDocument/2006/relationships/customXml" Target="../ink/ink1002.xml"/><Relationship Id="rId51" Type="http://schemas.openxmlformats.org/officeDocument/2006/relationships/image" Target="../media/image632.png"/><Relationship Id="rId72" Type="http://schemas.openxmlformats.org/officeDocument/2006/relationships/customXml" Target="../ink/ink818.xml"/><Relationship Id="rId93" Type="http://schemas.openxmlformats.org/officeDocument/2006/relationships/image" Target="../media/image652.png"/><Relationship Id="rId189" Type="http://schemas.openxmlformats.org/officeDocument/2006/relationships/customXml" Target="../ink/ink893.xml"/><Relationship Id="rId375" Type="http://schemas.openxmlformats.org/officeDocument/2006/relationships/image" Target="../media/image715.png"/><Relationship Id="rId396" Type="http://schemas.openxmlformats.org/officeDocument/2006/relationships/customXml" Target="../ink/ink1023.xml"/><Relationship Id="rId3" Type="http://schemas.openxmlformats.org/officeDocument/2006/relationships/image" Target="../media/image609.png"/><Relationship Id="rId214" Type="http://schemas.openxmlformats.org/officeDocument/2006/relationships/customXml" Target="../ink/ink918.xml"/><Relationship Id="rId235" Type="http://schemas.openxmlformats.org/officeDocument/2006/relationships/customXml" Target="../ink/ink939.xml"/><Relationship Id="rId256" Type="http://schemas.openxmlformats.org/officeDocument/2006/relationships/customXml" Target="../ink/ink953.xml"/><Relationship Id="rId277" Type="http://schemas.openxmlformats.org/officeDocument/2006/relationships/image" Target="../media/image498.png"/><Relationship Id="rId298" Type="http://schemas.openxmlformats.org/officeDocument/2006/relationships/customXml" Target="../ink/ink974.xml"/><Relationship Id="rId400" Type="http://schemas.openxmlformats.org/officeDocument/2006/relationships/customXml" Target="../ink/ink1025.xml"/><Relationship Id="rId421" Type="http://schemas.openxmlformats.org/officeDocument/2006/relationships/image" Target="../media/image738.png"/><Relationship Id="rId116" Type="http://schemas.openxmlformats.org/officeDocument/2006/relationships/image" Target="../media/image660.png"/><Relationship Id="rId137" Type="http://schemas.openxmlformats.org/officeDocument/2006/relationships/image" Target="../media/image669.png"/><Relationship Id="rId158" Type="http://schemas.openxmlformats.org/officeDocument/2006/relationships/image" Target="../media/image679.png"/><Relationship Id="rId302" Type="http://schemas.openxmlformats.org/officeDocument/2006/relationships/customXml" Target="../ink/ink976.xml"/><Relationship Id="rId323" Type="http://schemas.openxmlformats.org/officeDocument/2006/relationships/image" Target="../media/image689.png"/><Relationship Id="rId344" Type="http://schemas.openxmlformats.org/officeDocument/2006/relationships/customXml" Target="../ink/ink997.xml"/><Relationship Id="rId20" Type="http://schemas.openxmlformats.org/officeDocument/2006/relationships/customXml" Target="../ink/ink792.xml"/><Relationship Id="rId41" Type="http://schemas.openxmlformats.org/officeDocument/2006/relationships/image" Target="../media/image627.png"/><Relationship Id="rId62" Type="http://schemas.openxmlformats.org/officeDocument/2006/relationships/customXml" Target="../ink/ink813.xml"/><Relationship Id="rId83" Type="http://schemas.openxmlformats.org/officeDocument/2006/relationships/image" Target="../media/image647.png"/><Relationship Id="rId179" Type="http://schemas.openxmlformats.org/officeDocument/2006/relationships/customXml" Target="../ink/ink883.xml"/><Relationship Id="rId365" Type="http://schemas.openxmlformats.org/officeDocument/2006/relationships/image" Target="../media/image710.png"/><Relationship Id="rId386" Type="http://schemas.openxmlformats.org/officeDocument/2006/relationships/customXml" Target="../ink/ink1018.xml"/><Relationship Id="rId190" Type="http://schemas.openxmlformats.org/officeDocument/2006/relationships/customXml" Target="../ink/ink894.xml"/><Relationship Id="rId204" Type="http://schemas.openxmlformats.org/officeDocument/2006/relationships/customXml" Target="../ink/ink908.xml"/><Relationship Id="rId225" Type="http://schemas.openxmlformats.org/officeDocument/2006/relationships/customXml" Target="../ink/ink929.xml"/><Relationship Id="rId246" Type="http://schemas.openxmlformats.org/officeDocument/2006/relationships/customXml" Target="../ink/ink948.xml"/><Relationship Id="rId267" Type="http://schemas.openxmlformats.org/officeDocument/2006/relationships/image" Target="../media/image493.png"/><Relationship Id="rId288" Type="http://schemas.openxmlformats.org/officeDocument/2006/relationships/customXml" Target="../ink/ink969.xml"/><Relationship Id="rId411" Type="http://schemas.openxmlformats.org/officeDocument/2006/relationships/image" Target="../media/image733.png"/><Relationship Id="rId106" Type="http://schemas.openxmlformats.org/officeDocument/2006/relationships/customXml" Target="../ink/ink836.xml"/><Relationship Id="rId127" Type="http://schemas.openxmlformats.org/officeDocument/2006/relationships/image" Target="../media/image664.png"/><Relationship Id="rId313" Type="http://schemas.openxmlformats.org/officeDocument/2006/relationships/image" Target="../media/image684.png"/><Relationship Id="rId10" Type="http://schemas.openxmlformats.org/officeDocument/2006/relationships/customXml" Target="../ink/ink787.xml"/><Relationship Id="rId31" Type="http://schemas.openxmlformats.org/officeDocument/2006/relationships/image" Target="../media/image623.png"/><Relationship Id="rId52" Type="http://schemas.openxmlformats.org/officeDocument/2006/relationships/customXml" Target="../ink/ink808.xml"/><Relationship Id="rId73" Type="http://schemas.openxmlformats.org/officeDocument/2006/relationships/image" Target="../media/image642.png"/><Relationship Id="rId94" Type="http://schemas.openxmlformats.org/officeDocument/2006/relationships/customXml" Target="../ink/ink829.xml"/><Relationship Id="rId148" Type="http://schemas.openxmlformats.org/officeDocument/2006/relationships/image" Target="../media/image674.png"/><Relationship Id="rId169" Type="http://schemas.openxmlformats.org/officeDocument/2006/relationships/customXml" Target="../ink/ink873.xml"/><Relationship Id="rId334" Type="http://schemas.openxmlformats.org/officeDocument/2006/relationships/customXml" Target="../ink/ink992.xml"/><Relationship Id="rId355" Type="http://schemas.openxmlformats.org/officeDocument/2006/relationships/image" Target="../media/image705.png"/><Relationship Id="rId376" Type="http://schemas.openxmlformats.org/officeDocument/2006/relationships/customXml" Target="../ink/ink1013.xml"/><Relationship Id="rId397" Type="http://schemas.openxmlformats.org/officeDocument/2006/relationships/image" Target="../media/image726.png"/><Relationship Id="rId4" Type="http://schemas.openxmlformats.org/officeDocument/2006/relationships/customXml" Target="../ink/ink784.xml"/><Relationship Id="rId180" Type="http://schemas.openxmlformats.org/officeDocument/2006/relationships/customXml" Target="../ink/ink884.xml"/><Relationship Id="rId215" Type="http://schemas.openxmlformats.org/officeDocument/2006/relationships/customXml" Target="../ink/ink919.xml"/><Relationship Id="rId236" Type="http://schemas.openxmlformats.org/officeDocument/2006/relationships/customXml" Target="../ink/ink940.xml"/><Relationship Id="rId257" Type="http://schemas.openxmlformats.org/officeDocument/2006/relationships/image" Target="../media/image488.png"/><Relationship Id="rId278" Type="http://schemas.openxmlformats.org/officeDocument/2006/relationships/customXml" Target="../ink/ink964.xml"/><Relationship Id="rId401" Type="http://schemas.openxmlformats.org/officeDocument/2006/relationships/image" Target="../media/image728.png"/><Relationship Id="rId422" Type="http://schemas.openxmlformats.org/officeDocument/2006/relationships/customXml" Target="../ink/ink1036.xml"/><Relationship Id="rId303" Type="http://schemas.openxmlformats.org/officeDocument/2006/relationships/image" Target="../media/image511.png"/><Relationship Id="rId42" Type="http://schemas.openxmlformats.org/officeDocument/2006/relationships/customXml" Target="../ink/ink803.xml"/><Relationship Id="rId84" Type="http://schemas.openxmlformats.org/officeDocument/2006/relationships/customXml" Target="../ink/ink824.xml"/><Relationship Id="rId138" Type="http://schemas.openxmlformats.org/officeDocument/2006/relationships/customXml" Target="../ink/ink853.xml"/><Relationship Id="rId345" Type="http://schemas.openxmlformats.org/officeDocument/2006/relationships/image" Target="../media/image700.png"/><Relationship Id="rId387" Type="http://schemas.openxmlformats.org/officeDocument/2006/relationships/image" Target="../media/image721.png"/><Relationship Id="rId191" Type="http://schemas.openxmlformats.org/officeDocument/2006/relationships/customXml" Target="../ink/ink895.xml"/><Relationship Id="rId205" Type="http://schemas.openxmlformats.org/officeDocument/2006/relationships/customXml" Target="../ink/ink909.xml"/><Relationship Id="rId247" Type="http://schemas.openxmlformats.org/officeDocument/2006/relationships/image" Target="../media/image483.png"/><Relationship Id="rId412" Type="http://schemas.openxmlformats.org/officeDocument/2006/relationships/customXml" Target="../ink/ink1031.xml"/><Relationship Id="rId107" Type="http://schemas.openxmlformats.org/officeDocument/2006/relationships/image" Target="../media/image657.png"/><Relationship Id="rId289" Type="http://schemas.openxmlformats.org/officeDocument/2006/relationships/image" Target="../media/image504.png"/><Relationship Id="rId11" Type="http://schemas.openxmlformats.org/officeDocument/2006/relationships/image" Target="../media/image613.png"/><Relationship Id="rId53" Type="http://schemas.openxmlformats.org/officeDocument/2006/relationships/image" Target="../media/image633.png"/><Relationship Id="rId149" Type="http://schemas.openxmlformats.org/officeDocument/2006/relationships/customXml" Target="../ink/ink859.xml"/><Relationship Id="rId314" Type="http://schemas.openxmlformats.org/officeDocument/2006/relationships/customXml" Target="../ink/ink982.xml"/><Relationship Id="rId356" Type="http://schemas.openxmlformats.org/officeDocument/2006/relationships/customXml" Target="../ink/ink1003.xml"/><Relationship Id="rId398" Type="http://schemas.openxmlformats.org/officeDocument/2006/relationships/customXml" Target="../ink/ink1024.xml"/><Relationship Id="rId95" Type="http://schemas.openxmlformats.org/officeDocument/2006/relationships/image" Target="../media/image653.png"/><Relationship Id="rId160" Type="http://schemas.openxmlformats.org/officeDocument/2006/relationships/customXml" Target="../ink/ink865.xml"/><Relationship Id="rId216" Type="http://schemas.openxmlformats.org/officeDocument/2006/relationships/customXml" Target="../ink/ink920.xml"/><Relationship Id="rId423" Type="http://schemas.openxmlformats.org/officeDocument/2006/relationships/image" Target="../media/image739.png"/><Relationship Id="rId258" Type="http://schemas.openxmlformats.org/officeDocument/2006/relationships/customXml" Target="../ink/ink954.xml"/><Relationship Id="rId22" Type="http://schemas.openxmlformats.org/officeDocument/2006/relationships/customXml" Target="../ink/ink793.xml"/><Relationship Id="rId64" Type="http://schemas.openxmlformats.org/officeDocument/2006/relationships/customXml" Target="../ink/ink814.xml"/><Relationship Id="rId118" Type="http://schemas.openxmlformats.org/officeDocument/2006/relationships/image" Target="../media/image661.png"/><Relationship Id="rId325" Type="http://schemas.openxmlformats.org/officeDocument/2006/relationships/image" Target="../media/image690.png"/><Relationship Id="rId367" Type="http://schemas.openxmlformats.org/officeDocument/2006/relationships/image" Target="../media/image711.png"/><Relationship Id="rId171" Type="http://schemas.openxmlformats.org/officeDocument/2006/relationships/customXml" Target="../ink/ink875.xml"/><Relationship Id="rId227" Type="http://schemas.openxmlformats.org/officeDocument/2006/relationships/customXml" Target="../ink/ink931.xml"/><Relationship Id="rId269" Type="http://schemas.openxmlformats.org/officeDocument/2006/relationships/image" Target="../media/image494.png"/><Relationship Id="rId33" Type="http://schemas.openxmlformats.org/officeDocument/2006/relationships/image" Target="../media/image421.png"/><Relationship Id="rId129" Type="http://schemas.openxmlformats.org/officeDocument/2006/relationships/image" Target="../media/image665.png"/><Relationship Id="rId280" Type="http://schemas.openxmlformats.org/officeDocument/2006/relationships/customXml" Target="../ink/ink965.xml"/><Relationship Id="rId336" Type="http://schemas.openxmlformats.org/officeDocument/2006/relationships/customXml" Target="../ink/ink993.xml"/><Relationship Id="rId75" Type="http://schemas.openxmlformats.org/officeDocument/2006/relationships/image" Target="../media/image643.png"/><Relationship Id="rId140" Type="http://schemas.openxmlformats.org/officeDocument/2006/relationships/image" Target="../media/image670.png"/><Relationship Id="rId182" Type="http://schemas.openxmlformats.org/officeDocument/2006/relationships/customXml" Target="../ink/ink886.xml"/><Relationship Id="rId378" Type="http://schemas.openxmlformats.org/officeDocument/2006/relationships/customXml" Target="../ink/ink1014.xml"/><Relationship Id="rId403" Type="http://schemas.openxmlformats.org/officeDocument/2006/relationships/image" Target="../media/image729.png"/><Relationship Id="rId6" Type="http://schemas.openxmlformats.org/officeDocument/2006/relationships/customXml" Target="../ink/ink785.xml"/><Relationship Id="rId238" Type="http://schemas.openxmlformats.org/officeDocument/2006/relationships/customXml" Target="../ink/ink942.xml"/><Relationship Id="rId291" Type="http://schemas.openxmlformats.org/officeDocument/2006/relationships/image" Target="../media/image505.png"/><Relationship Id="rId305" Type="http://schemas.openxmlformats.org/officeDocument/2006/relationships/image" Target="../media/image512.png"/><Relationship Id="rId347" Type="http://schemas.openxmlformats.org/officeDocument/2006/relationships/image" Target="../media/image701.png"/><Relationship Id="rId44" Type="http://schemas.openxmlformats.org/officeDocument/2006/relationships/customXml" Target="../ink/ink804.xml"/><Relationship Id="rId86" Type="http://schemas.openxmlformats.org/officeDocument/2006/relationships/customXml" Target="../ink/ink825.xml"/><Relationship Id="rId151" Type="http://schemas.openxmlformats.org/officeDocument/2006/relationships/customXml" Target="../ink/ink860.xml"/><Relationship Id="rId389" Type="http://schemas.openxmlformats.org/officeDocument/2006/relationships/image" Target="../media/image722.png"/><Relationship Id="rId193" Type="http://schemas.openxmlformats.org/officeDocument/2006/relationships/customXml" Target="../ink/ink897.xml"/><Relationship Id="rId207" Type="http://schemas.openxmlformats.org/officeDocument/2006/relationships/customXml" Target="../ink/ink911.xml"/><Relationship Id="rId249" Type="http://schemas.openxmlformats.org/officeDocument/2006/relationships/image" Target="../media/image484.png"/><Relationship Id="rId414" Type="http://schemas.openxmlformats.org/officeDocument/2006/relationships/customXml" Target="../ink/ink1032.xml"/><Relationship Id="rId13" Type="http://schemas.openxmlformats.org/officeDocument/2006/relationships/image" Target="../media/image614.png"/><Relationship Id="rId109" Type="http://schemas.openxmlformats.org/officeDocument/2006/relationships/image" Target="../media/image658.png"/><Relationship Id="rId260" Type="http://schemas.openxmlformats.org/officeDocument/2006/relationships/customXml" Target="../ink/ink955.xml"/><Relationship Id="rId316" Type="http://schemas.openxmlformats.org/officeDocument/2006/relationships/customXml" Target="../ink/ink983.xml"/><Relationship Id="rId55" Type="http://schemas.openxmlformats.org/officeDocument/2006/relationships/image" Target="../media/image634.png"/><Relationship Id="rId97" Type="http://schemas.openxmlformats.org/officeDocument/2006/relationships/image" Target="../media/image98.png"/><Relationship Id="rId120" Type="http://schemas.openxmlformats.org/officeDocument/2006/relationships/customXml" Target="../ink/ink844.xml"/><Relationship Id="rId358" Type="http://schemas.openxmlformats.org/officeDocument/2006/relationships/customXml" Target="../ink/ink1004.xml"/><Relationship Id="rId162" Type="http://schemas.openxmlformats.org/officeDocument/2006/relationships/customXml" Target="../ink/ink866.xml"/><Relationship Id="rId218" Type="http://schemas.openxmlformats.org/officeDocument/2006/relationships/customXml" Target="../ink/ink922.xml"/><Relationship Id="rId425" Type="http://schemas.openxmlformats.org/officeDocument/2006/relationships/image" Target="../media/image740.png"/><Relationship Id="rId271" Type="http://schemas.openxmlformats.org/officeDocument/2006/relationships/image" Target="../media/image495.png"/><Relationship Id="rId24" Type="http://schemas.openxmlformats.org/officeDocument/2006/relationships/customXml" Target="../ink/ink794.xml"/><Relationship Id="rId66" Type="http://schemas.openxmlformats.org/officeDocument/2006/relationships/customXml" Target="../ink/ink815.xml"/><Relationship Id="rId131" Type="http://schemas.openxmlformats.org/officeDocument/2006/relationships/image" Target="../media/image666.png"/><Relationship Id="rId327" Type="http://schemas.openxmlformats.org/officeDocument/2006/relationships/image" Target="../media/image691.png"/><Relationship Id="rId369" Type="http://schemas.openxmlformats.org/officeDocument/2006/relationships/image" Target="../media/image712.png"/><Relationship Id="rId173" Type="http://schemas.openxmlformats.org/officeDocument/2006/relationships/customXml" Target="../ink/ink877.xml"/><Relationship Id="rId229" Type="http://schemas.openxmlformats.org/officeDocument/2006/relationships/customXml" Target="../ink/ink933.xml"/><Relationship Id="rId380" Type="http://schemas.openxmlformats.org/officeDocument/2006/relationships/customXml" Target="../ink/ink1015.xml"/><Relationship Id="rId240" Type="http://schemas.openxmlformats.org/officeDocument/2006/relationships/customXml" Target="../ink/ink944.xml"/><Relationship Id="rId35" Type="http://schemas.openxmlformats.org/officeDocument/2006/relationships/image" Target="../media/image624.png"/><Relationship Id="rId77" Type="http://schemas.openxmlformats.org/officeDocument/2006/relationships/image" Target="../media/image644.png"/><Relationship Id="rId100" Type="http://schemas.openxmlformats.org/officeDocument/2006/relationships/customXml" Target="../ink/ink832.xml"/><Relationship Id="rId282" Type="http://schemas.openxmlformats.org/officeDocument/2006/relationships/customXml" Target="../ink/ink966.xml"/><Relationship Id="rId338" Type="http://schemas.openxmlformats.org/officeDocument/2006/relationships/customXml" Target="../ink/ink994.xml"/><Relationship Id="rId8" Type="http://schemas.openxmlformats.org/officeDocument/2006/relationships/customXml" Target="../ink/ink786.xml"/><Relationship Id="rId142" Type="http://schemas.openxmlformats.org/officeDocument/2006/relationships/image" Target="../media/image671.png"/><Relationship Id="rId184" Type="http://schemas.openxmlformats.org/officeDocument/2006/relationships/customXml" Target="../ink/ink888.xml"/><Relationship Id="rId391" Type="http://schemas.openxmlformats.org/officeDocument/2006/relationships/image" Target="../media/image723.png"/><Relationship Id="rId405" Type="http://schemas.openxmlformats.org/officeDocument/2006/relationships/image" Target="../media/image730.png"/><Relationship Id="rId251" Type="http://schemas.openxmlformats.org/officeDocument/2006/relationships/image" Target="../media/image485.png"/><Relationship Id="rId46" Type="http://schemas.openxmlformats.org/officeDocument/2006/relationships/customXml" Target="../ink/ink805.xml"/><Relationship Id="rId293" Type="http://schemas.openxmlformats.org/officeDocument/2006/relationships/image" Target="../media/image506.png"/><Relationship Id="rId307" Type="http://schemas.openxmlformats.org/officeDocument/2006/relationships/image" Target="../media/image681.png"/><Relationship Id="rId349" Type="http://schemas.openxmlformats.org/officeDocument/2006/relationships/image" Target="../media/image702.png"/><Relationship Id="rId88" Type="http://schemas.openxmlformats.org/officeDocument/2006/relationships/customXml" Target="../ink/ink826.xml"/><Relationship Id="rId111" Type="http://schemas.openxmlformats.org/officeDocument/2006/relationships/customXml" Target="../ink/ink839.xml"/><Relationship Id="rId153" Type="http://schemas.openxmlformats.org/officeDocument/2006/relationships/customXml" Target="../ink/ink861.xml"/><Relationship Id="rId195" Type="http://schemas.openxmlformats.org/officeDocument/2006/relationships/customXml" Target="../ink/ink899.xml"/><Relationship Id="rId209" Type="http://schemas.openxmlformats.org/officeDocument/2006/relationships/customXml" Target="../ink/ink913.xml"/><Relationship Id="rId360" Type="http://schemas.openxmlformats.org/officeDocument/2006/relationships/customXml" Target="../ink/ink1005.xml"/><Relationship Id="rId416" Type="http://schemas.openxmlformats.org/officeDocument/2006/relationships/customXml" Target="../ink/ink1033.xml"/><Relationship Id="rId220" Type="http://schemas.openxmlformats.org/officeDocument/2006/relationships/customXml" Target="../ink/ink924.xml"/><Relationship Id="rId15" Type="http://schemas.openxmlformats.org/officeDocument/2006/relationships/image" Target="../media/image615.png"/><Relationship Id="rId57" Type="http://schemas.openxmlformats.org/officeDocument/2006/relationships/image" Target="../media/image348.png"/><Relationship Id="rId262" Type="http://schemas.openxmlformats.org/officeDocument/2006/relationships/customXml" Target="../ink/ink956.xml"/><Relationship Id="rId318" Type="http://schemas.openxmlformats.org/officeDocument/2006/relationships/customXml" Target="../ink/ink984.xml"/><Relationship Id="rId99" Type="http://schemas.openxmlformats.org/officeDocument/2006/relationships/image" Target="../media/image654.png"/><Relationship Id="rId122" Type="http://schemas.openxmlformats.org/officeDocument/2006/relationships/customXml" Target="../ink/ink845.xml"/><Relationship Id="rId164" Type="http://schemas.openxmlformats.org/officeDocument/2006/relationships/customXml" Target="../ink/ink868.xml"/><Relationship Id="rId371" Type="http://schemas.openxmlformats.org/officeDocument/2006/relationships/image" Target="../media/image713.png"/><Relationship Id="rId427" Type="http://schemas.openxmlformats.org/officeDocument/2006/relationships/image" Target="../media/image741.png"/><Relationship Id="rId26" Type="http://schemas.openxmlformats.org/officeDocument/2006/relationships/customXml" Target="../ink/ink795.xml"/><Relationship Id="rId231" Type="http://schemas.openxmlformats.org/officeDocument/2006/relationships/customXml" Target="../ink/ink935.xml"/><Relationship Id="rId273" Type="http://schemas.openxmlformats.org/officeDocument/2006/relationships/image" Target="../media/image496.png"/><Relationship Id="rId329" Type="http://schemas.openxmlformats.org/officeDocument/2006/relationships/image" Target="../media/image692.png"/><Relationship Id="rId68" Type="http://schemas.openxmlformats.org/officeDocument/2006/relationships/customXml" Target="../ink/ink816.xml"/><Relationship Id="rId133" Type="http://schemas.openxmlformats.org/officeDocument/2006/relationships/image" Target="../media/image667.png"/><Relationship Id="rId175" Type="http://schemas.openxmlformats.org/officeDocument/2006/relationships/customXml" Target="../ink/ink879.xml"/><Relationship Id="rId340" Type="http://schemas.openxmlformats.org/officeDocument/2006/relationships/customXml" Target="../ink/ink995.xml"/><Relationship Id="rId200" Type="http://schemas.openxmlformats.org/officeDocument/2006/relationships/customXml" Target="../ink/ink904.xml"/><Relationship Id="rId382" Type="http://schemas.openxmlformats.org/officeDocument/2006/relationships/customXml" Target="../ink/ink1016.xml"/><Relationship Id="rId242" Type="http://schemas.openxmlformats.org/officeDocument/2006/relationships/customXml" Target="../ink/ink946.xml"/><Relationship Id="rId284" Type="http://schemas.openxmlformats.org/officeDocument/2006/relationships/customXml" Target="../ink/ink967.xml"/><Relationship Id="rId37" Type="http://schemas.openxmlformats.org/officeDocument/2006/relationships/image" Target="../media/image625.png"/><Relationship Id="rId79" Type="http://schemas.openxmlformats.org/officeDocument/2006/relationships/image" Target="../media/image645.png"/><Relationship Id="rId102" Type="http://schemas.openxmlformats.org/officeDocument/2006/relationships/customXml" Target="../ink/ink833.xml"/><Relationship Id="rId144" Type="http://schemas.openxmlformats.org/officeDocument/2006/relationships/image" Target="../media/image672.png"/><Relationship Id="rId90" Type="http://schemas.openxmlformats.org/officeDocument/2006/relationships/customXml" Target="../ink/ink827.xml"/><Relationship Id="rId186" Type="http://schemas.openxmlformats.org/officeDocument/2006/relationships/customXml" Target="../ink/ink890.xml"/><Relationship Id="rId351" Type="http://schemas.openxmlformats.org/officeDocument/2006/relationships/image" Target="../media/image703.png"/><Relationship Id="rId393" Type="http://schemas.openxmlformats.org/officeDocument/2006/relationships/image" Target="../media/image724.png"/><Relationship Id="rId407" Type="http://schemas.openxmlformats.org/officeDocument/2006/relationships/image" Target="../media/image731.png"/><Relationship Id="rId211" Type="http://schemas.openxmlformats.org/officeDocument/2006/relationships/customXml" Target="../ink/ink915.xml"/><Relationship Id="rId253" Type="http://schemas.openxmlformats.org/officeDocument/2006/relationships/image" Target="../media/image486.png"/><Relationship Id="rId295" Type="http://schemas.openxmlformats.org/officeDocument/2006/relationships/image" Target="../media/image507.png"/><Relationship Id="rId309" Type="http://schemas.openxmlformats.org/officeDocument/2006/relationships/image" Target="../media/image682.png"/><Relationship Id="rId48" Type="http://schemas.openxmlformats.org/officeDocument/2006/relationships/customXml" Target="../ink/ink806.xml"/><Relationship Id="rId113" Type="http://schemas.openxmlformats.org/officeDocument/2006/relationships/customXml" Target="../ink/ink840.xml"/><Relationship Id="rId320" Type="http://schemas.openxmlformats.org/officeDocument/2006/relationships/customXml" Target="../ink/ink985.xml"/><Relationship Id="rId155" Type="http://schemas.openxmlformats.org/officeDocument/2006/relationships/customXml" Target="../ink/ink862.xml"/><Relationship Id="rId197" Type="http://schemas.openxmlformats.org/officeDocument/2006/relationships/customXml" Target="../ink/ink901.xml"/><Relationship Id="rId362" Type="http://schemas.openxmlformats.org/officeDocument/2006/relationships/customXml" Target="../ink/ink1006.xml"/><Relationship Id="rId418" Type="http://schemas.openxmlformats.org/officeDocument/2006/relationships/customXml" Target="../ink/ink1034.xml"/><Relationship Id="rId222" Type="http://schemas.openxmlformats.org/officeDocument/2006/relationships/customXml" Target="../ink/ink926.xml"/><Relationship Id="rId264" Type="http://schemas.openxmlformats.org/officeDocument/2006/relationships/customXml" Target="../ink/ink957.xml"/><Relationship Id="rId17" Type="http://schemas.openxmlformats.org/officeDocument/2006/relationships/image" Target="../media/image616.png"/><Relationship Id="rId59" Type="http://schemas.openxmlformats.org/officeDocument/2006/relationships/image" Target="../media/image635.png"/><Relationship Id="rId124" Type="http://schemas.openxmlformats.org/officeDocument/2006/relationships/customXml" Target="../ink/ink846.xml"/><Relationship Id="rId70" Type="http://schemas.openxmlformats.org/officeDocument/2006/relationships/customXml" Target="../ink/ink817.xml"/><Relationship Id="rId166" Type="http://schemas.openxmlformats.org/officeDocument/2006/relationships/customXml" Target="../ink/ink870.xml"/><Relationship Id="rId331" Type="http://schemas.openxmlformats.org/officeDocument/2006/relationships/image" Target="../media/image693.png"/><Relationship Id="rId373" Type="http://schemas.openxmlformats.org/officeDocument/2006/relationships/image" Target="../media/image714.png"/><Relationship Id="rId429" Type="http://schemas.openxmlformats.org/officeDocument/2006/relationships/image" Target="../media/image742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01.xml"/><Relationship Id="rId299" Type="http://schemas.openxmlformats.org/officeDocument/2006/relationships/image" Target="../media/image504.png"/><Relationship Id="rId21" Type="http://schemas.openxmlformats.org/officeDocument/2006/relationships/image" Target="../media/image618.png"/><Relationship Id="rId63" Type="http://schemas.openxmlformats.org/officeDocument/2006/relationships/image" Target="../media/image651.png"/><Relationship Id="rId159" Type="http://schemas.openxmlformats.org/officeDocument/2006/relationships/customXml" Target="../ink/ink1140.xml"/><Relationship Id="rId324" Type="http://schemas.openxmlformats.org/officeDocument/2006/relationships/customXml" Target="../ink/ink1241.xml"/><Relationship Id="rId366" Type="http://schemas.openxmlformats.org/officeDocument/2006/relationships/customXml" Target="../ink/ink1283.xml"/><Relationship Id="rId170" Type="http://schemas.openxmlformats.org/officeDocument/2006/relationships/customXml" Target="../ink/ink1151.xml"/><Relationship Id="rId226" Type="http://schemas.openxmlformats.org/officeDocument/2006/relationships/customXml" Target="../ink/ink1188.xml"/><Relationship Id="rId268" Type="http://schemas.openxmlformats.org/officeDocument/2006/relationships/customXml" Target="../ink/ink1209.xml"/><Relationship Id="rId32" Type="http://schemas.openxmlformats.org/officeDocument/2006/relationships/customXml" Target="../ink/ink1056.xml"/><Relationship Id="rId74" Type="http://schemas.openxmlformats.org/officeDocument/2006/relationships/image" Target="../media/image656.png"/><Relationship Id="rId128" Type="http://schemas.openxmlformats.org/officeDocument/2006/relationships/customXml" Target="../ink/ink1109.xml"/><Relationship Id="rId335" Type="http://schemas.openxmlformats.org/officeDocument/2006/relationships/customXml" Target="../ink/ink1252.xml"/><Relationship Id="rId377" Type="http://schemas.openxmlformats.org/officeDocument/2006/relationships/customXml" Target="../ink/ink1294.xml"/><Relationship Id="rId5" Type="http://schemas.openxmlformats.org/officeDocument/2006/relationships/image" Target="../media/image610.png"/><Relationship Id="rId181" Type="http://schemas.openxmlformats.org/officeDocument/2006/relationships/customXml" Target="../ink/ink1162.xml"/><Relationship Id="rId237" Type="http://schemas.openxmlformats.org/officeDocument/2006/relationships/image" Target="../media/image768.png"/><Relationship Id="rId279" Type="http://schemas.openxmlformats.org/officeDocument/2006/relationships/image" Target="../media/image494.png"/><Relationship Id="rId43" Type="http://schemas.openxmlformats.org/officeDocument/2006/relationships/image" Target="../media/image638.png"/><Relationship Id="rId139" Type="http://schemas.openxmlformats.org/officeDocument/2006/relationships/customXml" Target="../ink/ink1120.xml"/><Relationship Id="rId290" Type="http://schemas.openxmlformats.org/officeDocument/2006/relationships/customXml" Target="../ink/ink1220.xml"/><Relationship Id="rId304" Type="http://schemas.openxmlformats.org/officeDocument/2006/relationships/customXml" Target="../ink/ink1227.xml"/><Relationship Id="rId346" Type="http://schemas.openxmlformats.org/officeDocument/2006/relationships/customXml" Target="../ink/ink1263.xml"/><Relationship Id="rId85" Type="http://schemas.openxmlformats.org/officeDocument/2006/relationships/customXml" Target="../ink/ink1084.xml"/><Relationship Id="rId150" Type="http://schemas.openxmlformats.org/officeDocument/2006/relationships/customXml" Target="../ink/ink1131.xml"/><Relationship Id="rId192" Type="http://schemas.openxmlformats.org/officeDocument/2006/relationships/customXml" Target="../ink/ink1171.xml"/><Relationship Id="rId206" Type="http://schemas.openxmlformats.org/officeDocument/2006/relationships/customXml" Target="../ink/ink1178.xml"/><Relationship Id="rId248" Type="http://schemas.openxmlformats.org/officeDocument/2006/relationships/customXml" Target="../ink/ink1199.xml"/><Relationship Id="rId12" Type="http://schemas.openxmlformats.org/officeDocument/2006/relationships/customXml" Target="../ink/ink1046.xml"/><Relationship Id="rId108" Type="http://schemas.openxmlformats.org/officeDocument/2006/relationships/customXml" Target="../ink/ink1096.xml"/><Relationship Id="rId315" Type="http://schemas.openxmlformats.org/officeDocument/2006/relationships/image" Target="../media/image512.png"/><Relationship Id="rId357" Type="http://schemas.openxmlformats.org/officeDocument/2006/relationships/customXml" Target="../ink/ink1274.xml"/><Relationship Id="rId54" Type="http://schemas.openxmlformats.org/officeDocument/2006/relationships/customXml" Target="../ink/ink1067.xml"/><Relationship Id="rId96" Type="http://schemas.openxmlformats.org/officeDocument/2006/relationships/customXml" Target="../ink/ink1090.xml"/><Relationship Id="rId161" Type="http://schemas.openxmlformats.org/officeDocument/2006/relationships/customXml" Target="../ink/ink1142.xml"/><Relationship Id="rId217" Type="http://schemas.openxmlformats.org/officeDocument/2006/relationships/image" Target="../media/image758.png"/><Relationship Id="rId259" Type="http://schemas.openxmlformats.org/officeDocument/2006/relationships/image" Target="../media/image484.png"/><Relationship Id="rId23" Type="http://schemas.openxmlformats.org/officeDocument/2006/relationships/image" Target="../media/image622.png"/><Relationship Id="rId119" Type="http://schemas.openxmlformats.org/officeDocument/2006/relationships/customXml" Target="../ink/ink1102.xml"/><Relationship Id="rId270" Type="http://schemas.openxmlformats.org/officeDocument/2006/relationships/customXml" Target="../ink/ink1210.xml"/><Relationship Id="rId326" Type="http://schemas.openxmlformats.org/officeDocument/2006/relationships/customXml" Target="../ink/ink1243.xml"/><Relationship Id="rId65" Type="http://schemas.openxmlformats.org/officeDocument/2006/relationships/image" Target="../media/image98.png"/><Relationship Id="rId130" Type="http://schemas.openxmlformats.org/officeDocument/2006/relationships/customXml" Target="../ink/ink1111.xml"/><Relationship Id="rId368" Type="http://schemas.openxmlformats.org/officeDocument/2006/relationships/customXml" Target="../ink/ink1285.xml"/><Relationship Id="rId172" Type="http://schemas.openxmlformats.org/officeDocument/2006/relationships/customXml" Target="../ink/ink1153.xml"/><Relationship Id="rId228" Type="http://schemas.openxmlformats.org/officeDocument/2006/relationships/customXml" Target="../ink/ink1189.xml"/><Relationship Id="rId281" Type="http://schemas.openxmlformats.org/officeDocument/2006/relationships/image" Target="../media/image495.png"/><Relationship Id="rId337" Type="http://schemas.openxmlformats.org/officeDocument/2006/relationships/customXml" Target="../ink/ink1254.xml"/><Relationship Id="rId34" Type="http://schemas.openxmlformats.org/officeDocument/2006/relationships/customXml" Target="../ink/ink1057.xml"/><Relationship Id="rId76" Type="http://schemas.openxmlformats.org/officeDocument/2006/relationships/customXml" Target="../ink/ink1079.xml"/><Relationship Id="rId141" Type="http://schemas.openxmlformats.org/officeDocument/2006/relationships/customXml" Target="../ink/ink1122.xml"/><Relationship Id="rId379" Type="http://schemas.openxmlformats.org/officeDocument/2006/relationships/customXml" Target="../ink/ink1296.xml"/><Relationship Id="rId7" Type="http://schemas.openxmlformats.org/officeDocument/2006/relationships/image" Target="../media/image611.png"/><Relationship Id="rId183" Type="http://schemas.openxmlformats.org/officeDocument/2006/relationships/customXml" Target="../ink/ink1164.xml"/><Relationship Id="rId239" Type="http://schemas.openxmlformats.org/officeDocument/2006/relationships/image" Target="../media/image769.png"/><Relationship Id="rId250" Type="http://schemas.openxmlformats.org/officeDocument/2006/relationships/customXml" Target="../ink/ink1200.xml"/><Relationship Id="rId292" Type="http://schemas.openxmlformats.org/officeDocument/2006/relationships/customXml" Target="../ink/ink1221.xml"/><Relationship Id="rId306" Type="http://schemas.openxmlformats.org/officeDocument/2006/relationships/customXml" Target="../ink/ink1228.xml"/><Relationship Id="rId45" Type="http://schemas.openxmlformats.org/officeDocument/2006/relationships/image" Target="../media/image639.png"/><Relationship Id="rId87" Type="http://schemas.openxmlformats.org/officeDocument/2006/relationships/customXml" Target="../ink/ink1085.xml"/><Relationship Id="rId110" Type="http://schemas.openxmlformats.org/officeDocument/2006/relationships/image" Target="../media/image670.png"/><Relationship Id="rId348" Type="http://schemas.openxmlformats.org/officeDocument/2006/relationships/customXml" Target="../ink/ink1265.xml"/><Relationship Id="rId152" Type="http://schemas.openxmlformats.org/officeDocument/2006/relationships/customXml" Target="../ink/ink1133.xml"/><Relationship Id="rId194" Type="http://schemas.openxmlformats.org/officeDocument/2006/relationships/customXml" Target="../ink/ink1172.xml"/><Relationship Id="rId208" Type="http://schemas.openxmlformats.org/officeDocument/2006/relationships/customXml" Target="../ink/ink1179.xml"/><Relationship Id="rId261" Type="http://schemas.openxmlformats.org/officeDocument/2006/relationships/image" Target="../media/image485.png"/><Relationship Id="rId14" Type="http://schemas.openxmlformats.org/officeDocument/2006/relationships/customXml" Target="../ink/ink1047.xml"/><Relationship Id="rId56" Type="http://schemas.openxmlformats.org/officeDocument/2006/relationships/customXml" Target="../ink/ink1068.xml"/><Relationship Id="rId317" Type="http://schemas.openxmlformats.org/officeDocument/2006/relationships/customXml" Target="../ink/ink1234.xml"/><Relationship Id="rId359" Type="http://schemas.openxmlformats.org/officeDocument/2006/relationships/customXml" Target="../ink/ink1276.xml"/><Relationship Id="rId98" Type="http://schemas.openxmlformats.org/officeDocument/2006/relationships/customXml" Target="../ink/ink1091.xml"/><Relationship Id="rId121" Type="http://schemas.openxmlformats.org/officeDocument/2006/relationships/customXml" Target="../ink/ink1103.xml"/><Relationship Id="rId163" Type="http://schemas.openxmlformats.org/officeDocument/2006/relationships/customXml" Target="../ink/ink1144.xml"/><Relationship Id="rId219" Type="http://schemas.openxmlformats.org/officeDocument/2006/relationships/image" Target="../media/image759.png"/><Relationship Id="rId370" Type="http://schemas.openxmlformats.org/officeDocument/2006/relationships/customXml" Target="../ink/ink1287.xml"/><Relationship Id="rId230" Type="http://schemas.openxmlformats.org/officeDocument/2006/relationships/customXml" Target="../ink/ink1190.xml"/><Relationship Id="rId25" Type="http://schemas.openxmlformats.org/officeDocument/2006/relationships/image" Target="../media/image623.png"/><Relationship Id="rId67" Type="http://schemas.openxmlformats.org/officeDocument/2006/relationships/image" Target="../media/image627.png"/><Relationship Id="rId272" Type="http://schemas.openxmlformats.org/officeDocument/2006/relationships/customXml" Target="../ink/ink1211.xml"/><Relationship Id="rId328" Type="http://schemas.openxmlformats.org/officeDocument/2006/relationships/customXml" Target="../ink/ink1245.xml"/><Relationship Id="rId132" Type="http://schemas.openxmlformats.org/officeDocument/2006/relationships/customXml" Target="../ink/ink1113.xml"/><Relationship Id="rId174" Type="http://schemas.openxmlformats.org/officeDocument/2006/relationships/customXml" Target="../ink/ink1155.xml"/><Relationship Id="rId241" Type="http://schemas.openxmlformats.org/officeDocument/2006/relationships/image" Target="../media/image770.png"/><Relationship Id="rId36" Type="http://schemas.openxmlformats.org/officeDocument/2006/relationships/customXml" Target="../ink/ink1058.xml"/><Relationship Id="rId283" Type="http://schemas.openxmlformats.org/officeDocument/2006/relationships/image" Target="../media/image496.png"/><Relationship Id="rId339" Type="http://schemas.openxmlformats.org/officeDocument/2006/relationships/customXml" Target="../ink/ink1256.xml"/><Relationship Id="rId78" Type="http://schemas.openxmlformats.org/officeDocument/2006/relationships/customXml" Target="../ink/ink1080.xml"/><Relationship Id="rId101" Type="http://schemas.openxmlformats.org/officeDocument/2006/relationships/image" Target="../media/image632.png"/><Relationship Id="rId143" Type="http://schemas.openxmlformats.org/officeDocument/2006/relationships/customXml" Target="../ink/ink1124.xml"/><Relationship Id="rId185" Type="http://schemas.openxmlformats.org/officeDocument/2006/relationships/customXml" Target="../ink/ink1166.xml"/><Relationship Id="rId350" Type="http://schemas.openxmlformats.org/officeDocument/2006/relationships/customXml" Target="../ink/ink1267.xml"/><Relationship Id="rId9" Type="http://schemas.openxmlformats.org/officeDocument/2006/relationships/image" Target="../media/image612.png"/><Relationship Id="rId210" Type="http://schemas.openxmlformats.org/officeDocument/2006/relationships/customXml" Target="../ink/ink1180.xml"/><Relationship Id="rId26" Type="http://schemas.openxmlformats.org/officeDocument/2006/relationships/customXml" Target="../ink/ink1053.xml"/><Relationship Id="rId231" Type="http://schemas.openxmlformats.org/officeDocument/2006/relationships/image" Target="../media/image765.png"/><Relationship Id="rId252" Type="http://schemas.openxmlformats.org/officeDocument/2006/relationships/customXml" Target="../ink/ink1201.xml"/><Relationship Id="rId273" Type="http://schemas.openxmlformats.org/officeDocument/2006/relationships/image" Target="../media/image491.png"/><Relationship Id="rId294" Type="http://schemas.openxmlformats.org/officeDocument/2006/relationships/customXml" Target="../ink/ink1222.xml"/><Relationship Id="rId308" Type="http://schemas.openxmlformats.org/officeDocument/2006/relationships/customXml" Target="../ink/ink1229.xml"/><Relationship Id="rId329" Type="http://schemas.openxmlformats.org/officeDocument/2006/relationships/customXml" Target="../ink/ink1246.xml"/><Relationship Id="rId47" Type="http://schemas.openxmlformats.org/officeDocument/2006/relationships/image" Target="../media/image640.png"/><Relationship Id="rId68" Type="http://schemas.openxmlformats.org/officeDocument/2006/relationships/customXml" Target="../ink/ink1074.xml"/><Relationship Id="rId89" Type="http://schemas.openxmlformats.org/officeDocument/2006/relationships/image" Target="../media/image663.png"/><Relationship Id="rId112" Type="http://schemas.openxmlformats.org/officeDocument/2006/relationships/image" Target="../media/image671.png"/><Relationship Id="rId133" Type="http://schemas.openxmlformats.org/officeDocument/2006/relationships/customXml" Target="../ink/ink1114.xml"/><Relationship Id="rId154" Type="http://schemas.openxmlformats.org/officeDocument/2006/relationships/customXml" Target="../ink/ink1135.xml"/><Relationship Id="rId175" Type="http://schemas.openxmlformats.org/officeDocument/2006/relationships/customXml" Target="../ink/ink1156.xml"/><Relationship Id="rId340" Type="http://schemas.openxmlformats.org/officeDocument/2006/relationships/customXml" Target="../ink/ink1257.xml"/><Relationship Id="rId361" Type="http://schemas.openxmlformats.org/officeDocument/2006/relationships/customXml" Target="../ink/ink1278.xml"/><Relationship Id="rId196" Type="http://schemas.openxmlformats.org/officeDocument/2006/relationships/customXml" Target="../ink/ink1173.xml"/><Relationship Id="rId200" Type="http://schemas.openxmlformats.org/officeDocument/2006/relationships/customXml" Target="../ink/ink1175.xml"/><Relationship Id="rId16" Type="http://schemas.openxmlformats.org/officeDocument/2006/relationships/customXml" Target="../ink/ink1048.xml"/><Relationship Id="rId221" Type="http://schemas.openxmlformats.org/officeDocument/2006/relationships/image" Target="../media/image760.png"/><Relationship Id="rId242" Type="http://schemas.openxmlformats.org/officeDocument/2006/relationships/customXml" Target="../ink/ink1196.xml"/><Relationship Id="rId263" Type="http://schemas.openxmlformats.org/officeDocument/2006/relationships/image" Target="../media/image486.png"/><Relationship Id="rId284" Type="http://schemas.openxmlformats.org/officeDocument/2006/relationships/customXml" Target="../ink/ink1217.xml"/><Relationship Id="rId319" Type="http://schemas.openxmlformats.org/officeDocument/2006/relationships/customXml" Target="../ink/ink1236.xml"/><Relationship Id="rId37" Type="http://schemas.openxmlformats.org/officeDocument/2006/relationships/image" Target="../media/image624.png"/><Relationship Id="rId58" Type="http://schemas.openxmlformats.org/officeDocument/2006/relationships/customXml" Target="../ink/ink1069.xml"/><Relationship Id="rId79" Type="http://schemas.openxmlformats.org/officeDocument/2006/relationships/image" Target="../media/image658.png"/><Relationship Id="rId102" Type="http://schemas.openxmlformats.org/officeDocument/2006/relationships/customXml" Target="../ink/ink1093.xml"/><Relationship Id="rId123" Type="http://schemas.openxmlformats.org/officeDocument/2006/relationships/customXml" Target="../ink/ink1104.xml"/><Relationship Id="rId144" Type="http://schemas.openxmlformats.org/officeDocument/2006/relationships/customXml" Target="../ink/ink1125.xml"/><Relationship Id="rId330" Type="http://schemas.openxmlformats.org/officeDocument/2006/relationships/customXml" Target="../ink/ink1247.xml"/><Relationship Id="rId90" Type="http://schemas.openxmlformats.org/officeDocument/2006/relationships/customXml" Target="../ink/ink1087.xml"/><Relationship Id="rId165" Type="http://schemas.openxmlformats.org/officeDocument/2006/relationships/customXml" Target="../ink/ink1146.xml"/><Relationship Id="rId186" Type="http://schemas.openxmlformats.org/officeDocument/2006/relationships/customXml" Target="../ink/ink1167.xml"/><Relationship Id="rId351" Type="http://schemas.openxmlformats.org/officeDocument/2006/relationships/customXml" Target="../ink/ink1268.xml"/><Relationship Id="rId372" Type="http://schemas.openxmlformats.org/officeDocument/2006/relationships/customXml" Target="../ink/ink1289.xml"/><Relationship Id="rId211" Type="http://schemas.openxmlformats.org/officeDocument/2006/relationships/image" Target="../media/image755.png"/><Relationship Id="rId232" Type="http://schemas.openxmlformats.org/officeDocument/2006/relationships/customXml" Target="../ink/ink1191.xml"/><Relationship Id="rId253" Type="http://schemas.openxmlformats.org/officeDocument/2006/relationships/image" Target="../media/image481.png"/><Relationship Id="rId274" Type="http://schemas.openxmlformats.org/officeDocument/2006/relationships/customXml" Target="../ink/ink1212.xml"/><Relationship Id="rId295" Type="http://schemas.openxmlformats.org/officeDocument/2006/relationships/image" Target="../media/image502.png"/><Relationship Id="rId309" Type="http://schemas.openxmlformats.org/officeDocument/2006/relationships/image" Target="../media/image509.png"/><Relationship Id="rId27" Type="http://schemas.openxmlformats.org/officeDocument/2006/relationships/image" Target="../media/image633.png"/><Relationship Id="rId48" Type="http://schemas.openxmlformats.org/officeDocument/2006/relationships/customXml" Target="../ink/ink1064.xml"/><Relationship Id="rId69" Type="http://schemas.openxmlformats.org/officeDocument/2006/relationships/image" Target="../media/image628.png"/><Relationship Id="rId113" Type="http://schemas.openxmlformats.org/officeDocument/2006/relationships/customXml" Target="../ink/ink1099.xml"/><Relationship Id="rId134" Type="http://schemas.openxmlformats.org/officeDocument/2006/relationships/customXml" Target="../ink/ink1115.xml"/><Relationship Id="rId320" Type="http://schemas.openxmlformats.org/officeDocument/2006/relationships/customXml" Target="../ink/ink1237.xml"/><Relationship Id="rId80" Type="http://schemas.openxmlformats.org/officeDocument/2006/relationships/customXml" Target="../ink/ink1081.xml"/><Relationship Id="rId155" Type="http://schemas.openxmlformats.org/officeDocument/2006/relationships/customXml" Target="../ink/ink1136.xml"/><Relationship Id="rId176" Type="http://schemas.openxmlformats.org/officeDocument/2006/relationships/customXml" Target="../ink/ink1157.xml"/><Relationship Id="rId197" Type="http://schemas.openxmlformats.org/officeDocument/2006/relationships/image" Target="../media/image748.png"/><Relationship Id="rId341" Type="http://schemas.openxmlformats.org/officeDocument/2006/relationships/customXml" Target="../ink/ink1258.xml"/><Relationship Id="rId362" Type="http://schemas.openxmlformats.org/officeDocument/2006/relationships/customXml" Target="../ink/ink1279.xml"/><Relationship Id="rId201" Type="http://schemas.openxmlformats.org/officeDocument/2006/relationships/image" Target="../media/image750.png"/><Relationship Id="rId222" Type="http://schemas.openxmlformats.org/officeDocument/2006/relationships/customXml" Target="../ink/ink1186.xml"/><Relationship Id="rId243" Type="http://schemas.openxmlformats.org/officeDocument/2006/relationships/image" Target="../media/image771.png"/><Relationship Id="rId264" Type="http://schemas.openxmlformats.org/officeDocument/2006/relationships/customXml" Target="../ink/ink1207.xml"/><Relationship Id="rId285" Type="http://schemas.openxmlformats.org/officeDocument/2006/relationships/image" Target="../media/image497.png"/><Relationship Id="rId17" Type="http://schemas.openxmlformats.org/officeDocument/2006/relationships/image" Target="../media/image616.png"/><Relationship Id="rId38" Type="http://schemas.openxmlformats.org/officeDocument/2006/relationships/customXml" Target="../ink/ink1059.xml"/><Relationship Id="rId59" Type="http://schemas.openxmlformats.org/officeDocument/2006/relationships/image" Target="../media/image648.png"/><Relationship Id="rId103" Type="http://schemas.openxmlformats.org/officeDocument/2006/relationships/image" Target="../media/image667.png"/><Relationship Id="rId124" Type="http://schemas.openxmlformats.org/officeDocument/2006/relationships/customXml" Target="../ink/ink1105.xml"/><Relationship Id="rId310" Type="http://schemas.openxmlformats.org/officeDocument/2006/relationships/customXml" Target="../ink/ink1230.xml"/><Relationship Id="rId70" Type="http://schemas.openxmlformats.org/officeDocument/2006/relationships/customXml" Target="../ink/ink1075.xml"/><Relationship Id="rId91" Type="http://schemas.openxmlformats.org/officeDocument/2006/relationships/image" Target="../media/image109.png"/><Relationship Id="rId145" Type="http://schemas.openxmlformats.org/officeDocument/2006/relationships/customXml" Target="../ink/ink1126.xml"/><Relationship Id="rId166" Type="http://schemas.openxmlformats.org/officeDocument/2006/relationships/customXml" Target="../ink/ink1147.xml"/><Relationship Id="rId187" Type="http://schemas.openxmlformats.org/officeDocument/2006/relationships/customXml" Target="../ink/ink1168.xml"/><Relationship Id="rId331" Type="http://schemas.openxmlformats.org/officeDocument/2006/relationships/customXml" Target="../ink/ink1248.xml"/><Relationship Id="rId352" Type="http://schemas.openxmlformats.org/officeDocument/2006/relationships/customXml" Target="../ink/ink1269.xml"/><Relationship Id="rId373" Type="http://schemas.openxmlformats.org/officeDocument/2006/relationships/customXml" Target="../ink/ink129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81.xml"/><Relationship Id="rId233" Type="http://schemas.openxmlformats.org/officeDocument/2006/relationships/image" Target="../media/image766.png"/><Relationship Id="rId254" Type="http://schemas.openxmlformats.org/officeDocument/2006/relationships/customXml" Target="../ink/ink1202.xml"/><Relationship Id="rId28" Type="http://schemas.openxmlformats.org/officeDocument/2006/relationships/customXml" Target="../ink/ink1054.xml"/><Relationship Id="rId49" Type="http://schemas.openxmlformats.org/officeDocument/2006/relationships/image" Target="../media/image641.png"/><Relationship Id="rId114" Type="http://schemas.openxmlformats.org/officeDocument/2006/relationships/image" Target="../media/image672.png"/><Relationship Id="rId275" Type="http://schemas.openxmlformats.org/officeDocument/2006/relationships/image" Target="../media/image492.png"/><Relationship Id="rId296" Type="http://schemas.openxmlformats.org/officeDocument/2006/relationships/customXml" Target="../ink/ink1223.xml"/><Relationship Id="rId300" Type="http://schemas.openxmlformats.org/officeDocument/2006/relationships/customXml" Target="../ink/ink1225.xml"/><Relationship Id="rId60" Type="http://schemas.openxmlformats.org/officeDocument/2006/relationships/customXml" Target="../ink/ink1070.xml"/><Relationship Id="rId81" Type="http://schemas.openxmlformats.org/officeDocument/2006/relationships/customXml" Target="../ink/ink1082.xml"/><Relationship Id="rId135" Type="http://schemas.openxmlformats.org/officeDocument/2006/relationships/customXml" Target="../ink/ink1116.xml"/><Relationship Id="rId156" Type="http://schemas.openxmlformats.org/officeDocument/2006/relationships/customXml" Target="../ink/ink1137.xml"/><Relationship Id="rId177" Type="http://schemas.openxmlformats.org/officeDocument/2006/relationships/customXml" Target="../ink/ink1158.xml"/><Relationship Id="rId198" Type="http://schemas.openxmlformats.org/officeDocument/2006/relationships/customXml" Target="../ink/ink1174.xml"/><Relationship Id="rId321" Type="http://schemas.openxmlformats.org/officeDocument/2006/relationships/customXml" Target="../ink/ink1238.xml"/><Relationship Id="rId342" Type="http://schemas.openxmlformats.org/officeDocument/2006/relationships/customXml" Target="../ink/ink1259.xml"/><Relationship Id="rId363" Type="http://schemas.openxmlformats.org/officeDocument/2006/relationships/customXml" Target="../ink/ink1280.xml"/><Relationship Id="rId202" Type="http://schemas.openxmlformats.org/officeDocument/2006/relationships/customXml" Target="../ink/ink1176.xml"/><Relationship Id="rId223" Type="http://schemas.openxmlformats.org/officeDocument/2006/relationships/image" Target="../media/image761.png"/><Relationship Id="rId244" Type="http://schemas.openxmlformats.org/officeDocument/2006/relationships/customXml" Target="../ink/ink1197.xml"/><Relationship Id="rId18" Type="http://schemas.openxmlformats.org/officeDocument/2006/relationships/customXml" Target="../ink/ink1049.xml"/><Relationship Id="rId39" Type="http://schemas.openxmlformats.org/officeDocument/2006/relationships/image" Target="../media/image625.png"/><Relationship Id="rId265" Type="http://schemas.openxmlformats.org/officeDocument/2006/relationships/image" Target="../media/image487.png"/><Relationship Id="rId286" Type="http://schemas.openxmlformats.org/officeDocument/2006/relationships/customXml" Target="../ink/ink1218.xml"/><Relationship Id="rId50" Type="http://schemas.openxmlformats.org/officeDocument/2006/relationships/customXml" Target="../ink/ink1065.xml"/><Relationship Id="rId104" Type="http://schemas.openxmlformats.org/officeDocument/2006/relationships/customXml" Target="../ink/ink1094.xml"/><Relationship Id="rId125" Type="http://schemas.openxmlformats.org/officeDocument/2006/relationships/customXml" Target="../ink/ink1106.xml"/><Relationship Id="rId146" Type="http://schemas.openxmlformats.org/officeDocument/2006/relationships/customXml" Target="../ink/ink1127.xml"/><Relationship Id="rId167" Type="http://schemas.openxmlformats.org/officeDocument/2006/relationships/customXml" Target="../ink/ink1148.xml"/><Relationship Id="rId188" Type="http://schemas.openxmlformats.org/officeDocument/2006/relationships/customXml" Target="../ink/ink1169.xml"/><Relationship Id="rId311" Type="http://schemas.openxmlformats.org/officeDocument/2006/relationships/image" Target="../media/image510.png"/><Relationship Id="rId332" Type="http://schemas.openxmlformats.org/officeDocument/2006/relationships/customXml" Target="../ink/ink1249.xml"/><Relationship Id="rId353" Type="http://schemas.openxmlformats.org/officeDocument/2006/relationships/customXml" Target="../ink/ink1270.xml"/><Relationship Id="rId374" Type="http://schemas.openxmlformats.org/officeDocument/2006/relationships/customXml" Target="../ink/ink1291.xml"/><Relationship Id="rId71" Type="http://schemas.openxmlformats.org/officeDocument/2006/relationships/image" Target="../media/image655.png"/><Relationship Id="rId92" Type="http://schemas.openxmlformats.org/officeDocument/2006/relationships/customXml" Target="../ink/ink1088.xml"/><Relationship Id="rId213" Type="http://schemas.openxmlformats.org/officeDocument/2006/relationships/image" Target="../media/image756.png"/><Relationship Id="rId234" Type="http://schemas.openxmlformats.org/officeDocument/2006/relationships/customXml" Target="../ink/ink1192.xml"/><Relationship Id="rId2" Type="http://schemas.openxmlformats.org/officeDocument/2006/relationships/customXml" Target="../ink/ink1041.xml"/><Relationship Id="rId29" Type="http://schemas.openxmlformats.org/officeDocument/2006/relationships/image" Target="../media/image348.png"/><Relationship Id="rId255" Type="http://schemas.openxmlformats.org/officeDocument/2006/relationships/image" Target="../media/image482.png"/><Relationship Id="rId276" Type="http://schemas.openxmlformats.org/officeDocument/2006/relationships/customXml" Target="../ink/ink1213.xml"/><Relationship Id="rId297" Type="http://schemas.openxmlformats.org/officeDocument/2006/relationships/image" Target="../media/image503.png"/><Relationship Id="rId40" Type="http://schemas.openxmlformats.org/officeDocument/2006/relationships/customXml" Target="../ink/ink1060.xml"/><Relationship Id="rId115" Type="http://schemas.openxmlformats.org/officeDocument/2006/relationships/customXml" Target="../ink/ink1100.xml"/><Relationship Id="rId136" Type="http://schemas.openxmlformats.org/officeDocument/2006/relationships/customXml" Target="../ink/ink1117.xml"/><Relationship Id="rId157" Type="http://schemas.openxmlformats.org/officeDocument/2006/relationships/customXml" Target="../ink/ink1138.xml"/><Relationship Id="rId178" Type="http://schemas.openxmlformats.org/officeDocument/2006/relationships/customXml" Target="../ink/ink1159.xml"/><Relationship Id="rId301" Type="http://schemas.openxmlformats.org/officeDocument/2006/relationships/image" Target="../media/image505.png"/><Relationship Id="rId322" Type="http://schemas.openxmlformats.org/officeDocument/2006/relationships/customXml" Target="../ink/ink1239.xml"/><Relationship Id="rId343" Type="http://schemas.openxmlformats.org/officeDocument/2006/relationships/customXml" Target="../ink/ink1260.xml"/><Relationship Id="rId364" Type="http://schemas.openxmlformats.org/officeDocument/2006/relationships/customXml" Target="../ink/ink1281.xml"/><Relationship Id="rId61" Type="http://schemas.openxmlformats.org/officeDocument/2006/relationships/image" Target="../media/image649.png"/><Relationship Id="rId82" Type="http://schemas.openxmlformats.org/officeDocument/2006/relationships/image" Target="../media/image659.png"/><Relationship Id="rId199" Type="http://schemas.openxmlformats.org/officeDocument/2006/relationships/image" Target="../media/image749.png"/><Relationship Id="rId203" Type="http://schemas.openxmlformats.org/officeDocument/2006/relationships/image" Target="../media/image751.png"/><Relationship Id="rId19" Type="http://schemas.openxmlformats.org/officeDocument/2006/relationships/image" Target="../media/image617.png"/><Relationship Id="rId224" Type="http://schemas.openxmlformats.org/officeDocument/2006/relationships/customXml" Target="../ink/ink1187.xml"/><Relationship Id="rId245" Type="http://schemas.openxmlformats.org/officeDocument/2006/relationships/image" Target="../media/image772.png"/><Relationship Id="rId266" Type="http://schemas.openxmlformats.org/officeDocument/2006/relationships/customXml" Target="../ink/ink1208.xml"/><Relationship Id="rId287" Type="http://schemas.openxmlformats.org/officeDocument/2006/relationships/image" Target="../media/image498.png"/><Relationship Id="rId30" Type="http://schemas.openxmlformats.org/officeDocument/2006/relationships/customXml" Target="../ink/ink1055.xml"/><Relationship Id="rId105" Type="http://schemas.openxmlformats.org/officeDocument/2006/relationships/image" Target="../media/image668.png"/><Relationship Id="rId126" Type="http://schemas.openxmlformats.org/officeDocument/2006/relationships/customXml" Target="../ink/ink1107.xml"/><Relationship Id="rId147" Type="http://schemas.openxmlformats.org/officeDocument/2006/relationships/customXml" Target="../ink/ink1128.xml"/><Relationship Id="rId168" Type="http://schemas.openxmlformats.org/officeDocument/2006/relationships/customXml" Target="../ink/ink1149.xml"/><Relationship Id="rId312" Type="http://schemas.openxmlformats.org/officeDocument/2006/relationships/customXml" Target="../ink/ink1231.xml"/><Relationship Id="rId333" Type="http://schemas.openxmlformats.org/officeDocument/2006/relationships/customXml" Target="../ink/ink1250.xml"/><Relationship Id="rId354" Type="http://schemas.openxmlformats.org/officeDocument/2006/relationships/customXml" Target="../ink/ink1271.xml"/><Relationship Id="rId51" Type="http://schemas.openxmlformats.org/officeDocument/2006/relationships/image" Target="../media/image644.png"/><Relationship Id="rId72" Type="http://schemas.openxmlformats.org/officeDocument/2006/relationships/customXml" Target="../ink/ink1076.xml"/><Relationship Id="rId93" Type="http://schemas.openxmlformats.org/officeDocument/2006/relationships/image" Target="../media/image665.png"/><Relationship Id="rId189" Type="http://schemas.openxmlformats.org/officeDocument/2006/relationships/image" Target="../media/image744.png"/><Relationship Id="rId375" Type="http://schemas.openxmlformats.org/officeDocument/2006/relationships/customXml" Target="../ink/ink1292.xml"/><Relationship Id="rId3" Type="http://schemas.openxmlformats.org/officeDocument/2006/relationships/image" Target="../media/image609.png"/><Relationship Id="rId214" Type="http://schemas.openxmlformats.org/officeDocument/2006/relationships/customXml" Target="../ink/ink1182.xml"/><Relationship Id="rId235" Type="http://schemas.openxmlformats.org/officeDocument/2006/relationships/image" Target="../media/image767.png"/><Relationship Id="rId256" Type="http://schemas.openxmlformats.org/officeDocument/2006/relationships/customXml" Target="../ink/ink1203.xml"/><Relationship Id="rId277" Type="http://schemas.openxmlformats.org/officeDocument/2006/relationships/image" Target="../media/image493.png"/><Relationship Id="rId298" Type="http://schemas.openxmlformats.org/officeDocument/2006/relationships/customXml" Target="../ink/ink1224.xml"/><Relationship Id="rId116" Type="http://schemas.openxmlformats.org/officeDocument/2006/relationships/image" Target="../media/image673.png"/><Relationship Id="rId137" Type="http://schemas.openxmlformats.org/officeDocument/2006/relationships/customXml" Target="../ink/ink1118.xml"/><Relationship Id="rId158" Type="http://schemas.openxmlformats.org/officeDocument/2006/relationships/customXml" Target="../ink/ink1139.xml"/><Relationship Id="rId302" Type="http://schemas.openxmlformats.org/officeDocument/2006/relationships/customXml" Target="../ink/ink1226.xml"/><Relationship Id="rId323" Type="http://schemas.openxmlformats.org/officeDocument/2006/relationships/customXml" Target="../ink/ink1240.xml"/><Relationship Id="rId344" Type="http://schemas.openxmlformats.org/officeDocument/2006/relationships/customXml" Target="../ink/ink1261.xml"/><Relationship Id="rId20" Type="http://schemas.openxmlformats.org/officeDocument/2006/relationships/customXml" Target="../ink/ink1050.xml"/><Relationship Id="rId41" Type="http://schemas.openxmlformats.org/officeDocument/2006/relationships/image" Target="../media/image626.png"/><Relationship Id="rId62" Type="http://schemas.openxmlformats.org/officeDocument/2006/relationships/customXml" Target="../ink/ink1071.xml"/><Relationship Id="rId83" Type="http://schemas.openxmlformats.org/officeDocument/2006/relationships/customXml" Target="../ink/ink1083.xml"/><Relationship Id="rId179" Type="http://schemas.openxmlformats.org/officeDocument/2006/relationships/customXml" Target="../ink/ink1160.xml"/><Relationship Id="rId365" Type="http://schemas.openxmlformats.org/officeDocument/2006/relationships/customXml" Target="../ink/ink1282.xml"/><Relationship Id="rId190" Type="http://schemas.openxmlformats.org/officeDocument/2006/relationships/customXml" Target="../ink/ink1170.xml"/><Relationship Id="rId204" Type="http://schemas.openxmlformats.org/officeDocument/2006/relationships/customXml" Target="../ink/ink1177.xml"/><Relationship Id="rId225" Type="http://schemas.openxmlformats.org/officeDocument/2006/relationships/image" Target="../media/image762.png"/><Relationship Id="rId246" Type="http://schemas.openxmlformats.org/officeDocument/2006/relationships/customXml" Target="../ink/ink1198.xml"/><Relationship Id="rId267" Type="http://schemas.openxmlformats.org/officeDocument/2006/relationships/image" Target="../media/image488.png"/><Relationship Id="rId288" Type="http://schemas.openxmlformats.org/officeDocument/2006/relationships/customXml" Target="../ink/ink1219.xml"/><Relationship Id="rId106" Type="http://schemas.openxmlformats.org/officeDocument/2006/relationships/customXml" Target="../ink/ink1095.xml"/><Relationship Id="rId127" Type="http://schemas.openxmlformats.org/officeDocument/2006/relationships/customXml" Target="../ink/ink1108.xml"/><Relationship Id="rId313" Type="http://schemas.openxmlformats.org/officeDocument/2006/relationships/image" Target="../media/image511.png"/><Relationship Id="rId10" Type="http://schemas.openxmlformats.org/officeDocument/2006/relationships/customXml" Target="../ink/ink1045.xml"/><Relationship Id="rId31" Type="http://schemas.openxmlformats.org/officeDocument/2006/relationships/image" Target="../media/image636.png"/><Relationship Id="rId52" Type="http://schemas.openxmlformats.org/officeDocument/2006/relationships/customXml" Target="../ink/ink1066.xml"/><Relationship Id="rId73" Type="http://schemas.openxmlformats.org/officeDocument/2006/relationships/customXml" Target="../ink/ink1077.xml"/><Relationship Id="rId94" Type="http://schemas.openxmlformats.org/officeDocument/2006/relationships/customXml" Target="../ink/ink1089.xml"/><Relationship Id="rId148" Type="http://schemas.openxmlformats.org/officeDocument/2006/relationships/customXml" Target="../ink/ink1129.xml"/><Relationship Id="rId169" Type="http://schemas.openxmlformats.org/officeDocument/2006/relationships/customXml" Target="../ink/ink1150.xml"/><Relationship Id="rId334" Type="http://schemas.openxmlformats.org/officeDocument/2006/relationships/customXml" Target="../ink/ink1251.xml"/><Relationship Id="rId355" Type="http://schemas.openxmlformats.org/officeDocument/2006/relationships/customXml" Target="../ink/ink1272.xml"/><Relationship Id="rId376" Type="http://schemas.openxmlformats.org/officeDocument/2006/relationships/customXml" Target="../ink/ink1293.xml"/><Relationship Id="rId4" Type="http://schemas.openxmlformats.org/officeDocument/2006/relationships/customXml" Target="../ink/ink1042.xml"/><Relationship Id="rId180" Type="http://schemas.openxmlformats.org/officeDocument/2006/relationships/customXml" Target="../ink/ink1161.xml"/><Relationship Id="rId215" Type="http://schemas.openxmlformats.org/officeDocument/2006/relationships/image" Target="../media/image757.png"/><Relationship Id="rId236" Type="http://schemas.openxmlformats.org/officeDocument/2006/relationships/customXml" Target="../ink/ink1193.xml"/><Relationship Id="rId257" Type="http://schemas.openxmlformats.org/officeDocument/2006/relationships/image" Target="../media/image483.png"/><Relationship Id="rId278" Type="http://schemas.openxmlformats.org/officeDocument/2006/relationships/customXml" Target="../ink/ink1214.xml"/><Relationship Id="rId303" Type="http://schemas.openxmlformats.org/officeDocument/2006/relationships/image" Target="../media/image506.png"/><Relationship Id="rId42" Type="http://schemas.openxmlformats.org/officeDocument/2006/relationships/customXml" Target="../ink/ink1061.xml"/><Relationship Id="rId84" Type="http://schemas.openxmlformats.org/officeDocument/2006/relationships/image" Target="../media/image105.png"/><Relationship Id="rId138" Type="http://schemas.openxmlformats.org/officeDocument/2006/relationships/customXml" Target="../ink/ink1119.xml"/><Relationship Id="rId345" Type="http://schemas.openxmlformats.org/officeDocument/2006/relationships/customXml" Target="../ink/ink1262.xml"/><Relationship Id="rId191" Type="http://schemas.openxmlformats.org/officeDocument/2006/relationships/image" Target="../media/image745.png"/><Relationship Id="rId205" Type="http://schemas.openxmlformats.org/officeDocument/2006/relationships/image" Target="../media/image752.png"/><Relationship Id="rId247" Type="http://schemas.openxmlformats.org/officeDocument/2006/relationships/image" Target="../media/image773.png"/><Relationship Id="rId107" Type="http://schemas.openxmlformats.org/officeDocument/2006/relationships/image" Target="../media/image669.png"/><Relationship Id="rId289" Type="http://schemas.openxmlformats.org/officeDocument/2006/relationships/image" Target="../media/image499.png"/><Relationship Id="rId11" Type="http://schemas.openxmlformats.org/officeDocument/2006/relationships/image" Target="../media/image613.png"/><Relationship Id="rId53" Type="http://schemas.openxmlformats.org/officeDocument/2006/relationships/image" Target="../media/image645.png"/><Relationship Id="rId149" Type="http://schemas.openxmlformats.org/officeDocument/2006/relationships/customXml" Target="../ink/ink1130.xml"/><Relationship Id="rId314" Type="http://schemas.openxmlformats.org/officeDocument/2006/relationships/customXml" Target="../ink/ink1232.xml"/><Relationship Id="rId356" Type="http://schemas.openxmlformats.org/officeDocument/2006/relationships/customXml" Target="../ink/ink1273.xml"/><Relationship Id="rId95" Type="http://schemas.openxmlformats.org/officeDocument/2006/relationships/image" Target="../media/image629.png"/><Relationship Id="rId160" Type="http://schemas.openxmlformats.org/officeDocument/2006/relationships/customXml" Target="../ink/ink1141.xml"/><Relationship Id="rId216" Type="http://schemas.openxmlformats.org/officeDocument/2006/relationships/customXml" Target="../ink/ink1183.xml"/><Relationship Id="rId258" Type="http://schemas.openxmlformats.org/officeDocument/2006/relationships/customXml" Target="../ink/ink1204.xml"/><Relationship Id="rId22" Type="http://schemas.openxmlformats.org/officeDocument/2006/relationships/customXml" Target="../ink/ink1051.xml"/><Relationship Id="rId64" Type="http://schemas.openxmlformats.org/officeDocument/2006/relationships/customXml" Target="../ink/ink1072.xml"/><Relationship Id="rId118" Type="http://schemas.openxmlformats.org/officeDocument/2006/relationships/image" Target="../media/image675.png"/><Relationship Id="rId325" Type="http://schemas.openxmlformats.org/officeDocument/2006/relationships/customXml" Target="../ink/ink1242.xml"/><Relationship Id="rId367" Type="http://schemas.openxmlformats.org/officeDocument/2006/relationships/customXml" Target="../ink/ink1284.xml"/><Relationship Id="rId171" Type="http://schemas.openxmlformats.org/officeDocument/2006/relationships/customXml" Target="../ink/ink1152.xml"/><Relationship Id="rId227" Type="http://schemas.openxmlformats.org/officeDocument/2006/relationships/image" Target="../media/image763.png"/><Relationship Id="rId269" Type="http://schemas.openxmlformats.org/officeDocument/2006/relationships/image" Target="../media/image489.png"/><Relationship Id="rId33" Type="http://schemas.openxmlformats.org/officeDocument/2006/relationships/image" Target="../media/image637.png"/><Relationship Id="rId129" Type="http://schemas.openxmlformats.org/officeDocument/2006/relationships/customXml" Target="../ink/ink1110.xml"/><Relationship Id="rId280" Type="http://schemas.openxmlformats.org/officeDocument/2006/relationships/customXml" Target="../ink/ink1215.xml"/><Relationship Id="rId336" Type="http://schemas.openxmlformats.org/officeDocument/2006/relationships/customXml" Target="../ink/ink1253.xml"/><Relationship Id="rId75" Type="http://schemas.openxmlformats.org/officeDocument/2006/relationships/customXml" Target="../ink/ink1078.xml"/><Relationship Id="rId140" Type="http://schemas.openxmlformats.org/officeDocument/2006/relationships/customXml" Target="../ink/ink1121.xml"/><Relationship Id="rId182" Type="http://schemas.openxmlformats.org/officeDocument/2006/relationships/customXml" Target="../ink/ink1163.xml"/><Relationship Id="rId378" Type="http://schemas.openxmlformats.org/officeDocument/2006/relationships/customXml" Target="../ink/ink1295.xml"/><Relationship Id="rId6" Type="http://schemas.openxmlformats.org/officeDocument/2006/relationships/customXml" Target="../ink/ink1043.xml"/><Relationship Id="rId238" Type="http://schemas.openxmlformats.org/officeDocument/2006/relationships/customXml" Target="../ink/ink1194.xml"/><Relationship Id="rId291" Type="http://schemas.openxmlformats.org/officeDocument/2006/relationships/image" Target="../media/image500.png"/><Relationship Id="rId305" Type="http://schemas.openxmlformats.org/officeDocument/2006/relationships/image" Target="../media/image507.png"/><Relationship Id="rId347" Type="http://schemas.openxmlformats.org/officeDocument/2006/relationships/customXml" Target="../ink/ink1264.xml"/><Relationship Id="rId44" Type="http://schemas.openxmlformats.org/officeDocument/2006/relationships/customXml" Target="../ink/ink1062.xml"/><Relationship Id="rId86" Type="http://schemas.openxmlformats.org/officeDocument/2006/relationships/image" Target="../media/image660.png"/><Relationship Id="rId151" Type="http://schemas.openxmlformats.org/officeDocument/2006/relationships/customXml" Target="../ink/ink1132.xml"/><Relationship Id="rId193" Type="http://schemas.openxmlformats.org/officeDocument/2006/relationships/image" Target="../media/image746.png"/><Relationship Id="rId207" Type="http://schemas.openxmlformats.org/officeDocument/2006/relationships/image" Target="../media/image753.png"/><Relationship Id="rId249" Type="http://schemas.openxmlformats.org/officeDocument/2006/relationships/image" Target="../media/image774.png"/><Relationship Id="rId13" Type="http://schemas.openxmlformats.org/officeDocument/2006/relationships/image" Target="../media/image614.png"/><Relationship Id="rId109" Type="http://schemas.openxmlformats.org/officeDocument/2006/relationships/customXml" Target="../ink/ink1097.xml"/><Relationship Id="rId260" Type="http://schemas.openxmlformats.org/officeDocument/2006/relationships/customXml" Target="../ink/ink1205.xml"/><Relationship Id="rId316" Type="http://schemas.openxmlformats.org/officeDocument/2006/relationships/customXml" Target="../ink/ink1233.xml"/><Relationship Id="rId55" Type="http://schemas.openxmlformats.org/officeDocument/2006/relationships/image" Target="../media/image646.png"/><Relationship Id="rId97" Type="http://schemas.openxmlformats.org/officeDocument/2006/relationships/image" Target="../media/image630.png"/><Relationship Id="rId120" Type="http://schemas.openxmlformats.org/officeDocument/2006/relationships/image" Target="../media/image677.png"/><Relationship Id="rId358" Type="http://schemas.openxmlformats.org/officeDocument/2006/relationships/customXml" Target="../ink/ink1275.xml"/><Relationship Id="rId162" Type="http://schemas.openxmlformats.org/officeDocument/2006/relationships/customXml" Target="../ink/ink1143.xml"/><Relationship Id="rId218" Type="http://schemas.openxmlformats.org/officeDocument/2006/relationships/customXml" Target="../ink/ink1184.xml"/><Relationship Id="rId271" Type="http://schemas.openxmlformats.org/officeDocument/2006/relationships/image" Target="../media/image490.png"/><Relationship Id="rId24" Type="http://schemas.openxmlformats.org/officeDocument/2006/relationships/customXml" Target="../ink/ink1052.xml"/><Relationship Id="rId66" Type="http://schemas.openxmlformats.org/officeDocument/2006/relationships/customXml" Target="../ink/ink1073.xml"/><Relationship Id="rId131" Type="http://schemas.openxmlformats.org/officeDocument/2006/relationships/customXml" Target="../ink/ink1112.xml"/><Relationship Id="rId327" Type="http://schemas.openxmlformats.org/officeDocument/2006/relationships/customXml" Target="../ink/ink1244.xml"/><Relationship Id="rId369" Type="http://schemas.openxmlformats.org/officeDocument/2006/relationships/customXml" Target="../ink/ink1286.xml"/><Relationship Id="rId173" Type="http://schemas.openxmlformats.org/officeDocument/2006/relationships/customXml" Target="../ink/ink1154.xml"/><Relationship Id="rId229" Type="http://schemas.openxmlformats.org/officeDocument/2006/relationships/image" Target="../media/image764.png"/><Relationship Id="rId240" Type="http://schemas.openxmlformats.org/officeDocument/2006/relationships/customXml" Target="../ink/ink1195.xml"/><Relationship Id="rId35" Type="http://schemas.openxmlformats.org/officeDocument/2006/relationships/image" Target="../media/image421.png"/><Relationship Id="rId77" Type="http://schemas.openxmlformats.org/officeDocument/2006/relationships/image" Target="../media/image657.png"/><Relationship Id="rId100" Type="http://schemas.openxmlformats.org/officeDocument/2006/relationships/customXml" Target="../ink/ink1092.xml"/><Relationship Id="rId282" Type="http://schemas.openxmlformats.org/officeDocument/2006/relationships/customXml" Target="../ink/ink1216.xml"/><Relationship Id="rId338" Type="http://schemas.openxmlformats.org/officeDocument/2006/relationships/customXml" Target="../ink/ink1255.xml"/><Relationship Id="rId8" Type="http://schemas.openxmlformats.org/officeDocument/2006/relationships/customXml" Target="../ink/ink1044.xml"/><Relationship Id="rId142" Type="http://schemas.openxmlformats.org/officeDocument/2006/relationships/customXml" Target="../ink/ink1123.xml"/><Relationship Id="rId184" Type="http://schemas.openxmlformats.org/officeDocument/2006/relationships/customXml" Target="../ink/ink1165.xml"/><Relationship Id="rId251" Type="http://schemas.openxmlformats.org/officeDocument/2006/relationships/image" Target="../media/image775.png"/><Relationship Id="rId46" Type="http://schemas.openxmlformats.org/officeDocument/2006/relationships/customXml" Target="../ink/ink1063.xml"/><Relationship Id="rId293" Type="http://schemas.openxmlformats.org/officeDocument/2006/relationships/image" Target="../media/image501.png"/><Relationship Id="rId307" Type="http://schemas.openxmlformats.org/officeDocument/2006/relationships/image" Target="../media/image508.png"/><Relationship Id="rId349" Type="http://schemas.openxmlformats.org/officeDocument/2006/relationships/customXml" Target="../ink/ink1266.xml"/><Relationship Id="rId88" Type="http://schemas.openxmlformats.org/officeDocument/2006/relationships/customXml" Target="../ink/ink1086.xml"/><Relationship Id="rId111" Type="http://schemas.openxmlformats.org/officeDocument/2006/relationships/customXml" Target="../ink/ink1098.xml"/><Relationship Id="rId153" Type="http://schemas.openxmlformats.org/officeDocument/2006/relationships/customXml" Target="../ink/ink1134.xml"/><Relationship Id="rId195" Type="http://schemas.openxmlformats.org/officeDocument/2006/relationships/image" Target="../media/image747.png"/><Relationship Id="rId209" Type="http://schemas.openxmlformats.org/officeDocument/2006/relationships/image" Target="../media/image754.png"/><Relationship Id="rId360" Type="http://schemas.openxmlformats.org/officeDocument/2006/relationships/customXml" Target="../ink/ink1277.xml"/><Relationship Id="rId220" Type="http://schemas.openxmlformats.org/officeDocument/2006/relationships/customXml" Target="../ink/ink1185.xml"/><Relationship Id="rId15" Type="http://schemas.openxmlformats.org/officeDocument/2006/relationships/image" Target="../media/image615.png"/><Relationship Id="rId57" Type="http://schemas.openxmlformats.org/officeDocument/2006/relationships/image" Target="../media/image647.png"/><Relationship Id="rId262" Type="http://schemas.openxmlformats.org/officeDocument/2006/relationships/customXml" Target="../ink/ink1206.xml"/><Relationship Id="rId318" Type="http://schemas.openxmlformats.org/officeDocument/2006/relationships/customXml" Target="../ink/ink1235.xml"/><Relationship Id="rId99" Type="http://schemas.openxmlformats.org/officeDocument/2006/relationships/image" Target="../media/image631.png"/><Relationship Id="rId122" Type="http://schemas.openxmlformats.org/officeDocument/2006/relationships/image" Target="../media/image678.png"/><Relationship Id="rId164" Type="http://schemas.openxmlformats.org/officeDocument/2006/relationships/customXml" Target="../ink/ink1145.xml"/><Relationship Id="rId371" Type="http://schemas.openxmlformats.org/officeDocument/2006/relationships/customXml" Target="../ink/ink1288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58.xml"/><Relationship Id="rId299" Type="http://schemas.openxmlformats.org/officeDocument/2006/relationships/image" Target="../media/image505.png"/><Relationship Id="rId21" Type="http://schemas.openxmlformats.org/officeDocument/2006/relationships/image" Target="../media/image633.png"/><Relationship Id="rId63" Type="http://schemas.openxmlformats.org/officeDocument/2006/relationships/image" Target="../media/image658.png"/><Relationship Id="rId159" Type="http://schemas.openxmlformats.org/officeDocument/2006/relationships/customXml" Target="../ink/ink1382.xml"/><Relationship Id="rId324" Type="http://schemas.openxmlformats.org/officeDocument/2006/relationships/customXml" Target="../ink/ink1506.xml"/><Relationship Id="rId366" Type="http://schemas.openxmlformats.org/officeDocument/2006/relationships/customXml" Target="../ink/ink1527.xml"/><Relationship Id="rId170" Type="http://schemas.openxmlformats.org/officeDocument/2006/relationships/customXml" Target="../ink/ink1393.xml"/><Relationship Id="rId226" Type="http://schemas.openxmlformats.org/officeDocument/2006/relationships/customXml" Target="../ink/ink1449.xml"/><Relationship Id="rId433" Type="http://schemas.openxmlformats.org/officeDocument/2006/relationships/image" Target="../media/image861.png"/><Relationship Id="rId268" Type="http://schemas.openxmlformats.org/officeDocument/2006/relationships/customXml" Target="../ink/ink1478.xml"/><Relationship Id="rId32" Type="http://schemas.openxmlformats.org/officeDocument/2006/relationships/customXml" Target="../ink/ink1312.xml"/><Relationship Id="rId74" Type="http://schemas.openxmlformats.org/officeDocument/2006/relationships/customXml" Target="../ink/ink1335.xml"/><Relationship Id="rId128" Type="http://schemas.openxmlformats.org/officeDocument/2006/relationships/customXml" Target="../ink/ink1364.xml"/><Relationship Id="rId335" Type="http://schemas.openxmlformats.org/officeDocument/2006/relationships/image" Target="../media/image812.png"/><Relationship Id="rId377" Type="http://schemas.openxmlformats.org/officeDocument/2006/relationships/image" Target="../media/image833.png"/><Relationship Id="rId5" Type="http://schemas.openxmlformats.org/officeDocument/2006/relationships/image" Target="../media/image610.png"/><Relationship Id="rId181" Type="http://schemas.openxmlformats.org/officeDocument/2006/relationships/customXml" Target="../ink/ink1404.xml"/><Relationship Id="rId237" Type="http://schemas.openxmlformats.org/officeDocument/2006/relationships/image" Target="../media/image620.png"/><Relationship Id="rId402" Type="http://schemas.openxmlformats.org/officeDocument/2006/relationships/customXml" Target="../ink/ink1545.xml"/><Relationship Id="rId279" Type="http://schemas.openxmlformats.org/officeDocument/2006/relationships/image" Target="../media/image495.png"/><Relationship Id="rId43" Type="http://schemas.openxmlformats.org/officeDocument/2006/relationships/image" Target="../media/image647.png"/><Relationship Id="rId139" Type="http://schemas.openxmlformats.org/officeDocument/2006/relationships/image" Target="../media/image793.png"/><Relationship Id="rId290" Type="http://schemas.openxmlformats.org/officeDocument/2006/relationships/customXml" Target="../ink/ink1489.xml"/><Relationship Id="rId304" Type="http://schemas.openxmlformats.org/officeDocument/2006/relationships/customXml" Target="../ink/ink1496.xml"/><Relationship Id="rId346" Type="http://schemas.openxmlformats.org/officeDocument/2006/relationships/customXml" Target="../ink/ink1517.xml"/><Relationship Id="rId388" Type="http://schemas.openxmlformats.org/officeDocument/2006/relationships/customXml" Target="../ink/ink1538.xml"/><Relationship Id="rId85" Type="http://schemas.openxmlformats.org/officeDocument/2006/relationships/image" Target="../media/image667.png"/><Relationship Id="rId150" Type="http://schemas.openxmlformats.org/officeDocument/2006/relationships/customXml" Target="../ink/ink1375.xml"/><Relationship Id="rId192" Type="http://schemas.openxmlformats.org/officeDocument/2006/relationships/customXml" Target="../ink/ink1415.xml"/><Relationship Id="rId206" Type="http://schemas.openxmlformats.org/officeDocument/2006/relationships/customXml" Target="../ink/ink1429.xml"/><Relationship Id="rId413" Type="http://schemas.openxmlformats.org/officeDocument/2006/relationships/image" Target="../media/image851.png"/><Relationship Id="rId248" Type="http://schemas.openxmlformats.org/officeDocument/2006/relationships/customXml" Target="../ink/ink1467.xml"/><Relationship Id="rId12" Type="http://schemas.openxmlformats.org/officeDocument/2006/relationships/customXml" Target="../ink/ink1302.xml"/><Relationship Id="rId108" Type="http://schemas.openxmlformats.org/officeDocument/2006/relationships/customXml" Target="../ink/ink1353.xml"/><Relationship Id="rId315" Type="http://schemas.openxmlformats.org/officeDocument/2006/relationships/image" Target="../media/image802.png"/><Relationship Id="rId357" Type="http://schemas.openxmlformats.org/officeDocument/2006/relationships/image" Target="../media/image823.png"/><Relationship Id="rId54" Type="http://schemas.openxmlformats.org/officeDocument/2006/relationships/customXml" Target="../ink/ink1323.xml"/><Relationship Id="rId96" Type="http://schemas.openxmlformats.org/officeDocument/2006/relationships/image" Target="../media/image675.png"/><Relationship Id="rId161" Type="http://schemas.openxmlformats.org/officeDocument/2006/relationships/customXml" Target="../ink/ink1384.xml"/><Relationship Id="rId217" Type="http://schemas.openxmlformats.org/officeDocument/2006/relationships/customXml" Target="../ink/ink1440.xml"/><Relationship Id="rId399" Type="http://schemas.openxmlformats.org/officeDocument/2006/relationships/image" Target="../media/image844.png"/><Relationship Id="rId259" Type="http://schemas.openxmlformats.org/officeDocument/2006/relationships/image" Target="../media/image485.png"/><Relationship Id="rId424" Type="http://schemas.openxmlformats.org/officeDocument/2006/relationships/customXml" Target="../ink/ink1556.xml"/><Relationship Id="rId23" Type="http://schemas.openxmlformats.org/officeDocument/2006/relationships/image" Target="../media/image348.png"/><Relationship Id="rId119" Type="http://schemas.openxmlformats.org/officeDocument/2006/relationships/customXml" Target="../ink/ink1359.xml"/><Relationship Id="rId270" Type="http://schemas.openxmlformats.org/officeDocument/2006/relationships/customXml" Target="../ink/ink1479.xml"/><Relationship Id="rId326" Type="http://schemas.openxmlformats.org/officeDocument/2006/relationships/customXml" Target="../ink/ink1507.xml"/><Relationship Id="rId65" Type="http://schemas.openxmlformats.org/officeDocument/2006/relationships/customXml" Target="../ink/ink1330.xml"/><Relationship Id="rId130" Type="http://schemas.openxmlformats.org/officeDocument/2006/relationships/customXml" Target="../ink/ink1365.xml"/><Relationship Id="rId368" Type="http://schemas.openxmlformats.org/officeDocument/2006/relationships/customXml" Target="../ink/ink1528.xml"/><Relationship Id="rId172" Type="http://schemas.openxmlformats.org/officeDocument/2006/relationships/customXml" Target="../ink/ink1395.xml"/><Relationship Id="rId228" Type="http://schemas.openxmlformats.org/officeDocument/2006/relationships/customXml" Target="../ink/ink1451.xml"/><Relationship Id="rId435" Type="http://schemas.openxmlformats.org/officeDocument/2006/relationships/image" Target="../media/image862.png"/><Relationship Id="rId281" Type="http://schemas.openxmlformats.org/officeDocument/2006/relationships/image" Target="../media/image496.png"/><Relationship Id="rId337" Type="http://schemas.openxmlformats.org/officeDocument/2006/relationships/image" Target="../media/image813.png"/><Relationship Id="rId34" Type="http://schemas.openxmlformats.org/officeDocument/2006/relationships/customXml" Target="../ink/ink1313.xml"/><Relationship Id="rId76" Type="http://schemas.openxmlformats.org/officeDocument/2006/relationships/customXml" Target="../ink/ink1336.xml"/><Relationship Id="rId141" Type="http://schemas.openxmlformats.org/officeDocument/2006/relationships/image" Target="../media/image794.png"/><Relationship Id="rId379" Type="http://schemas.openxmlformats.org/officeDocument/2006/relationships/image" Target="../media/image834.png"/><Relationship Id="rId7" Type="http://schemas.openxmlformats.org/officeDocument/2006/relationships/image" Target="../media/image611.png"/><Relationship Id="rId183" Type="http://schemas.openxmlformats.org/officeDocument/2006/relationships/customXml" Target="../ink/ink1406.xml"/><Relationship Id="rId239" Type="http://schemas.openxmlformats.org/officeDocument/2006/relationships/image" Target="../media/image621.png"/><Relationship Id="rId390" Type="http://schemas.openxmlformats.org/officeDocument/2006/relationships/customXml" Target="../ink/ink1539.xml"/><Relationship Id="rId404" Type="http://schemas.openxmlformats.org/officeDocument/2006/relationships/customXml" Target="../ink/ink1546.xml"/><Relationship Id="rId250" Type="http://schemas.openxmlformats.org/officeDocument/2006/relationships/customXml" Target="../ink/ink1469.xml"/><Relationship Id="rId292" Type="http://schemas.openxmlformats.org/officeDocument/2006/relationships/customXml" Target="../ink/ink1490.xml"/><Relationship Id="rId306" Type="http://schemas.openxmlformats.org/officeDocument/2006/relationships/customXml" Target="../ink/ink1497.xml"/><Relationship Id="rId45" Type="http://schemas.openxmlformats.org/officeDocument/2006/relationships/image" Target="../media/image648.png"/><Relationship Id="rId87" Type="http://schemas.openxmlformats.org/officeDocument/2006/relationships/image" Target="../media/image668.png"/><Relationship Id="rId110" Type="http://schemas.openxmlformats.org/officeDocument/2006/relationships/customXml" Target="../ink/ink1354.xml"/><Relationship Id="rId348" Type="http://schemas.openxmlformats.org/officeDocument/2006/relationships/customXml" Target="../ink/ink1518.xml"/><Relationship Id="rId152" Type="http://schemas.openxmlformats.org/officeDocument/2006/relationships/customXml" Target="../ink/ink1376.xml"/><Relationship Id="rId194" Type="http://schemas.openxmlformats.org/officeDocument/2006/relationships/customXml" Target="../ink/ink1417.xml"/><Relationship Id="rId208" Type="http://schemas.openxmlformats.org/officeDocument/2006/relationships/customXml" Target="../ink/ink1431.xml"/><Relationship Id="rId415" Type="http://schemas.openxmlformats.org/officeDocument/2006/relationships/image" Target="../media/image852.png"/><Relationship Id="rId261" Type="http://schemas.openxmlformats.org/officeDocument/2006/relationships/image" Target="../media/image486.png"/><Relationship Id="rId14" Type="http://schemas.openxmlformats.org/officeDocument/2006/relationships/customXml" Target="../ink/ink1303.xml"/><Relationship Id="rId56" Type="http://schemas.openxmlformats.org/officeDocument/2006/relationships/customXml" Target="../ink/ink1324.xml"/><Relationship Id="rId317" Type="http://schemas.openxmlformats.org/officeDocument/2006/relationships/image" Target="../media/image803.png"/><Relationship Id="rId359" Type="http://schemas.openxmlformats.org/officeDocument/2006/relationships/image" Target="../media/image824.png"/><Relationship Id="rId98" Type="http://schemas.openxmlformats.org/officeDocument/2006/relationships/image" Target="../media/image677.png"/><Relationship Id="rId121" Type="http://schemas.openxmlformats.org/officeDocument/2006/relationships/customXml" Target="../ink/ink1360.xml"/><Relationship Id="rId163" Type="http://schemas.openxmlformats.org/officeDocument/2006/relationships/customXml" Target="../ink/ink1386.xml"/><Relationship Id="rId219" Type="http://schemas.openxmlformats.org/officeDocument/2006/relationships/customXml" Target="../ink/ink1442.xml"/><Relationship Id="rId370" Type="http://schemas.openxmlformats.org/officeDocument/2006/relationships/customXml" Target="../ink/ink1529.xml"/><Relationship Id="rId426" Type="http://schemas.openxmlformats.org/officeDocument/2006/relationships/customXml" Target="../ink/ink1557.xml"/><Relationship Id="rId230" Type="http://schemas.openxmlformats.org/officeDocument/2006/relationships/customXml" Target="../ink/ink1453.xml"/><Relationship Id="rId25" Type="http://schemas.openxmlformats.org/officeDocument/2006/relationships/image" Target="../media/image421.png"/><Relationship Id="rId67" Type="http://schemas.openxmlformats.org/officeDocument/2006/relationships/customXml" Target="../ink/ink1331.xml"/><Relationship Id="rId272" Type="http://schemas.openxmlformats.org/officeDocument/2006/relationships/customXml" Target="../ink/ink1480.xml"/><Relationship Id="rId328" Type="http://schemas.openxmlformats.org/officeDocument/2006/relationships/customXml" Target="../ink/ink1508.xml"/><Relationship Id="rId132" Type="http://schemas.openxmlformats.org/officeDocument/2006/relationships/customXml" Target="../ink/ink1366.xml"/><Relationship Id="rId174" Type="http://schemas.openxmlformats.org/officeDocument/2006/relationships/customXml" Target="../ink/ink1397.xml"/><Relationship Id="rId381" Type="http://schemas.openxmlformats.org/officeDocument/2006/relationships/image" Target="../media/image835.png"/><Relationship Id="rId241" Type="http://schemas.openxmlformats.org/officeDocument/2006/relationships/image" Target="../media/image801.png"/><Relationship Id="rId437" Type="http://schemas.openxmlformats.org/officeDocument/2006/relationships/image" Target="../media/image863.png"/><Relationship Id="rId36" Type="http://schemas.openxmlformats.org/officeDocument/2006/relationships/customXml" Target="../ink/ink1314.xml"/><Relationship Id="rId283" Type="http://schemas.openxmlformats.org/officeDocument/2006/relationships/image" Target="../media/image497.png"/><Relationship Id="rId339" Type="http://schemas.openxmlformats.org/officeDocument/2006/relationships/image" Target="../media/image814.png"/><Relationship Id="rId78" Type="http://schemas.openxmlformats.org/officeDocument/2006/relationships/customXml" Target="../ink/ink1337.xml"/><Relationship Id="rId101" Type="http://schemas.openxmlformats.org/officeDocument/2006/relationships/customXml" Target="../ink/ink1349.xml"/><Relationship Id="rId143" Type="http://schemas.openxmlformats.org/officeDocument/2006/relationships/image" Target="../media/image795.png"/><Relationship Id="rId185" Type="http://schemas.openxmlformats.org/officeDocument/2006/relationships/customXml" Target="../ink/ink1408.xml"/><Relationship Id="rId350" Type="http://schemas.openxmlformats.org/officeDocument/2006/relationships/customXml" Target="../ink/ink1519.xml"/><Relationship Id="rId406" Type="http://schemas.openxmlformats.org/officeDocument/2006/relationships/customXml" Target="../ink/ink1547.xml"/><Relationship Id="rId9" Type="http://schemas.openxmlformats.org/officeDocument/2006/relationships/image" Target="../media/image612.png"/><Relationship Id="rId210" Type="http://schemas.openxmlformats.org/officeDocument/2006/relationships/customXml" Target="../ink/ink1433.xml"/><Relationship Id="rId392" Type="http://schemas.openxmlformats.org/officeDocument/2006/relationships/customXml" Target="../ink/ink1540.xml"/><Relationship Id="rId252" Type="http://schemas.openxmlformats.org/officeDocument/2006/relationships/customXml" Target="../ink/ink1470.xml"/><Relationship Id="rId294" Type="http://schemas.openxmlformats.org/officeDocument/2006/relationships/customXml" Target="../ink/ink1491.xml"/><Relationship Id="rId308" Type="http://schemas.openxmlformats.org/officeDocument/2006/relationships/customXml" Target="../ink/ink1498.xml"/><Relationship Id="rId47" Type="http://schemas.openxmlformats.org/officeDocument/2006/relationships/image" Target="../media/image651.png"/><Relationship Id="rId89" Type="http://schemas.openxmlformats.org/officeDocument/2006/relationships/image" Target="../media/image669.png"/><Relationship Id="rId112" Type="http://schemas.openxmlformats.org/officeDocument/2006/relationships/image" Target="../media/image780.png"/><Relationship Id="rId154" Type="http://schemas.openxmlformats.org/officeDocument/2006/relationships/customXml" Target="../ink/ink1377.xml"/><Relationship Id="rId361" Type="http://schemas.openxmlformats.org/officeDocument/2006/relationships/image" Target="../media/image825.png"/><Relationship Id="rId196" Type="http://schemas.openxmlformats.org/officeDocument/2006/relationships/customXml" Target="../ink/ink1419.xml"/><Relationship Id="rId417" Type="http://schemas.openxmlformats.org/officeDocument/2006/relationships/image" Target="../media/image853.png"/><Relationship Id="rId16" Type="http://schemas.openxmlformats.org/officeDocument/2006/relationships/customXml" Target="../ink/ink1304.xml"/><Relationship Id="rId221" Type="http://schemas.openxmlformats.org/officeDocument/2006/relationships/customXml" Target="../ink/ink1444.xml"/><Relationship Id="rId263" Type="http://schemas.openxmlformats.org/officeDocument/2006/relationships/image" Target="../media/image487.png"/><Relationship Id="rId319" Type="http://schemas.openxmlformats.org/officeDocument/2006/relationships/image" Target="../media/image804.png"/><Relationship Id="rId58" Type="http://schemas.openxmlformats.org/officeDocument/2006/relationships/image" Target="../media/image656.png"/><Relationship Id="rId123" Type="http://schemas.openxmlformats.org/officeDocument/2006/relationships/image" Target="../media/image785.png"/><Relationship Id="rId330" Type="http://schemas.openxmlformats.org/officeDocument/2006/relationships/customXml" Target="../ink/ink1509.xml"/><Relationship Id="rId165" Type="http://schemas.openxmlformats.org/officeDocument/2006/relationships/customXml" Target="../ink/ink1388.xml"/><Relationship Id="rId372" Type="http://schemas.openxmlformats.org/officeDocument/2006/relationships/customXml" Target="../ink/ink1530.xml"/><Relationship Id="rId428" Type="http://schemas.openxmlformats.org/officeDocument/2006/relationships/customXml" Target="../ink/ink1558.xml"/><Relationship Id="rId232" Type="http://schemas.openxmlformats.org/officeDocument/2006/relationships/customXml" Target="../ink/ink1455.xml"/><Relationship Id="rId274" Type="http://schemas.openxmlformats.org/officeDocument/2006/relationships/customXml" Target="../ink/ink1481.xml"/><Relationship Id="rId27" Type="http://schemas.openxmlformats.org/officeDocument/2006/relationships/image" Target="../media/image624.png"/><Relationship Id="rId69" Type="http://schemas.openxmlformats.org/officeDocument/2006/relationships/image" Target="../media/image662.png"/><Relationship Id="rId134" Type="http://schemas.openxmlformats.org/officeDocument/2006/relationships/customXml" Target="../ink/ink1367.xml"/><Relationship Id="rId80" Type="http://schemas.openxmlformats.org/officeDocument/2006/relationships/customXml" Target="../ink/ink1338.xml"/><Relationship Id="rId176" Type="http://schemas.openxmlformats.org/officeDocument/2006/relationships/customXml" Target="../ink/ink1399.xml"/><Relationship Id="rId341" Type="http://schemas.openxmlformats.org/officeDocument/2006/relationships/image" Target="../media/image815.png"/><Relationship Id="rId383" Type="http://schemas.openxmlformats.org/officeDocument/2006/relationships/image" Target="../media/image836.png"/><Relationship Id="rId439" Type="http://schemas.openxmlformats.org/officeDocument/2006/relationships/image" Target="../media/image864.png"/><Relationship Id="rId201" Type="http://schemas.openxmlformats.org/officeDocument/2006/relationships/customXml" Target="../ink/ink1424.xml"/><Relationship Id="rId243" Type="http://schemas.openxmlformats.org/officeDocument/2006/relationships/customXml" Target="../ink/ink1462.xml"/><Relationship Id="rId285" Type="http://schemas.openxmlformats.org/officeDocument/2006/relationships/image" Target="../media/image498.png"/><Relationship Id="rId38" Type="http://schemas.openxmlformats.org/officeDocument/2006/relationships/customXml" Target="../ink/ink1315.xml"/><Relationship Id="rId103" Type="http://schemas.openxmlformats.org/officeDocument/2006/relationships/image" Target="../media/image776.png"/><Relationship Id="rId310" Type="http://schemas.openxmlformats.org/officeDocument/2006/relationships/customXml" Target="../ink/ink1499.xml"/><Relationship Id="rId91" Type="http://schemas.openxmlformats.org/officeDocument/2006/relationships/customXml" Target="../ink/ink1344.xml"/><Relationship Id="rId145" Type="http://schemas.openxmlformats.org/officeDocument/2006/relationships/image" Target="../media/image796.png"/><Relationship Id="rId187" Type="http://schemas.openxmlformats.org/officeDocument/2006/relationships/customXml" Target="../ink/ink1410.xml"/><Relationship Id="rId352" Type="http://schemas.openxmlformats.org/officeDocument/2006/relationships/customXml" Target="../ink/ink1520.xml"/><Relationship Id="rId394" Type="http://schemas.openxmlformats.org/officeDocument/2006/relationships/customXml" Target="../ink/ink1541.xml"/><Relationship Id="rId408" Type="http://schemas.openxmlformats.org/officeDocument/2006/relationships/customXml" Target="../ink/ink1548.xml"/><Relationship Id="rId212" Type="http://schemas.openxmlformats.org/officeDocument/2006/relationships/customXml" Target="../ink/ink1435.xml"/><Relationship Id="rId254" Type="http://schemas.openxmlformats.org/officeDocument/2006/relationships/customXml" Target="../ink/ink1471.xml"/><Relationship Id="rId49" Type="http://schemas.openxmlformats.org/officeDocument/2006/relationships/image" Target="../media/image98.png"/><Relationship Id="rId114" Type="http://schemas.openxmlformats.org/officeDocument/2006/relationships/image" Target="../media/image781.png"/><Relationship Id="rId296" Type="http://schemas.openxmlformats.org/officeDocument/2006/relationships/customXml" Target="../ink/ink1492.xml"/><Relationship Id="rId60" Type="http://schemas.openxmlformats.org/officeDocument/2006/relationships/customXml" Target="../ink/ink1327.xml"/><Relationship Id="rId156" Type="http://schemas.openxmlformats.org/officeDocument/2006/relationships/customXml" Target="../ink/ink1379.xml"/><Relationship Id="rId198" Type="http://schemas.openxmlformats.org/officeDocument/2006/relationships/customXml" Target="../ink/ink1421.xml"/><Relationship Id="rId321" Type="http://schemas.openxmlformats.org/officeDocument/2006/relationships/image" Target="../media/image805.png"/><Relationship Id="rId363" Type="http://schemas.openxmlformats.org/officeDocument/2006/relationships/image" Target="../media/image826.png"/><Relationship Id="rId419" Type="http://schemas.openxmlformats.org/officeDocument/2006/relationships/image" Target="../media/image854.png"/><Relationship Id="rId202" Type="http://schemas.openxmlformats.org/officeDocument/2006/relationships/customXml" Target="../ink/ink1425.xml"/><Relationship Id="rId223" Type="http://schemas.openxmlformats.org/officeDocument/2006/relationships/customXml" Target="../ink/ink1446.xml"/><Relationship Id="rId244" Type="http://schemas.openxmlformats.org/officeDocument/2006/relationships/customXml" Target="../ink/ink1463.xml"/><Relationship Id="rId430" Type="http://schemas.openxmlformats.org/officeDocument/2006/relationships/customXml" Target="../ink/ink1559.xml"/><Relationship Id="rId18" Type="http://schemas.openxmlformats.org/officeDocument/2006/relationships/customXml" Target="../ink/ink1305.xml"/><Relationship Id="rId39" Type="http://schemas.openxmlformats.org/officeDocument/2006/relationships/image" Target="../media/image645.png"/><Relationship Id="rId265" Type="http://schemas.openxmlformats.org/officeDocument/2006/relationships/image" Target="../media/image488.png"/><Relationship Id="rId286" Type="http://schemas.openxmlformats.org/officeDocument/2006/relationships/customXml" Target="../ink/ink1487.xml"/><Relationship Id="rId50" Type="http://schemas.openxmlformats.org/officeDocument/2006/relationships/customXml" Target="../ink/ink1321.xml"/><Relationship Id="rId104" Type="http://schemas.openxmlformats.org/officeDocument/2006/relationships/customXml" Target="../ink/ink1351.xml"/><Relationship Id="rId125" Type="http://schemas.openxmlformats.org/officeDocument/2006/relationships/image" Target="../media/image786.png"/><Relationship Id="rId146" Type="http://schemas.openxmlformats.org/officeDocument/2006/relationships/customXml" Target="../ink/ink1373.xml"/><Relationship Id="rId167" Type="http://schemas.openxmlformats.org/officeDocument/2006/relationships/customXml" Target="../ink/ink1390.xml"/><Relationship Id="rId188" Type="http://schemas.openxmlformats.org/officeDocument/2006/relationships/customXml" Target="../ink/ink1411.xml"/><Relationship Id="rId311" Type="http://schemas.openxmlformats.org/officeDocument/2006/relationships/image" Target="../media/image511.png"/><Relationship Id="rId332" Type="http://schemas.openxmlformats.org/officeDocument/2006/relationships/customXml" Target="../ink/ink1510.xml"/><Relationship Id="rId353" Type="http://schemas.openxmlformats.org/officeDocument/2006/relationships/image" Target="../media/image821.png"/><Relationship Id="rId374" Type="http://schemas.openxmlformats.org/officeDocument/2006/relationships/customXml" Target="../ink/ink1531.xml"/><Relationship Id="rId395" Type="http://schemas.openxmlformats.org/officeDocument/2006/relationships/image" Target="../media/image842.png"/><Relationship Id="rId409" Type="http://schemas.openxmlformats.org/officeDocument/2006/relationships/image" Target="../media/image849.png"/><Relationship Id="rId71" Type="http://schemas.openxmlformats.org/officeDocument/2006/relationships/image" Target="../media/image663.png"/><Relationship Id="rId92" Type="http://schemas.openxmlformats.org/officeDocument/2006/relationships/image" Target="../media/image670.png"/><Relationship Id="rId213" Type="http://schemas.openxmlformats.org/officeDocument/2006/relationships/customXml" Target="../ink/ink1436.xml"/><Relationship Id="rId234" Type="http://schemas.openxmlformats.org/officeDocument/2006/relationships/customXml" Target="../ink/ink1457.xml"/><Relationship Id="rId420" Type="http://schemas.openxmlformats.org/officeDocument/2006/relationships/customXml" Target="../ink/ink1554.xml"/><Relationship Id="rId2" Type="http://schemas.openxmlformats.org/officeDocument/2006/relationships/customXml" Target="../ink/ink1297.xml"/><Relationship Id="rId29" Type="http://schemas.openxmlformats.org/officeDocument/2006/relationships/image" Target="../media/image625.png"/><Relationship Id="rId255" Type="http://schemas.openxmlformats.org/officeDocument/2006/relationships/image" Target="../media/image483.png"/><Relationship Id="rId276" Type="http://schemas.openxmlformats.org/officeDocument/2006/relationships/customXml" Target="../ink/ink1482.xml"/><Relationship Id="rId297" Type="http://schemas.openxmlformats.org/officeDocument/2006/relationships/image" Target="../media/image504.png"/><Relationship Id="rId441" Type="http://schemas.openxmlformats.org/officeDocument/2006/relationships/image" Target="../media/image865.png"/><Relationship Id="rId40" Type="http://schemas.openxmlformats.org/officeDocument/2006/relationships/customXml" Target="../ink/ink1316.xml"/><Relationship Id="rId115" Type="http://schemas.openxmlformats.org/officeDocument/2006/relationships/customXml" Target="../ink/ink1357.xml"/><Relationship Id="rId136" Type="http://schemas.openxmlformats.org/officeDocument/2006/relationships/customXml" Target="../ink/ink1368.xml"/><Relationship Id="rId157" Type="http://schemas.openxmlformats.org/officeDocument/2006/relationships/customXml" Target="../ink/ink1380.xml"/><Relationship Id="rId178" Type="http://schemas.openxmlformats.org/officeDocument/2006/relationships/customXml" Target="../ink/ink1401.xml"/><Relationship Id="rId301" Type="http://schemas.openxmlformats.org/officeDocument/2006/relationships/image" Target="../media/image506.png"/><Relationship Id="rId322" Type="http://schemas.openxmlformats.org/officeDocument/2006/relationships/customXml" Target="../ink/ink1505.xml"/><Relationship Id="rId343" Type="http://schemas.openxmlformats.org/officeDocument/2006/relationships/image" Target="../media/image816.png"/><Relationship Id="rId364" Type="http://schemas.openxmlformats.org/officeDocument/2006/relationships/customXml" Target="../ink/ink1526.xml"/><Relationship Id="rId61" Type="http://schemas.openxmlformats.org/officeDocument/2006/relationships/image" Target="../media/image657.png"/><Relationship Id="rId82" Type="http://schemas.openxmlformats.org/officeDocument/2006/relationships/customXml" Target="../ink/ink1339.xml"/><Relationship Id="rId199" Type="http://schemas.openxmlformats.org/officeDocument/2006/relationships/customXml" Target="../ink/ink1422.xml"/><Relationship Id="rId203" Type="http://schemas.openxmlformats.org/officeDocument/2006/relationships/customXml" Target="../ink/ink1426.xml"/><Relationship Id="rId385" Type="http://schemas.openxmlformats.org/officeDocument/2006/relationships/image" Target="../media/image837.png"/><Relationship Id="rId19" Type="http://schemas.openxmlformats.org/officeDocument/2006/relationships/image" Target="../media/image623.png"/><Relationship Id="rId224" Type="http://schemas.openxmlformats.org/officeDocument/2006/relationships/customXml" Target="../ink/ink1447.xml"/><Relationship Id="rId245" Type="http://schemas.openxmlformats.org/officeDocument/2006/relationships/customXml" Target="../ink/ink1464.xml"/><Relationship Id="rId266" Type="http://schemas.openxmlformats.org/officeDocument/2006/relationships/customXml" Target="../ink/ink1477.xml"/><Relationship Id="rId287" Type="http://schemas.openxmlformats.org/officeDocument/2006/relationships/image" Target="../media/image499.png"/><Relationship Id="rId410" Type="http://schemas.openxmlformats.org/officeDocument/2006/relationships/customXml" Target="../ink/ink1549.xml"/><Relationship Id="rId431" Type="http://schemas.openxmlformats.org/officeDocument/2006/relationships/image" Target="../media/image860.png"/><Relationship Id="rId30" Type="http://schemas.openxmlformats.org/officeDocument/2006/relationships/customXml" Target="../ink/ink1311.xml"/><Relationship Id="rId105" Type="http://schemas.openxmlformats.org/officeDocument/2006/relationships/image" Target="../media/image777.png"/><Relationship Id="rId126" Type="http://schemas.openxmlformats.org/officeDocument/2006/relationships/customXml" Target="../ink/ink1363.xml"/><Relationship Id="rId147" Type="http://schemas.openxmlformats.org/officeDocument/2006/relationships/image" Target="../media/image797.png"/><Relationship Id="rId168" Type="http://schemas.openxmlformats.org/officeDocument/2006/relationships/customXml" Target="../ink/ink1391.xml"/><Relationship Id="rId312" Type="http://schemas.openxmlformats.org/officeDocument/2006/relationships/customXml" Target="../ink/ink1500.xml"/><Relationship Id="rId333" Type="http://schemas.openxmlformats.org/officeDocument/2006/relationships/image" Target="../media/image811.png"/><Relationship Id="rId354" Type="http://schemas.openxmlformats.org/officeDocument/2006/relationships/customXml" Target="../ink/ink1521.xml"/><Relationship Id="rId51" Type="http://schemas.openxmlformats.org/officeDocument/2006/relationships/image" Target="../media/image627.png"/><Relationship Id="rId72" Type="http://schemas.openxmlformats.org/officeDocument/2006/relationships/customXml" Target="../ink/ink1334.xml"/><Relationship Id="rId93" Type="http://schemas.openxmlformats.org/officeDocument/2006/relationships/customXml" Target="../ink/ink1345.xml"/><Relationship Id="rId189" Type="http://schemas.openxmlformats.org/officeDocument/2006/relationships/customXml" Target="../ink/ink1412.xml"/><Relationship Id="rId375" Type="http://schemas.openxmlformats.org/officeDocument/2006/relationships/image" Target="../media/image832.png"/><Relationship Id="rId396" Type="http://schemas.openxmlformats.org/officeDocument/2006/relationships/customXml" Target="../ink/ink1542.xml"/><Relationship Id="rId3" Type="http://schemas.openxmlformats.org/officeDocument/2006/relationships/image" Target="../media/image609.png"/><Relationship Id="rId214" Type="http://schemas.openxmlformats.org/officeDocument/2006/relationships/customXml" Target="../ink/ink1437.xml"/><Relationship Id="rId235" Type="http://schemas.openxmlformats.org/officeDocument/2006/relationships/image" Target="../media/image619.png"/><Relationship Id="rId256" Type="http://schemas.openxmlformats.org/officeDocument/2006/relationships/customXml" Target="../ink/ink1472.xml"/><Relationship Id="rId277" Type="http://schemas.openxmlformats.org/officeDocument/2006/relationships/image" Target="../media/image494.png"/><Relationship Id="rId298" Type="http://schemas.openxmlformats.org/officeDocument/2006/relationships/customXml" Target="../ink/ink1493.xml"/><Relationship Id="rId400" Type="http://schemas.openxmlformats.org/officeDocument/2006/relationships/customXml" Target="../ink/ink1544.xml"/><Relationship Id="rId421" Type="http://schemas.openxmlformats.org/officeDocument/2006/relationships/image" Target="../media/image855.png"/><Relationship Id="rId116" Type="http://schemas.openxmlformats.org/officeDocument/2006/relationships/image" Target="../media/image782.png"/><Relationship Id="rId137" Type="http://schemas.openxmlformats.org/officeDocument/2006/relationships/image" Target="../media/image792.png"/><Relationship Id="rId158" Type="http://schemas.openxmlformats.org/officeDocument/2006/relationships/customXml" Target="../ink/ink1381.xml"/><Relationship Id="rId302" Type="http://schemas.openxmlformats.org/officeDocument/2006/relationships/customXml" Target="../ink/ink1495.xml"/><Relationship Id="rId323" Type="http://schemas.openxmlformats.org/officeDocument/2006/relationships/image" Target="../media/image806.png"/><Relationship Id="rId344" Type="http://schemas.openxmlformats.org/officeDocument/2006/relationships/customXml" Target="../ink/ink1516.xml"/><Relationship Id="rId20" Type="http://schemas.openxmlformats.org/officeDocument/2006/relationships/customXml" Target="../ink/ink1306.xml"/><Relationship Id="rId41" Type="http://schemas.openxmlformats.org/officeDocument/2006/relationships/image" Target="../media/image646.png"/><Relationship Id="rId62" Type="http://schemas.openxmlformats.org/officeDocument/2006/relationships/customXml" Target="../ink/ink1328.xml"/><Relationship Id="rId83" Type="http://schemas.openxmlformats.org/officeDocument/2006/relationships/image" Target="../media/image632.png"/><Relationship Id="rId179" Type="http://schemas.openxmlformats.org/officeDocument/2006/relationships/customXml" Target="../ink/ink1402.xml"/><Relationship Id="rId365" Type="http://schemas.openxmlformats.org/officeDocument/2006/relationships/image" Target="../media/image827.png"/><Relationship Id="rId386" Type="http://schemas.openxmlformats.org/officeDocument/2006/relationships/customXml" Target="../ink/ink1537.xml"/><Relationship Id="rId190" Type="http://schemas.openxmlformats.org/officeDocument/2006/relationships/customXml" Target="../ink/ink1413.xml"/><Relationship Id="rId204" Type="http://schemas.openxmlformats.org/officeDocument/2006/relationships/customXml" Target="../ink/ink1427.xml"/><Relationship Id="rId225" Type="http://schemas.openxmlformats.org/officeDocument/2006/relationships/customXml" Target="../ink/ink1448.xml"/><Relationship Id="rId246" Type="http://schemas.openxmlformats.org/officeDocument/2006/relationships/customXml" Target="../ink/ink1465.xml"/><Relationship Id="rId267" Type="http://schemas.openxmlformats.org/officeDocument/2006/relationships/image" Target="../media/image489.png"/><Relationship Id="rId288" Type="http://schemas.openxmlformats.org/officeDocument/2006/relationships/customXml" Target="../ink/ink1488.xml"/><Relationship Id="rId411" Type="http://schemas.openxmlformats.org/officeDocument/2006/relationships/image" Target="../media/image850.png"/><Relationship Id="rId432" Type="http://schemas.openxmlformats.org/officeDocument/2006/relationships/customXml" Target="../ink/ink1560.xml"/><Relationship Id="rId106" Type="http://schemas.openxmlformats.org/officeDocument/2006/relationships/customXml" Target="../ink/ink1352.xml"/><Relationship Id="rId127" Type="http://schemas.openxmlformats.org/officeDocument/2006/relationships/image" Target="../media/image787.png"/><Relationship Id="rId313" Type="http://schemas.openxmlformats.org/officeDocument/2006/relationships/image" Target="../media/image512.png"/><Relationship Id="rId10" Type="http://schemas.openxmlformats.org/officeDocument/2006/relationships/customXml" Target="../ink/ink1301.xml"/><Relationship Id="rId31" Type="http://schemas.openxmlformats.org/officeDocument/2006/relationships/image" Target="../media/image626.png"/><Relationship Id="rId52" Type="http://schemas.openxmlformats.org/officeDocument/2006/relationships/customXml" Target="../ink/ink1322.xml"/><Relationship Id="rId73" Type="http://schemas.openxmlformats.org/officeDocument/2006/relationships/image" Target="../media/image109.png"/><Relationship Id="rId94" Type="http://schemas.openxmlformats.org/officeDocument/2006/relationships/image" Target="../media/image672.png"/><Relationship Id="rId148" Type="http://schemas.openxmlformats.org/officeDocument/2006/relationships/customXml" Target="../ink/ink1374.xml"/><Relationship Id="rId169" Type="http://schemas.openxmlformats.org/officeDocument/2006/relationships/customXml" Target="../ink/ink1392.xml"/><Relationship Id="rId334" Type="http://schemas.openxmlformats.org/officeDocument/2006/relationships/customXml" Target="../ink/ink1511.xml"/><Relationship Id="rId355" Type="http://schemas.openxmlformats.org/officeDocument/2006/relationships/image" Target="../media/image822.png"/><Relationship Id="rId376" Type="http://schemas.openxmlformats.org/officeDocument/2006/relationships/customXml" Target="../ink/ink1532.xml"/><Relationship Id="rId397" Type="http://schemas.openxmlformats.org/officeDocument/2006/relationships/image" Target="../media/image843.png"/><Relationship Id="rId4" Type="http://schemas.openxmlformats.org/officeDocument/2006/relationships/customXml" Target="../ink/ink1298.xml"/><Relationship Id="rId180" Type="http://schemas.openxmlformats.org/officeDocument/2006/relationships/customXml" Target="../ink/ink1403.xml"/><Relationship Id="rId215" Type="http://schemas.openxmlformats.org/officeDocument/2006/relationships/customXml" Target="../ink/ink1438.xml"/><Relationship Id="rId236" Type="http://schemas.openxmlformats.org/officeDocument/2006/relationships/customXml" Target="../ink/ink1458.xml"/><Relationship Id="rId257" Type="http://schemas.openxmlformats.org/officeDocument/2006/relationships/image" Target="../media/image484.png"/><Relationship Id="rId278" Type="http://schemas.openxmlformats.org/officeDocument/2006/relationships/customXml" Target="../ink/ink1483.xml"/><Relationship Id="rId401" Type="http://schemas.openxmlformats.org/officeDocument/2006/relationships/image" Target="../media/image845.png"/><Relationship Id="rId422" Type="http://schemas.openxmlformats.org/officeDocument/2006/relationships/customXml" Target="../ink/ink1555.xml"/><Relationship Id="rId303" Type="http://schemas.openxmlformats.org/officeDocument/2006/relationships/image" Target="../media/image507.png"/><Relationship Id="rId42" Type="http://schemas.openxmlformats.org/officeDocument/2006/relationships/customXml" Target="../ink/ink1317.xml"/><Relationship Id="rId84" Type="http://schemas.openxmlformats.org/officeDocument/2006/relationships/customXml" Target="../ink/ink1340.xml"/><Relationship Id="rId138" Type="http://schemas.openxmlformats.org/officeDocument/2006/relationships/customXml" Target="../ink/ink1369.xml"/><Relationship Id="rId345" Type="http://schemas.openxmlformats.org/officeDocument/2006/relationships/image" Target="../media/image817.png"/><Relationship Id="rId387" Type="http://schemas.openxmlformats.org/officeDocument/2006/relationships/image" Target="../media/image838.png"/><Relationship Id="rId191" Type="http://schemas.openxmlformats.org/officeDocument/2006/relationships/customXml" Target="../ink/ink1414.xml"/><Relationship Id="rId205" Type="http://schemas.openxmlformats.org/officeDocument/2006/relationships/customXml" Target="../ink/ink1428.xml"/><Relationship Id="rId247" Type="http://schemas.openxmlformats.org/officeDocument/2006/relationships/customXml" Target="../ink/ink1466.xml"/><Relationship Id="rId412" Type="http://schemas.openxmlformats.org/officeDocument/2006/relationships/customXml" Target="../ink/ink1550.xml"/><Relationship Id="rId107" Type="http://schemas.openxmlformats.org/officeDocument/2006/relationships/image" Target="../media/image778.png"/><Relationship Id="rId289" Type="http://schemas.openxmlformats.org/officeDocument/2006/relationships/image" Target="../media/image500.png"/><Relationship Id="rId11" Type="http://schemas.openxmlformats.org/officeDocument/2006/relationships/image" Target="../media/image613.png"/><Relationship Id="rId53" Type="http://schemas.openxmlformats.org/officeDocument/2006/relationships/image" Target="../media/image628.png"/><Relationship Id="rId149" Type="http://schemas.openxmlformats.org/officeDocument/2006/relationships/image" Target="../media/image798.png"/><Relationship Id="rId314" Type="http://schemas.openxmlformats.org/officeDocument/2006/relationships/customXml" Target="../ink/ink1501.xml"/><Relationship Id="rId356" Type="http://schemas.openxmlformats.org/officeDocument/2006/relationships/customXml" Target="../ink/ink1522.xml"/><Relationship Id="rId398" Type="http://schemas.openxmlformats.org/officeDocument/2006/relationships/customXml" Target="../ink/ink1543.xml"/><Relationship Id="rId95" Type="http://schemas.openxmlformats.org/officeDocument/2006/relationships/customXml" Target="../ink/ink1346.xml"/><Relationship Id="rId160" Type="http://schemas.openxmlformats.org/officeDocument/2006/relationships/customXml" Target="../ink/ink1383.xml"/><Relationship Id="rId216" Type="http://schemas.openxmlformats.org/officeDocument/2006/relationships/customXml" Target="../ink/ink1439.xml"/><Relationship Id="rId423" Type="http://schemas.openxmlformats.org/officeDocument/2006/relationships/image" Target="../media/image856.png"/><Relationship Id="rId258" Type="http://schemas.openxmlformats.org/officeDocument/2006/relationships/customXml" Target="../ink/ink1473.xml"/><Relationship Id="rId22" Type="http://schemas.openxmlformats.org/officeDocument/2006/relationships/customXml" Target="../ink/ink1307.xml"/><Relationship Id="rId64" Type="http://schemas.openxmlformats.org/officeDocument/2006/relationships/customXml" Target="../ink/ink1329.xml"/><Relationship Id="rId118" Type="http://schemas.openxmlformats.org/officeDocument/2006/relationships/image" Target="../media/image783.png"/><Relationship Id="rId325" Type="http://schemas.openxmlformats.org/officeDocument/2006/relationships/image" Target="../media/image807.png"/><Relationship Id="rId367" Type="http://schemas.openxmlformats.org/officeDocument/2006/relationships/image" Target="../media/image828.png"/><Relationship Id="rId171" Type="http://schemas.openxmlformats.org/officeDocument/2006/relationships/customXml" Target="../ink/ink1394.xml"/><Relationship Id="rId227" Type="http://schemas.openxmlformats.org/officeDocument/2006/relationships/customXml" Target="../ink/ink1450.xml"/><Relationship Id="rId269" Type="http://schemas.openxmlformats.org/officeDocument/2006/relationships/image" Target="../media/image490.png"/><Relationship Id="rId434" Type="http://schemas.openxmlformats.org/officeDocument/2006/relationships/customXml" Target="../ink/ink1561.xml"/><Relationship Id="rId33" Type="http://schemas.openxmlformats.org/officeDocument/2006/relationships/image" Target="../media/image638.png"/><Relationship Id="rId129" Type="http://schemas.openxmlformats.org/officeDocument/2006/relationships/image" Target="../media/image788.png"/><Relationship Id="rId280" Type="http://schemas.openxmlformats.org/officeDocument/2006/relationships/customXml" Target="../ink/ink1484.xml"/><Relationship Id="rId336" Type="http://schemas.openxmlformats.org/officeDocument/2006/relationships/customXml" Target="../ink/ink1512.xml"/><Relationship Id="rId75" Type="http://schemas.openxmlformats.org/officeDocument/2006/relationships/image" Target="../media/image665.png"/><Relationship Id="rId140" Type="http://schemas.openxmlformats.org/officeDocument/2006/relationships/customXml" Target="../ink/ink1370.xml"/><Relationship Id="rId182" Type="http://schemas.openxmlformats.org/officeDocument/2006/relationships/customXml" Target="../ink/ink1405.xml"/><Relationship Id="rId378" Type="http://schemas.openxmlformats.org/officeDocument/2006/relationships/customXml" Target="../ink/ink1533.xml"/><Relationship Id="rId403" Type="http://schemas.openxmlformats.org/officeDocument/2006/relationships/image" Target="../media/image846.png"/><Relationship Id="rId6" Type="http://schemas.openxmlformats.org/officeDocument/2006/relationships/customXml" Target="../ink/ink1299.xml"/><Relationship Id="rId238" Type="http://schemas.openxmlformats.org/officeDocument/2006/relationships/customXml" Target="../ink/ink1459.xml"/><Relationship Id="rId291" Type="http://schemas.openxmlformats.org/officeDocument/2006/relationships/image" Target="../media/image501.png"/><Relationship Id="rId305" Type="http://schemas.openxmlformats.org/officeDocument/2006/relationships/image" Target="../media/image508.png"/><Relationship Id="rId347" Type="http://schemas.openxmlformats.org/officeDocument/2006/relationships/image" Target="../media/image818.png"/><Relationship Id="rId44" Type="http://schemas.openxmlformats.org/officeDocument/2006/relationships/customXml" Target="../ink/ink1318.xml"/><Relationship Id="rId86" Type="http://schemas.openxmlformats.org/officeDocument/2006/relationships/customXml" Target="../ink/ink1341.xml"/><Relationship Id="rId151" Type="http://schemas.openxmlformats.org/officeDocument/2006/relationships/image" Target="../media/image799.png"/><Relationship Id="rId389" Type="http://schemas.openxmlformats.org/officeDocument/2006/relationships/image" Target="../media/image839.png"/><Relationship Id="rId193" Type="http://schemas.openxmlformats.org/officeDocument/2006/relationships/customXml" Target="../ink/ink1416.xml"/><Relationship Id="rId207" Type="http://schemas.openxmlformats.org/officeDocument/2006/relationships/customXml" Target="../ink/ink1430.xml"/><Relationship Id="rId249" Type="http://schemas.openxmlformats.org/officeDocument/2006/relationships/customXml" Target="../ink/ink1468.xml"/><Relationship Id="rId414" Type="http://schemas.openxmlformats.org/officeDocument/2006/relationships/customXml" Target="../ink/ink1551.xml"/><Relationship Id="rId13" Type="http://schemas.openxmlformats.org/officeDocument/2006/relationships/image" Target="../media/image614.png"/><Relationship Id="rId109" Type="http://schemas.openxmlformats.org/officeDocument/2006/relationships/image" Target="../media/image779.png"/><Relationship Id="rId260" Type="http://schemas.openxmlformats.org/officeDocument/2006/relationships/customXml" Target="../ink/ink1474.xml"/><Relationship Id="rId316" Type="http://schemas.openxmlformats.org/officeDocument/2006/relationships/customXml" Target="../ink/ink1502.xml"/><Relationship Id="rId55" Type="http://schemas.openxmlformats.org/officeDocument/2006/relationships/image" Target="../media/image655.png"/><Relationship Id="rId97" Type="http://schemas.openxmlformats.org/officeDocument/2006/relationships/customXml" Target="../ink/ink1347.xml"/><Relationship Id="rId120" Type="http://schemas.openxmlformats.org/officeDocument/2006/relationships/image" Target="../media/image784.png"/><Relationship Id="rId358" Type="http://schemas.openxmlformats.org/officeDocument/2006/relationships/customXml" Target="../ink/ink1523.xml"/><Relationship Id="rId162" Type="http://schemas.openxmlformats.org/officeDocument/2006/relationships/customXml" Target="../ink/ink1385.xml"/><Relationship Id="rId218" Type="http://schemas.openxmlformats.org/officeDocument/2006/relationships/customXml" Target="../ink/ink1441.xml"/><Relationship Id="rId425" Type="http://schemas.openxmlformats.org/officeDocument/2006/relationships/image" Target="../media/image857.png"/><Relationship Id="rId271" Type="http://schemas.openxmlformats.org/officeDocument/2006/relationships/image" Target="../media/image491.png"/><Relationship Id="rId24" Type="http://schemas.openxmlformats.org/officeDocument/2006/relationships/customXml" Target="../ink/ink1308.xml"/><Relationship Id="rId66" Type="http://schemas.openxmlformats.org/officeDocument/2006/relationships/image" Target="../media/image105.png"/><Relationship Id="rId131" Type="http://schemas.openxmlformats.org/officeDocument/2006/relationships/image" Target="../media/image789.png"/><Relationship Id="rId327" Type="http://schemas.openxmlformats.org/officeDocument/2006/relationships/image" Target="../media/image808.png"/><Relationship Id="rId369" Type="http://schemas.openxmlformats.org/officeDocument/2006/relationships/image" Target="../media/image829.png"/><Relationship Id="rId173" Type="http://schemas.openxmlformats.org/officeDocument/2006/relationships/customXml" Target="../ink/ink1396.xml"/><Relationship Id="rId229" Type="http://schemas.openxmlformats.org/officeDocument/2006/relationships/customXml" Target="../ink/ink1452.xml"/><Relationship Id="rId380" Type="http://schemas.openxmlformats.org/officeDocument/2006/relationships/customXml" Target="../ink/ink1534.xml"/><Relationship Id="rId436" Type="http://schemas.openxmlformats.org/officeDocument/2006/relationships/customXml" Target="../ink/ink1562.xml"/><Relationship Id="rId240" Type="http://schemas.openxmlformats.org/officeDocument/2006/relationships/customXml" Target="../ink/ink1460.xml"/><Relationship Id="rId35" Type="http://schemas.openxmlformats.org/officeDocument/2006/relationships/image" Target="../media/image639.png"/><Relationship Id="rId77" Type="http://schemas.openxmlformats.org/officeDocument/2006/relationships/image" Target="../media/image629.png"/><Relationship Id="rId100" Type="http://schemas.openxmlformats.org/officeDocument/2006/relationships/image" Target="../media/image678.png"/><Relationship Id="rId282" Type="http://schemas.openxmlformats.org/officeDocument/2006/relationships/customXml" Target="../ink/ink1485.xml"/><Relationship Id="rId338" Type="http://schemas.openxmlformats.org/officeDocument/2006/relationships/customXml" Target="../ink/ink1513.xml"/><Relationship Id="rId8" Type="http://schemas.openxmlformats.org/officeDocument/2006/relationships/customXml" Target="../ink/ink1300.xml"/><Relationship Id="rId142" Type="http://schemas.openxmlformats.org/officeDocument/2006/relationships/customXml" Target="../ink/ink1371.xml"/><Relationship Id="rId184" Type="http://schemas.openxmlformats.org/officeDocument/2006/relationships/customXml" Target="../ink/ink1407.xml"/><Relationship Id="rId391" Type="http://schemas.openxmlformats.org/officeDocument/2006/relationships/image" Target="../media/image840.png"/><Relationship Id="rId405" Type="http://schemas.openxmlformats.org/officeDocument/2006/relationships/image" Target="../media/image847.png"/><Relationship Id="rId251" Type="http://schemas.openxmlformats.org/officeDocument/2006/relationships/image" Target="../media/image481.png"/><Relationship Id="rId46" Type="http://schemas.openxmlformats.org/officeDocument/2006/relationships/customXml" Target="../ink/ink1319.xml"/><Relationship Id="rId293" Type="http://schemas.openxmlformats.org/officeDocument/2006/relationships/image" Target="../media/image502.png"/><Relationship Id="rId307" Type="http://schemas.openxmlformats.org/officeDocument/2006/relationships/image" Target="../media/image509.png"/><Relationship Id="rId349" Type="http://schemas.openxmlformats.org/officeDocument/2006/relationships/image" Target="../media/image819.png"/><Relationship Id="rId88" Type="http://schemas.openxmlformats.org/officeDocument/2006/relationships/customXml" Target="../ink/ink1342.xml"/><Relationship Id="rId111" Type="http://schemas.openxmlformats.org/officeDocument/2006/relationships/customXml" Target="../ink/ink1355.xml"/><Relationship Id="rId153" Type="http://schemas.openxmlformats.org/officeDocument/2006/relationships/image" Target="../media/image800.png"/><Relationship Id="rId195" Type="http://schemas.openxmlformats.org/officeDocument/2006/relationships/customXml" Target="../ink/ink1418.xml"/><Relationship Id="rId209" Type="http://schemas.openxmlformats.org/officeDocument/2006/relationships/customXml" Target="../ink/ink1432.xml"/><Relationship Id="rId360" Type="http://schemas.openxmlformats.org/officeDocument/2006/relationships/customXml" Target="../ink/ink1524.xml"/><Relationship Id="rId416" Type="http://schemas.openxmlformats.org/officeDocument/2006/relationships/customXml" Target="../ink/ink1552.xml"/><Relationship Id="rId220" Type="http://schemas.openxmlformats.org/officeDocument/2006/relationships/customXml" Target="../ink/ink1443.xml"/><Relationship Id="rId15" Type="http://schemas.openxmlformats.org/officeDocument/2006/relationships/image" Target="../media/image615.png"/><Relationship Id="rId57" Type="http://schemas.openxmlformats.org/officeDocument/2006/relationships/customXml" Target="../ink/ink1325.xml"/><Relationship Id="rId262" Type="http://schemas.openxmlformats.org/officeDocument/2006/relationships/customXml" Target="../ink/ink1475.xml"/><Relationship Id="rId318" Type="http://schemas.openxmlformats.org/officeDocument/2006/relationships/customXml" Target="../ink/ink1503.xml"/><Relationship Id="rId99" Type="http://schemas.openxmlformats.org/officeDocument/2006/relationships/customXml" Target="../ink/ink1348.xml"/><Relationship Id="rId122" Type="http://schemas.openxmlformats.org/officeDocument/2006/relationships/customXml" Target="../ink/ink1361.xml"/><Relationship Id="rId164" Type="http://schemas.openxmlformats.org/officeDocument/2006/relationships/customXml" Target="../ink/ink1387.xml"/><Relationship Id="rId371" Type="http://schemas.openxmlformats.org/officeDocument/2006/relationships/image" Target="../media/image830.png"/><Relationship Id="rId427" Type="http://schemas.openxmlformats.org/officeDocument/2006/relationships/image" Target="../media/image858.png"/><Relationship Id="rId26" Type="http://schemas.openxmlformats.org/officeDocument/2006/relationships/customXml" Target="../ink/ink1309.xml"/><Relationship Id="rId231" Type="http://schemas.openxmlformats.org/officeDocument/2006/relationships/customXml" Target="../ink/ink1454.xml"/><Relationship Id="rId273" Type="http://schemas.openxmlformats.org/officeDocument/2006/relationships/image" Target="../media/image492.png"/><Relationship Id="rId329" Type="http://schemas.openxmlformats.org/officeDocument/2006/relationships/image" Target="../media/image809.png"/><Relationship Id="rId68" Type="http://schemas.openxmlformats.org/officeDocument/2006/relationships/customXml" Target="../ink/ink1332.xml"/><Relationship Id="rId133" Type="http://schemas.openxmlformats.org/officeDocument/2006/relationships/image" Target="../media/image790.png"/><Relationship Id="rId175" Type="http://schemas.openxmlformats.org/officeDocument/2006/relationships/customXml" Target="../ink/ink1398.xml"/><Relationship Id="rId340" Type="http://schemas.openxmlformats.org/officeDocument/2006/relationships/customXml" Target="../ink/ink1514.xml"/><Relationship Id="rId200" Type="http://schemas.openxmlformats.org/officeDocument/2006/relationships/customXml" Target="../ink/ink1423.xml"/><Relationship Id="rId382" Type="http://schemas.openxmlformats.org/officeDocument/2006/relationships/customXml" Target="../ink/ink1535.xml"/><Relationship Id="rId438" Type="http://schemas.openxmlformats.org/officeDocument/2006/relationships/customXml" Target="../ink/ink1563.xml"/><Relationship Id="rId242" Type="http://schemas.openxmlformats.org/officeDocument/2006/relationships/customXml" Target="../ink/ink1461.xml"/><Relationship Id="rId284" Type="http://schemas.openxmlformats.org/officeDocument/2006/relationships/customXml" Target="../ink/ink1486.xml"/><Relationship Id="rId37" Type="http://schemas.openxmlformats.org/officeDocument/2006/relationships/image" Target="../media/image644.png"/><Relationship Id="rId79" Type="http://schemas.openxmlformats.org/officeDocument/2006/relationships/image" Target="../media/image630.png"/><Relationship Id="rId102" Type="http://schemas.openxmlformats.org/officeDocument/2006/relationships/customXml" Target="../ink/ink1350.xml"/><Relationship Id="rId144" Type="http://schemas.openxmlformats.org/officeDocument/2006/relationships/customXml" Target="../ink/ink1372.xml"/><Relationship Id="rId90" Type="http://schemas.openxmlformats.org/officeDocument/2006/relationships/customXml" Target="../ink/ink1343.xml"/><Relationship Id="rId186" Type="http://schemas.openxmlformats.org/officeDocument/2006/relationships/customXml" Target="../ink/ink1409.xml"/><Relationship Id="rId351" Type="http://schemas.openxmlformats.org/officeDocument/2006/relationships/image" Target="../media/image820.png"/><Relationship Id="rId393" Type="http://schemas.openxmlformats.org/officeDocument/2006/relationships/image" Target="../media/image841.png"/><Relationship Id="rId407" Type="http://schemas.openxmlformats.org/officeDocument/2006/relationships/image" Target="../media/image848.png"/><Relationship Id="rId211" Type="http://schemas.openxmlformats.org/officeDocument/2006/relationships/customXml" Target="../ink/ink1434.xml"/><Relationship Id="rId253" Type="http://schemas.openxmlformats.org/officeDocument/2006/relationships/image" Target="../media/image482.png"/><Relationship Id="rId295" Type="http://schemas.openxmlformats.org/officeDocument/2006/relationships/image" Target="../media/image503.png"/><Relationship Id="rId309" Type="http://schemas.openxmlformats.org/officeDocument/2006/relationships/image" Target="../media/image510.png"/><Relationship Id="rId48" Type="http://schemas.openxmlformats.org/officeDocument/2006/relationships/customXml" Target="../ink/ink1320.xml"/><Relationship Id="rId113" Type="http://schemas.openxmlformats.org/officeDocument/2006/relationships/customXml" Target="../ink/ink1356.xml"/><Relationship Id="rId320" Type="http://schemas.openxmlformats.org/officeDocument/2006/relationships/customXml" Target="../ink/ink1504.xml"/><Relationship Id="rId155" Type="http://schemas.openxmlformats.org/officeDocument/2006/relationships/customXml" Target="../ink/ink1378.xml"/><Relationship Id="rId197" Type="http://schemas.openxmlformats.org/officeDocument/2006/relationships/customXml" Target="../ink/ink1420.xml"/><Relationship Id="rId362" Type="http://schemas.openxmlformats.org/officeDocument/2006/relationships/customXml" Target="../ink/ink1525.xml"/><Relationship Id="rId418" Type="http://schemas.openxmlformats.org/officeDocument/2006/relationships/customXml" Target="../ink/ink1553.xml"/><Relationship Id="rId222" Type="http://schemas.openxmlformats.org/officeDocument/2006/relationships/customXml" Target="../ink/ink1445.xml"/><Relationship Id="rId264" Type="http://schemas.openxmlformats.org/officeDocument/2006/relationships/customXml" Target="../ink/ink1476.xml"/><Relationship Id="rId17" Type="http://schemas.openxmlformats.org/officeDocument/2006/relationships/image" Target="../media/image622.png"/><Relationship Id="rId59" Type="http://schemas.openxmlformats.org/officeDocument/2006/relationships/customXml" Target="../ink/ink1326.xml"/><Relationship Id="rId124" Type="http://schemas.openxmlformats.org/officeDocument/2006/relationships/customXml" Target="../ink/ink1362.xml"/><Relationship Id="rId70" Type="http://schemas.openxmlformats.org/officeDocument/2006/relationships/customXml" Target="../ink/ink1333.xml"/><Relationship Id="rId166" Type="http://schemas.openxmlformats.org/officeDocument/2006/relationships/customXml" Target="../ink/ink1389.xml"/><Relationship Id="rId331" Type="http://schemas.openxmlformats.org/officeDocument/2006/relationships/image" Target="../media/image810.png"/><Relationship Id="rId373" Type="http://schemas.openxmlformats.org/officeDocument/2006/relationships/image" Target="../media/image831.png"/><Relationship Id="rId429" Type="http://schemas.openxmlformats.org/officeDocument/2006/relationships/image" Target="../media/image859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456.xml"/><Relationship Id="rId440" Type="http://schemas.openxmlformats.org/officeDocument/2006/relationships/customXml" Target="../ink/ink1564.xml"/><Relationship Id="rId28" Type="http://schemas.openxmlformats.org/officeDocument/2006/relationships/customXml" Target="../ink/ink1310.xml"/><Relationship Id="rId275" Type="http://schemas.openxmlformats.org/officeDocument/2006/relationships/image" Target="../media/image493.png"/><Relationship Id="rId300" Type="http://schemas.openxmlformats.org/officeDocument/2006/relationships/customXml" Target="../ink/ink1494.xml"/><Relationship Id="rId81" Type="http://schemas.openxmlformats.org/officeDocument/2006/relationships/image" Target="../media/image631.png"/><Relationship Id="rId135" Type="http://schemas.openxmlformats.org/officeDocument/2006/relationships/image" Target="../media/image791.png"/><Relationship Id="rId177" Type="http://schemas.openxmlformats.org/officeDocument/2006/relationships/customXml" Target="../ink/ink1400.xml"/><Relationship Id="rId342" Type="http://schemas.openxmlformats.org/officeDocument/2006/relationships/customXml" Target="../ink/ink1515.xml"/><Relationship Id="rId384" Type="http://schemas.openxmlformats.org/officeDocument/2006/relationships/customXml" Target="../ink/ink1536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24.xml"/><Relationship Id="rId299" Type="http://schemas.openxmlformats.org/officeDocument/2006/relationships/image" Target="../media/image508.png"/><Relationship Id="rId21" Type="http://schemas.openxmlformats.org/officeDocument/2006/relationships/image" Target="../media/image618.png"/><Relationship Id="rId63" Type="http://schemas.openxmlformats.org/officeDocument/2006/relationships/image" Target="../media/image636.png"/><Relationship Id="rId159" Type="http://schemas.openxmlformats.org/officeDocument/2006/relationships/customXml" Target="../ink/ink1646.xml"/><Relationship Id="rId324" Type="http://schemas.openxmlformats.org/officeDocument/2006/relationships/customXml" Target="../ink/ink1769.xml"/><Relationship Id="rId366" Type="http://schemas.openxmlformats.org/officeDocument/2006/relationships/customXml" Target="../ink/ink1790.xml"/><Relationship Id="rId170" Type="http://schemas.openxmlformats.org/officeDocument/2006/relationships/customXml" Target="../ink/ink1655.xml"/><Relationship Id="rId226" Type="http://schemas.openxmlformats.org/officeDocument/2006/relationships/customXml" Target="../ink/ink1711.xml"/><Relationship Id="rId433" Type="http://schemas.openxmlformats.org/officeDocument/2006/relationships/image" Target="../media/image927.png"/><Relationship Id="rId268" Type="http://schemas.openxmlformats.org/officeDocument/2006/relationships/customXml" Target="../ink/ink1741.xml"/><Relationship Id="rId32" Type="http://schemas.openxmlformats.org/officeDocument/2006/relationships/customXml" Target="../ink/ink1580.xml"/><Relationship Id="rId74" Type="http://schemas.openxmlformats.org/officeDocument/2006/relationships/customXml" Target="../ink/ink1601.xml"/><Relationship Id="rId128" Type="http://schemas.openxmlformats.org/officeDocument/2006/relationships/customXml" Target="../ink/ink1630.xml"/><Relationship Id="rId335" Type="http://schemas.openxmlformats.org/officeDocument/2006/relationships/image" Target="../media/image878.png"/><Relationship Id="rId377" Type="http://schemas.openxmlformats.org/officeDocument/2006/relationships/image" Target="../media/image899.png"/><Relationship Id="rId5" Type="http://schemas.openxmlformats.org/officeDocument/2006/relationships/image" Target="../media/image610.png"/><Relationship Id="rId181" Type="http://schemas.openxmlformats.org/officeDocument/2006/relationships/customXml" Target="../ink/ink1666.xml"/><Relationship Id="rId237" Type="http://schemas.openxmlformats.org/officeDocument/2006/relationships/customXml" Target="../ink/ink1722.xml"/><Relationship Id="rId402" Type="http://schemas.openxmlformats.org/officeDocument/2006/relationships/customXml" Target="../ink/ink1808.xml"/><Relationship Id="rId279" Type="http://schemas.openxmlformats.org/officeDocument/2006/relationships/image" Target="../media/image498.png"/><Relationship Id="rId43" Type="http://schemas.openxmlformats.org/officeDocument/2006/relationships/image" Target="../media/image627.png"/><Relationship Id="rId139" Type="http://schemas.openxmlformats.org/officeDocument/2006/relationships/image" Target="../media/image669.png"/><Relationship Id="rId290" Type="http://schemas.openxmlformats.org/officeDocument/2006/relationships/customXml" Target="../ink/ink1752.xml"/><Relationship Id="rId304" Type="http://schemas.openxmlformats.org/officeDocument/2006/relationships/customXml" Target="../ink/ink1759.xml"/><Relationship Id="rId346" Type="http://schemas.openxmlformats.org/officeDocument/2006/relationships/customXml" Target="../ink/ink1780.xml"/><Relationship Id="rId388" Type="http://schemas.openxmlformats.org/officeDocument/2006/relationships/customXml" Target="../ink/ink1801.xml"/><Relationship Id="rId85" Type="http://schemas.openxmlformats.org/officeDocument/2006/relationships/image" Target="../media/image647.png"/><Relationship Id="rId150" Type="http://schemas.openxmlformats.org/officeDocument/2006/relationships/image" Target="../media/image674.png"/><Relationship Id="rId192" Type="http://schemas.openxmlformats.org/officeDocument/2006/relationships/customXml" Target="../ink/ink1677.xml"/><Relationship Id="rId206" Type="http://schemas.openxmlformats.org/officeDocument/2006/relationships/customXml" Target="../ink/ink1691.xml"/><Relationship Id="rId413" Type="http://schemas.openxmlformats.org/officeDocument/2006/relationships/image" Target="../media/image917.png"/><Relationship Id="rId248" Type="http://schemas.openxmlformats.org/officeDocument/2006/relationships/customXml" Target="../ink/ink1731.xml"/><Relationship Id="rId12" Type="http://schemas.openxmlformats.org/officeDocument/2006/relationships/customXml" Target="../ink/ink1570.xml"/><Relationship Id="rId108" Type="http://schemas.openxmlformats.org/officeDocument/2006/relationships/customXml" Target="../ink/ink1619.xml"/><Relationship Id="rId315" Type="http://schemas.openxmlformats.org/officeDocument/2006/relationships/image" Target="../media/image869.png"/><Relationship Id="rId357" Type="http://schemas.openxmlformats.org/officeDocument/2006/relationships/image" Target="../media/image889.png"/><Relationship Id="rId54" Type="http://schemas.openxmlformats.org/officeDocument/2006/relationships/customXml" Target="../ink/ink1591.xml"/><Relationship Id="rId96" Type="http://schemas.openxmlformats.org/officeDocument/2006/relationships/customXml" Target="../ink/ink1612.xml"/><Relationship Id="rId161" Type="http://schemas.openxmlformats.org/officeDocument/2006/relationships/customXml" Target="../ink/ink1647.xml"/><Relationship Id="rId217" Type="http://schemas.openxmlformats.org/officeDocument/2006/relationships/customXml" Target="../ink/ink1702.xml"/><Relationship Id="rId399" Type="http://schemas.openxmlformats.org/officeDocument/2006/relationships/image" Target="../media/image910.png"/><Relationship Id="rId259" Type="http://schemas.openxmlformats.org/officeDocument/2006/relationships/image" Target="../media/image488.png"/><Relationship Id="rId424" Type="http://schemas.openxmlformats.org/officeDocument/2006/relationships/customXml" Target="../ink/ink1819.xml"/><Relationship Id="rId23" Type="http://schemas.openxmlformats.org/officeDocument/2006/relationships/image" Target="../media/image619.png"/><Relationship Id="rId119" Type="http://schemas.openxmlformats.org/officeDocument/2006/relationships/customXml" Target="../ink/ink1625.xml"/><Relationship Id="rId270" Type="http://schemas.openxmlformats.org/officeDocument/2006/relationships/customXml" Target="../ink/ink1742.xml"/><Relationship Id="rId326" Type="http://schemas.openxmlformats.org/officeDocument/2006/relationships/customXml" Target="../ink/ink1770.xml"/><Relationship Id="rId65" Type="http://schemas.openxmlformats.org/officeDocument/2006/relationships/image" Target="../media/image637.png"/><Relationship Id="rId130" Type="http://schemas.openxmlformats.org/officeDocument/2006/relationships/customXml" Target="../ink/ink1631.xml"/><Relationship Id="rId368" Type="http://schemas.openxmlformats.org/officeDocument/2006/relationships/customXml" Target="../ink/ink1791.xml"/><Relationship Id="rId172" Type="http://schemas.openxmlformats.org/officeDocument/2006/relationships/customXml" Target="../ink/ink1657.xml"/><Relationship Id="rId228" Type="http://schemas.openxmlformats.org/officeDocument/2006/relationships/customXml" Target="../ink/ink1713.xml"/><Relationship Id="rId435" Type="http://schemas.openxmlformats.org/officeDocument/2006/relationships/image" Target="../media/image928.png"/><Relationship Id="rId281" Type="http://schemas.openxmlformats.org/officeDocument/2006/relationships/image" Target="../media/image499.png"/><Relationship Id="rId337" Type="http://schemas.openxmlformats.org/officeDocument/2006/relationships/image" Target="../media/image879.png"/><Relationship Id="rId34" Type="http://schemas.openxmlformats.org/officeDocument/2006/relationships/customXml" Target="../ink/ink1581.xml"/><Relationship Id="rId76" Type="http://schemas.openxmlformats.org/officeDocument/2006/relationships/customXml" Target="../ink/ink1602.xml"/><Relationship Id="rId141" Type="http://schemas.openxmlformats.org/officeDocument/2006/relationships/customXml" Target="../ink/ink1637.xml"/><Relationship Id="rId379" Type="http://schemas.openxmlformats.org/officeDocument/2006/relationships/image" Target="../media/image900.png"/><Relationship Id="rId7" Type="http://schemas.openxmlformats.org/officeDocument/2006/relationships/image" Target="../media/image611.png"/><Relationship Id="rId183" Type="http://schemas.openxmlformats.org/officeDocument/2006/relationships/customXml" Target="../ink/ink1668.xml"/><Relationship Id="rId239" Type="http://schemas.openxmlformats.org/officeDocument/2006/relationships/customXml" Target="../ink/ink1724.xml"/><Relationship Id="rId390" Type="http://schemas.openxmlformats.org/officeDocument/2006/relationships/customXml" Target="../ink/ink1802.xml"/><Relationship Id="rId404" Type="http://schemas.openxmlformats.org/officeDocument/2006/relationships/customXml" Target="../ink/ink1809.xml"/><Relationship Id="rId250" Type="http://schemas.openxmlformats.org/officeDocument/2006/relationships/customXml" Target="../ink/ink1732.xml"/><Relationship Id="rId292" Type="http://schemas.openxmlformats.org/officeDocument/2006/relationships/customXml" Target="../ink/ink1753.xml"/><Relationship Id="rId306" Type="http://schemas.openxmlformats.org/officeDocument/2006/relationships/customXml" Target="../ink/ink1760.xml"/><Relationship Id="rId45" Type="http://schemas.openxmlformats.org/officeDocument/2006/relationships/image" Target="../media/image628.png"/><Relationship Id="rId87" Type="http://schemas.openxmlformats.org/officeDocument/2006/relationships/image" Target="../media/image648.png"/><Relationship Id="rId110" Type="http://schemas.openxmlformats.org/officeDocument/2006/relationships/customXml" Target="../ink/ink1620.xml"/><Relationship Id="rId348" Type="http://schemas.openxmlformats.org/officeDocument/2006/relationships/customXml" Target="../ink/ink1781.xml"/><Relationship Id="rId152" Type="http://schemas.openxmlformats.org/officeDocument/2006/relationships/image" Target="../media/image675.png"/><Relationship Id="rId194" Type="http://schemas.openxmlformats.org/officeDocument/2006/relationships/customXml" Target="../ink/ink1679.xml"/><Relationship Id="rId208" Type="http://schemas.openxmlformats.org/officeDocument/2006/relationships/customXml" Target="../ink/ink1693.xml"/><Relationship Id="rId415" Type="http://schemas.openxmlformats.org/officeDocument/2006/relationships/image" Target="../media/image918.png"/><Relationship Id="rId261" Type="http://schemas.openxmlformats.org/officeDocument/2006/relationships/image" Target="../media/image489.png"/><Relationship Id="rId14" Type="http://schemas.openxmlformats.org/officeDocument/2006/relationships/customXml" Target="../ink/ink1571.xml"/><Relationship Id="rId56" Type="http://schemas.openxmlformats.org/officeDocument/2006/relationships/customXml" Target="../ink/ink1592.xml"/><Relationship Id="rId317" Type="http://schemas.openxmlformats.org/officeDocument/2006/relationships/image" Target="../media/image870.png"/><Relationship Id="rId359" Type="http://schemas.openxmlformats.org/officeDocument/2006/relationships/image" Target="../media/image890.png"/><Relationship Id="rId98" Type="http://schemas.openxmlformats.org/officeDocument/2006/relationships/customXml" Target="../ink/ink1613.xml"/><Relationship Id="rId121" Type="http://schemas.openxmlformats.org/officeDocument/2006/relationships/customXml" Target="../ink/ink1626.xml"/><Relationship Id="rId163" Type="http://schemas.openxmlformats.org/officeDocument/2006/relationships/image" Target="../media/image680.png"/><Relationship Id="rId219" Type="http://schemas.openxmlformats.org/officeDocument/2006/relationships/customXml" Target="../ink/ink1704.xml"/><Relationship Id="rId370" Type="http://schemas.openxmlformats.org/officeDocument/2006/relationships/customXml" Target="../ink/ink1792.xml"/><Relationship Id="rId426" Type="http://schemas.openxmlformats.org/officeDocument/2006/relationships/customXml" Target="../ink/ink1820.xml"/><Relationship Id="rId230" Type="http://schemas.openxmlformats.org/officeDocument/2006/relationships/customXml" Target="../ink/ink1715.xml"/><Relationship Id="rId25" Type="http://schemas.openxmlformats.org/officeDocument/2006/relationships/image" Target="../media/image620.png"/><Relationship Id="rId67" Type="http://schemas.openxmlformats.org/officeDocument/2006/relationships/image" Target="../media/image638.png"/><Relationship Id="rId272" Type="http://schemas.openxmlformats.org/officeDocument/2006/relationships/customXml" Target="../ink/ink1743.xml"/><Relationship Id="rId328" Type="http://schemas.openxmlformats.org/officeDocument/2006/relationships/customXml" Target="../ink/ink1771.xml"/><Relationship Id="rId132" Type="http://schemas.openxmlformats.org/officeDocument/2006/relationships/customXml" Target="../ink/ink1632.xml"/><Relationship Id="rId174" Type="http://schemas.openxmlformats.org/officeDocument/2006/relationships/customXml" Target="../ink/ink1659.xml"/><Relationship Id="rId381" Type="http://schemas.openxmlformats.org/officeDocument/2006/relationships/image" Target="../media/image901.png"/><Relationship Id="rId241" Type="http://schemas.openxmlformats.org/officeDocument/2006/relationships/customXml" Target="../ink/ink1726.xml"/><Relationship Id="rId437" Type="http://schemas.openxmlformats.org/officeDocument/2006/relationships/image" Target="../media/image929.png"/><Relationship Id="rId36" Type="http://schemas.openxmlformats.org/officeDocument/2006/relationships/customXml" Target="../ink/ink1582.xml"/><Relationship Id="rId283" Type="http://schemas.openxmlformats.org/officeDocument/2006/relationships/image" Target="../media/image500.png"/><Relationship Id="rId339" Type="http://schemas.openxmlformats.org/officeDocument/2006/relationships/image" Target="../media/image880.png"/><Relationship Id="rId78" Type="http://schemas.openxmlformats.org/officeDocument/2006/relationships/customXml" Target="../ink/ink1603.xml"/><Relationship Id="rId101" Type="http://schemas.openxmlformats.org/officeDocument/2006/relationships/image" Target="../media/image654.png"/><Relationship Id="rId143" Type="http://schemas.openxmlformats.org/officeDocument/2006/relationships/customXml" Target="../ink/ink1638.xml"/><Relationship Id="rId185" Type="http://schemas.openxmlformats.org/officeDocument/2006/relationships/customXml" Target="../ink/ink1670.xml"/><Relationship Id="rId350" Type="http://schemas.openxmlformats.org/officeDocument/2006/relationships/customXml" Target="../ink/ink1782.xml"/><Relationship Id="rId406" Type="http://schemas.openxmlformats.org/officeDocument/2006/relationships/customXml" Target="../ink/ink1810.xml"/><Relationship Id="rId9" Type="http://schemas.openxmlformats.org/officeDocument/2006/relationships/image" Target="../media/image612.png"/><Relationship Id="rId210" Type="http://schemas.openxmlformats.org/officeDocument/2006/relationships/customXml" Target="../ink/ink1695.xml"/><Relationship Id="rId392" Type="http://schemas.openxmlformats.org/officeDocument/2006/relationships/customXml" Target="../ink/ink1803.xml"/><Relationship Id="rId252" Type="http://schemas.openxmlformats.org/officeDocument/2006/relationships/customXml" Target="../ink/ink1733.xml"/><Relationship Id="rId294" Type="http://schemas.openxmlformats.org/officeDocument/2006/relationships/customXml" Target="../ink/ink1754.xml"/><Relationship Id="rId308" Type="http://schemas.openxmlformats.org/officeDocument/2006/relationships/customXml" Target="../ink/ink1761.xml"/><Relationship Id="rId47" Type="http://schemas.openxmlformats.org/officeDocument/2006/relationships/image" Target="../media/image629.png"/><Relationship Id="rId89" Type="http://schemas.openxmlformats.org/officeDocument/2006/relationships/image" Target="../media/image649.png"/><Relationship Id="rId112" Type="http://schemas.openxmlformats.org/officeDocument/2006/relationships/customXml" Target="../ink/ink1621.xml"/><Relationship Id="rId154" Type="http://schemas.openxmlformats.org/officeDocument/2006/relationships/image" Target="../media/image676.png"/><Relationship Id="rId361" Type="http://schemas.openxmlformats.org/officeDocument/2006/relationships/image" Target="../media/image891.png"/><Relationship Id="rId196" Type="http://schemas.openxmlformats.org/officeDocument/2006/relationships/customXml" Target="../ink/ink1681.xml"/><Relationship Id="rId417" Type="http://schemas.openxmlformats.org/officeDocument/2006/relationships/image" Target="../media/image919.png"/><Relationship Id="rId16" Type="http://schemas.openxmlformats.org/officeDocument/2006/relationships/customXml" Target="../ink/ink1572.xml"/><Relationship Id="rId221" Type="http://schemas.openxmlformats.org/officeDocument/2006/relationships/customXml" Target="../ink/ink1706.xml"/><Relationship Id="rId263" Type="http://schemas.openxmlformats.org/officeDocument/2006/relationships/image" Target="../media/image490.png"/><Relationship Id="rId319" Type="http://schemas.openxmlformats.org/officeDocument/2006/relationships/image" Target="../media/image871.png"/><Relationship Id="rId58" Type="http://schemas.openxmlformats.org/officeDocument/2006/relationships/customXml" Target="../ink/ink1593.xml"/><Relationship Id="rId123" Type="http://schemas.openxmlformats.org/officeDocument/2006/relationships/image" Target="../media/image662.png"/><Relationship Id="rId330" Type="http://schemas.openxmlformats.org/officeDocument/2006/relationships/customXml" Target="../ink/ink1772.xml"/><Relationship Id="rId165" Type="http://schemas.openxmlformats.org/officeDocument/2006/relationships/customXml" Target="../ink/ink1650.xml"/><Relationship Id="rId372" Type="http://schemas.openxmlformats.org/officeDocument/2006/relationships/customXml" Target="../ink/ink1793.xml"/><Relationship Id="rId428" Type="http://schemas.openxmlformats.org/officeDocument/2006/relationships/customXml" Target="../ink/ink1821.xml"/><Relationship Id="rId232" Type="http://schemas.openxmlformats.org/officeDocument/2006/relationships/customXml" Target="../ink/ink1717.xml"/><Relationship Id="rId274" Type="http://schemas.openxmlformats.org/officeDocument/2006/relationships/customXml" Target="../ink/ink1744.xml"/><Relationship Id="rId27" Type="http://schemas.openxmlformats.org/officeDocument/2006/relationships/image" Target="../media/image621.png"/><Relationship Id="rId69" Type="http://schemas.openxmlformats.org/officeDocument/2006/relationships/image" Target="../media/image639.png"/><Relationship Id="rId134" Type="http://schemas.openxmlformats.org/officeDocument/2006/relationships/customXml" Target="../ink/ink1633.xml"/><Relationship Id="rId80" Type="http://schemas.openxmlformats.org/officeDocument/2006/relationships/customXml" Target="../ink/ink1604.xml"/><Relationship Id="rId176" Type="http://schemas.openxmlformats.org/officeDocument/2006/relationships/customXml" Target="../ink/ink1661.xml"/><Relationship Id="rId341" Type="http://schemas.openxmlformats.org/officeDocument/2006/relationships/image" Target="../media/image881.png"/><Relationship Id="rId383" Type="http://schemas.openxmlformats.org/officeDocument/2006/relationships/image" Target="../media/image902.png"/><Relationship Id="rId201" Type="http://schemas.openxmlformats.org/officeDocument/2006/relationships/customXml" Target="../ink/ink1686.xml"/><Relationship Id="rId243" Type="http://schemas.openxmlformats.org/officeDocument/2006/relationships/customXml" Target="../ink/ink1728.xml"/><Relationship Id="rId285" Type="http://schemas.openxmlformats.org/officeDocument/2006/relationships/image" Target="../media/image501.png"/><Relationship Id="rId38" Type="http://schemas.openxmlformats.org/officeDocument/2006/relationships/customXml" Target="../ink/ink1583.xml"/><Relationship Id="rId103" Type="http://schemas.openxmlformats.org/officeDocument/2006/relationships/image" Target="../media/image655.png"/><Relationship Id="rId310" Type="http://schemas.openxmlformats.org/officeDocument/2006/relationships/customXml" Target="../ink/ink1762.xml"/><Relationship Id="rId91" Type="http://schemas.openxmlformats.org/officeDocument/2006/relationships/image" Target="../media/image650.png"/><Relationship Id="rId145" Type="http://schemas.openxmlformats.org/officeDocument/2006/relationships/customXml" Target="../ink/ink1639.xml"/><Relationship Id="rId187" Type="http://schemas.openxmlformats.org/officeDocument/2006/relationships/customXml" Target="../ink/ink1672.xml"/><Relationship Id="rId352" Type="http://schemas.openxmlformats.org/officeDocument/2006/relationships/customXml" Target="../ink/ink1783.xml"/><Relationship Id="rId394" Type="http://schemas.openxmlformats.org/officeDocument/2006/relationships/customXml" Target="../ink/ink1804.xml"/><Relationship Id="rId408" Type="http://schemas.openxmlformats.org/officeDocument/2006/relationships/customXml" Target="../ink/ink1811.xml"/><Relationship Id="rId212" Type="http://schemas.openxmlformats.org/officeDocument/2006/relationships/customXml" Target="../ink/ink1697.xml"/><Relationship Id="rId254" Type="http://schemas.openxmlformats.org/officeDocument/2006/relationships/customXml" Target="../ink/ink1734.xml"/><Relationship Id="rId49" Type="http://schemas.openxmlformats.org/officeDocument/2006/relationships/image" Target="../media/image630.png"/><Relationship Id="rId114" Type="http://schemas.openxmlformats.org/officeDocument/2006/relationships/image" Target="../media/image659.png"/><Relationship Id="rId296" Type="http://schemas.openxmlformats.org/officeDocument/2006/relationships/customXml" Target="../ink/ink1755.xml"/><Relationship Id="rId60" Type="http://schemas.openxmlformats.org/officeDocument/2006/relationships/customXml" Target="../ink/ink1594.xml"/><Relationship Id="rId81" Type="http://schemas.openxmlformats.org/officeDocument/2006/relationships/image" Target="../media/image645.png"/><Relationship Id="rId135" Type="http://schemas.openxmlformats.org/officeDocument/2006/relationships/image" Target="../media/image667.png"/><Relationship Id="rId156" Type="http://schemas.openxmlformats.org/officeDocument/2006/relationships/image" Target="../media/image677.png"/><Relationship Id="rId177" Type="http://schemas.openxmlformats.org/officeDocument/2006/relationships/customXml" Target="../ink/ink1662.xml"/><Relationship Id="rId198" Type="http://schemas.openxmlformats.org/officeDocument/2006/relationships/customXml" Target="../ink/ink1683.xml"/><Relationship Id="rId321" Type="http://schemas.openxmlformats.org/officeDocument/2006/relationships/image" Target="../media/image543.png"/><Relationship Id="rId342" Type="http://schemas.openxmlformats.org/officeDocument/2006/relationships/customXml" Target="../ink/ink1778.xml"/><Relationship Id="rId363" Type="http://schemas.openxmlformats.org/officeDocument/2006/relationships/image" Target="../media/image892.png"/><Relationship Id="rId384" Type="http://schemas.openxmlformats.org/officeDocument/2006/relationships/customXml" Target="../ink/ink1799.xml"/><Relationship Id="rId419" Type="http://schemas.openxmlformats.org/officeDocument/2006/relationships/image" Target="../media/image920.png"/><Relationship Id="rId202" Type="http://schemas.openxmlformats.org/officeDocument/2006/relationships/customXml" Target="../ink/ink1687.xml"/><Relationship Id="rId223" Type="http://schemas.openxmlformats.org/officeDocument/2006/relationships/customXml" Target="../ink/ink1708.xml"/><Relationship Id="rId244" Type="http://schemas.openxmlformats.org/officeDocument/2006/relationships/customXml" Target="../ink/ink1729.xml"/><Relationship Id="rId430" Type="http://schemas.openxmlformats.org/officeDocument/2006/relationships/customXml" Target="../ink/ink1822.xml"/><Relationship Id="rId18" Type="http://schemas.openxmlformats.org/officeDocument/2006/relationships/customXml" Target="../ink/ink1573.xml"/><Relationship Id="rId39" Type="http://schemas.openxmlformats.org/officeDocument/2006/relationships/image" Target="../media/image625.png"/><Relationship Id="rId265" Type="http://schemas.openxmlformats.org/officeDocument/2006/relationships/image" Target="../media/image491.png"/><Relationship Id="rId286" Type="http://schemas.openxmlformats.org/officeDocument/2006/relationships/customXml" Target="../ink/ink1750.xml"/><Relationship Id="rId50" Type="http://schemas.openxmlformats.org/officeDocument/2006/relationships/customXml" Target="../ink/ink1589.xml"/><Relationship Id="rId104" Type="http://schemas.openxmlformats.org/officeDocument/2006/relationships/customXml" Target="../ink/ink1616.xml"/><Relationship Id="rId125" Type="http://schemas.openxmlformats.org/officeDocument/2006/relationships/image" Target="../media/image663.png"/><Relationship Id="rId146" Type="http://schemas.openxmlformats.org/officeDocument/2006/relationships/image" Target="../media/image672.png"/><Relationship Id="rId167" Type="http://schemas.openxmlformats.org/officeDocument/2006/relationships/customXml" Target="../ink/ink1652.xml"/><Relationship Id="rId188" Type="http://schemas.openxmlformats.org/officeDocument/2006/relationships/customXml" Target="../ink/ink1673.xml"/><Relationship Id="rId311" Type="http://schemas.openxmlformats.org/officeDocument/2006/relationships/image" Target="../media/image867.png"/><Relationship Id="rId332" Type="http://schemas.openxmlformats.org/officeDocument/2006/relationships/customXml" Target="../ink/ink1773.xml"/><Relationship Id="rId353" Type="http://schemas.openxmlformats.org/officeDocument/2006/relationships/image" Target="../media/image887.png"/><Relationship Id="rId374" Type="http://schemas.openxmlformats.org/officeDocument/2006/relationships/customXml" Target="../ink/ink1794.xml"/><Relationship Id="rId395" Type="http://schemas.openxmlformats.org/officeDocument/2006/relationships/image" Target="../media/image908.png"/><Relationship Id="rId409" Type="http://schemas.openxmlformats.org/officeDocument/2006/relationships/image" Target="../media/image915.png"/><Relationship Id="rId71" Type="http://schemas.openxmlformats.org/officeDocument/2006/relationships/image" Target="../media/image640.png"/><Relationship Id="rId92" Type="http://schemas.openxmlformats.org/officeDocument/2006/relationships/customXml" Target="../ink/ink1610.xml"/><Relationship Id="rId213" Type="http://schemas.openxmlformats.org/officeDocument/2006/relationships/customXml" Target="../ink/ink1698.xml"/><Relationship Id="rId234" Type="http://schemas.openxmlformats.org/officeDocument/2006/relationships/customXml" Target="../ink/ink1719.xml"/><Relationship Id="rId420" Type="http://schemas.openxmlformats.org/officeDocument/2006/relationships/customXml" Target="../ink/ink1817.xml"/><Relationship Id="rId2" Type="http://schemas.openxmlformats.org/officeDocument/2006/relationships/customXml" Target="../ink/ink1565.xml"/><Relationship Id="rId29" Type="http://schemas.openxmlformats.org/officeDocument/2006/relationships/image" Target="../media/image801.png"/><Relationship Id="rId255" Type="http://schemas.openxmlformats.org/officeDocument/2006/relationships/image" Target="../media/image486.png"/><Relationship Id="rId276" Type="http://schemas.openxmlformats.org/officeDocument/2006/relationships/customXml" Target="../ink/ink1745.xml"/><Relationship Id="rId297" Type="http://schemas.openxmlformats.org/officeDocument/2006/relationships/image" Target="../media/image507.png"/><Relationship Id="rId40" Type="http://schemas.openxmlformats.org/officeDocument/2006/relationships/customXml" Target="../ink/ink1584.xml"/><Relationship Id="rId115" Type="http://schemas.openxmlformats.org/officeDocument/2006/relationships/customXml" Target="../ink/ink1623.xml"/><Relationship Id="rId136" Type="http://schemas.openxmlformats.org/officeDocument/2006/relationships/customXml" Target="../ink/ink1634.xml"/><Relationship Id="rId157" Type="http://schemas.openxmlformats.org/officeDocument/2006/relationships/customXml" Target="../ink/ink1645.xml"/><Relationship Id="rId178" Type="http://schemas.openxmlformats.org/officeDocument/2006/relationships/customXml" Target="../ink/ink1663.xml"/><Relationship Id="rId301" Type="http://schemas.openxmlformats.org/officeDocument/2006/relationships/image" Target="../media/image509.png"/><Relationship Id="rId322" Type="http://schemas.openxmlformats.org/officeDocument/2006/relationships/customXml" Target="../ink/ink1768.xml"/><Relationship Id="rId343" Type="http://schemas.openxmlformats.org/officeDocument/2006/relationships/image" Target="../media/image882.png"/><Relationship Id="rId364" Type="http://schemas.openxmlformats.org/officeDocument/2006/relationships/customXml" Target="../ink/ink1789.xml"/><Relationship Id="rId61" Type="http://schemas.openxmlformats.org/officeDocument/2006/relationships/image" Target="../media/image635.png"/><Relationship Id="rId82" Type="http://schemas.openxmlformats.org/officeDocument/2006/relationships/customXml" Target="../ink/ink1605.xml"/><Relationship Id="rId199" Type="http://schemas.openxmlformats.org/officeDocument/2006/relationships/customXml" Target="../ink/ink1684.xml"/><Relationship Id="rId203" Type="http://schemas.openxmlformats.org/officeDocument/2006/relationships/customXml" Target="../ink/ink1688.xml"/><Relationship Id="rId385" Type="http://schemas.openxmlformats.org/officeDocument/2006/relationships/image" Target="../media/image903.png"/><Relationship Id="rId19" Type="http://schemas.openxmlformats.org/officeDocument/2006/relationships/image" Target="../media/image617.png"/><Relationship Id="rId224" Type="http://schemas.openxmlformats.org/officeDocument/2006/relationships/customXml" Target="../ink/ink1709.xml"/><Relationship Id="rId245" Type="http://schemas.openxmlformats.org/officeDocument/2006/relationships/image" Target="../media/image481.png"/><Relationship Id="rId266" Type="http://schemas.openxmlformats.org/officeDocument/2006/relationships/customXml" Target="../ink/ink1740.xml"/><Relationship Id="rId287" Type="http://schemas.openxmlformats.org/officeDocument/2006/relationships/image" Target="../media/image502.png"/><Relationship Id="rId410" Type="http://schemas.openxmlformats.org/officeDocument/2006/relationships/customXml" Target="../ink/ink1812.xml"/><Relationship Id="rId431" Type="http://schemas.openxmlformats.org/officeDocument/2006/relationships/image" Target="../media/image926.png"/><Relationship Id="rId30" Type="http://schemas.openxmlformats.org/officeDocument/2006/relationships/customXml" Target="../ink/ink1579.xml"/><Relationship Id="rId105" Type="http://schemas.openxmlformats.org/officeDocument/2006/relationships/customXml" Target="../ink/ink1617.xml"/><Relationship Id="rId126" Type="http://schemas.openxmlformats.org/officeDocument/2006/relationships/customXml" Target="../ink/ink1629.xml"/><Relationship Id="rId147" Type="http://schemas.openxmlformats.org/officeDocument/2006/relationships/customXml" Target="../ink/ink1640.xml"/><Relationship Id="rId168" Type="http://schemas.openxmlformats.org/officeDocument/2006/relationships/customXml" Target="../ink/ink1653.xml"/><Relationship Id="rId312" Type="http://schemas.openxmlformats.org/officeDocument/2006/relationships/customXml" Target="../ink/ink1763.xml"/><Relationship Id="rId333" Type="http://schemas.openxmlformats.org/officeDocument/2006/relationships/image" Target="../media/image877.png"/><Relationship Id="rId354" Type="http://schemas.openxmlformats.org/officeDocument/2006/relationships/customXml" Target="../ink/ink1784.xml"/><Relationship Id="rId51" Type="http://schemas.openxmlformats.org/officeDocument/2006/relationships/image" Target="../media/image631.png"/><Relationship Id="rId72" Type="http://schemas.openxmlformats.org/officeDocument/2006/relationships/customXml" Target="../ink/ink1600.xml"/><Relationship Id="rId93" Type="http://schemas.openxmlformats.org/officeDocument/2006/relationships/image" Target="../media/image651.png"/><Relationship Id="rId189" Type="http://schemas.openxmlformats.org/officeDocument/2006/relationships/customXml" Target="../ink/ink1674.xml"/><Relationship Id="rId375" Type="http://schemas.openxmlformats.org/officeDocument/2006/relationships/image" Target="../media/image898.png"/><Relationship Id="rId396" Type="http://schemas.openxmlformats.org/officeDocument/2006/relationships/customXml" Target="../ink/ink1805.xml"/><Relationship Id="rId3" Type="http://schemas.openxmlformats.org/officeDocument/2006/relationships/image" Target="../media/image609.png"/><Relationship Id="rId214" Type="http://schemas.openxmlformats.org/officeDocument/2006/relationships/customXml" Target="../ink/ink1699.xml"/><Relationship Id="rId235" Type="http://schemas.openxmlformats.org/officeDocument/2006/relationships/customXml" Target="../ink/ink1720.xml"/><Relationship Id="rId256" Type="http://schemas.openxmlformats.org/officeDocument/2006/relationships/customXml" Target="../ink/ink1735.xml"/><Relationship Id="rId277" Type="http://schemas.openxmlformats.org/officeDocument/2006/relationships/image" Target="../media/image497.png"/><Relationship Id="rId298" Type="http://schemas.openxmlformats.org/officeDocument/2006/relationships/customXml" Target="../ink/ink1756.xml"/><Relationship Id="rId400" Type="http://schemas.openxmlformats.org/officeDocument/2006/relationships/customXml" Target="../ink/ink1807.xml"/><Relationship Id="rId421" Type="http://schemas.openxmlformats.org/officeDocument/2006/relationships/image" Target="../media/image921.png"/><Relationship Id="rId116" Type="http://schemas.openxmlformats.org/officeDocument/2006/relationships/image" Target="../media/image105.png"/><Relationship Id="rId137" Type="http://schemas.openxmlformats.org/officeDocument/2006/relationships/image" Target="../media/image668.png"/><Relationship Id="rId158" Type="http://schemas.openxmlformats.org/officeDocument/2006/relationships/image" Target="../media/image678.png"/><Relationship Id="rId302" Type="http://schemas.openxmlformats.org/officeDocument/2006/relationships/customXml" Target="../ink/ink1758.xml"/><Relationship Id="rId323" Type="http://schemas.openxmlformats.org/officeDocument/2006/relationships/image" Target="../media/image872.png"/><Relationship Id="rId344" Type="http://schemas.openxmlformats.org/officeDocument/2006/relationships/customXml" Target="../ink/ink1779.xml"/><Relationship Id="rId20" Type="http://schemas.openxmlformats.org/officeDocument/2006/relationships/customXml" Target="../ink/ink1574.xml"/><Relationship Id="rId41" Type="http://schemas.openxmlformats.org/officeDocument/2006/relationships/image" Target="../media/image626.png"/><Relationship Id="rId62" Type="http://schemas.openxmlformats.org/officeDocument/2006/relationships/customXml" Target="../ink/ink1595.xml"/><Relationship Id="rId83" Type="http://schemas.openxmlformats.org/officeDocument/2006/relationships/image" Target="../media/image646.png"/><Relationship Id="rId179" Type="http://schemas.openxmlformats.org/officeDocument/2006/relationships/customXml" Target="../ink/ink1664.xml"/><Relationship Id="rId365" Type="http://schemas.openxmlformats.org/officeDocument/2006/relationships/image" Target="../media/image893.png"/><Relationship Id="rId386" Type="http://schemas.openxmlformats.org/officeDocument/2006/relationships/customXml" Target="../ink/ink1800.xml"/><Relationship Id="rId190" Type="http://schemas.openxmlformats.org/officeDocument/2006/relationships/customXml" Target="../ink/ink1675.xml"/><Relationship Id="rId204" Type="http://schemas.openxmlformats.org/officeDocument/2006/relationships/customXml" Target="../ink/ink1689.xml"/><Relationship Id="rId225" Type="http://schemas.openxmlformats.org/officeDocument/2006/relationships/customXml" Target="../ink/ink1710.xml"/><Relationship Id="rId246" Type="http://schemas.openxmlformats.org/officeDocument/2006/relationships/customXml" Target="../ink/ink1730.xml"/><Relationship Id="rId267" Type="http://schemas.openxmlformats.org/officeDocument/2006/relationships/image" Target="../media/image492.png"/><Relationship Id="rId288" Type="http://schemas.openxmlformats.org/officeDocument/2006/relationships/customXml" Target="../ink/ink1751.xml"/><Relationship Id="rId411" Type="http://schemas.openxmlformats.org/officeDocument/2006/relationships/image" Target="../media/image916.png"/><Relationship Id="rId432" Type="http://schemas.openxmlformats.org/officeDocument/2006/relationships/customXml" Target="../ink/ink1823.xml"/><Relationship Id="rId106" Type="http://schemas.openxmlformats.org/officeDocument/2006/relationships/image" Target="../media/image656.png"/><Relationship Id="rId127" Type="http://schemas.openxmlformats.org/officeDocument/2006/relationships/image" Target="../media/image109.png"/><Relationship Id="rId313" Type="http://schemas.openxmlformats.org/officeDocument/2006/relationships/image" Target="../media/image868.png"/><Relationship Id="rId10" Type="http://schemas.openxmlformats.org/officeDocument/2006/relationships/customXml" Target="../ink/ink1569.xml"/><Relationship Id="rId31" Type="http://schemas.openxmlformats.org/officeDocument/2006/relationships/image" Target="../media/image622.png"/><Relationship Id="rId52" Type="http://schemas.openxmlformats.org/officeDocument/2006/relationships/customXml" Target="../ink/ink1590.xml"/><Relationship Id="rId73" Type="http://schemas.openxmlformats.org/officeDocument/2006/relationships/image" Target="../media/image641.png"/><Relationship Id="rId94" Type="http://schemas.openxmlformats.org/officeDocument/2006/relationships/customXml" Target="../ink/ink1611.xml"/><Relationship Id="rId148" Type="http://schemas.openxmlformats.org/officeDocument/2006/relationships/image" Target="../media/image673.png"/><Relationship Id="rId169" Type="http://schemas.openxmlformats.org/officeDocument/2006/relationships/customXml" Target="../ink/ink1654.xml"/><Relationship Id="rId334" Type="http://schemas.openxmlformats.org/officeDocument/2006/relationships/customXml" Target="../ink/ink1774.xml"/><Relationship Id="rId355" Type="http://schemas.openxmlformats.org/officeDocument/2006/relationships/image" Target="../media/image888.png"/><Relationship Id="rId376" Type="http://schemas.openxmlformats.org/officeDocument/2006/relationships/customXml" Target="../ink/ink1795.xml"/><Relationship Id="rId397" Type="http://schemas.openxmlformats.org/officeDocument/2006/relationships/image" Target="../media/image909.png"/><Relationship Id="rId4" Type="http://schemas.openxmlformats.org/officeDocument/2006/relationships/customXml" Target="../ink/ink1566.xml"/><Relationship Id="rId180" Type="http://schemas.openxmlformats.org/officeDocument/2006/relationships/customXml" Target="../ink/ink1665.xml"/><Relationship Id="rId215" Type="http://schemas.openxmlformats.org/officeDocument/2006/relationships/customXml" Target="../ink/ink1700.xml"/><Relationship Id="rId236" Type="http://schemas.openxmlformats.org/officeDocument/2006/relationships/customXml" Target="../ink/ink1721.xml"/><Relationship Id="rId257" Type="http://schemas.openxmlformats.org/officeDocument/2006/relationships/image" Target="../media/image487.png"/><Relationship Id="rId278" Type="http://schemas.openxmlformats.org/officeDocument/2006/relationships/customXml" Target="../ink/ink1746.xml"/><Relationship Id="rId401" Type="http://schemas.openxmlformats.org/officeDocument/2006/relationships/image" Target="../media/image911.png"/><Relationship Id="rId422" Type="http://schemas.openxmlformats.org/officeDocument/2006/relationships/customXml" Target="../ink/ink1818.xml"/><Relationship Id="rId303" Type="http://schemas.openxmlformats.org/officeDocument/2006/relationships/image" Target="../media/image510.png"/><Relationship Id="rId42" Type="http://schemas.openxmlformats.org/officeDocument/2006/relationships/customXml" Target="../ink/ink1585.xml"/><Relationship Id="rId84" Type="http://schemas.openxmlformats.org/officeDocument/2006/relationships/customXml" Target="../ink/ink1606.xml"/><Relationship Id="rId138" Type="http://schemas.openxmlformats.org/officeDocument/2006/relationships/customXml" Target="../ink/ink1635.xml"/><Relationship Id="rId345" Type="http://schemas.openxmlformats.org/officeDocument/2006/relationships/image" Target="../media/image883.png"/><Relationship Id="rId387" Type="http://schemas.openxmlformats.org/officeDocument/2006/relationships/image" Target="../media/image904.png"/><Relationship Id="rId191" Type="http://schemas.openxmlformats.org/officeDocument/2006/relationships/customXml" Target="../ink/ink1676.xml"/><Relationship Id="rId205" Type="http://schemas.openxmlformats.org/officeDocument/2006/relationships/customXml" Target="../ink/ink1690.xml"/><Relationship Id="rId247" Type="http://schemas.openxmlformats.org/officeDocument/2006/relationships/image" Target="../media/image482.png"/><Relationship Id="rId412" Type="http://schemas.openxmlformats.org/officeDocument/2006/relationships/customXml" Target="../ink/ink1813.xml"/><Relationship Id="rId107" Type="http://schemas.openxmlformats.org/officeDocument/2006/relationships/customXml" Target="../ink/ink1618.xml"/><Relationship Id="rId289" Type="http://schemas.openxmlformats.org/officeDocument/2006/relationships/image" Target="../media/image503.png"/><Relationship Id="rId11" Type="http://schemas.openxmlformats.org/officeDocument/2006/relationships/image" Target="../media/image613.png"/><Relationship Id="rId53" Type="http://schemas.openxmlformats.org/officeDocument/2006/relationships/image" Target="../media/image632.png"/><Relationship Id="rId149" Type="http://schemas.openxmlformats.org/officeDocument/2006/relationships/customXml" Target="../ink/ink1641.xml"/><Relationship Id="rId314" Type="http://schemas.openxmlformats.org/officeDocument/2006/relationships/customXml" Target="../ink/ink1764.xml"/><Relationship Id="rId356" Type="http://schemas.openxmlformats.org/officeDocument/2006/relationships/customXml" Target="../ink/ink1785.xml"/><Relationship Id="rId398" Type="http://schemas.openxmlformats.org/officeDocument/2006/relationships/customXml" Target="../ink/ink1806.xml"/><Relationship Id="rId95" Type="http://schemas.openxmlformats.org/officeDocument/2006/relationships/image" Target="../media/image652.png"/><Relationship Id="rId160" Type="http://schemas.openxmlformats.org/officeDocument/2006/relationships/image" Target="../media/image679.png"/><Relationship Id="rId216" Type="http://schemas.openxmlformats.org/officeDocument/2006/relationships/customXml" Target="../ink/ink1701.xml"/><Relationship Id="rId423" Type="http://schemas.openxmlformats.org/officeDocument/2006/relationships/image" Target="../media/image922.png"/><Relationship Id="rId258" Type="http://schemas.openxmlformats.org/officeDocument/2006/relationships/customXml" Target="../ink/ink1736.xml"/><Relationship Id="rId22" Type="http://schemas.openxmlformats.org/officeDocument/2006/relationships/customXml" Target="../ink/ink1575.xml"/><Relationship Id="rId64" Type="http://schemas.openxmlformats.org/officeDocument/2006/relationships/customXml" Target="../ink/ink1596.xml"/><Relationship Id="rId118" Type="http://schemas.openxmlformats.org/officeDocument/2006/relationships/image" Target="../media/image660.png"/><Relationship Id="rId325" Type="http://schemas.openxmlformats.org/officeDocument/2006/relationships/image" Target="../media/image873.png"/><Relationship Id="rId367" Type="http://schemas.openxmlformats.org/officeDocument/2006/relationships/image" Target="../media/image894.png"/><Relationship Id="rId171" Type="http://schemas.openxmlformats.org/officeDocument/2006/relationships/customXml" Target="../ink/ink1656.xml"/><Relationship Id="rId227" Type="http://schemas.openxmlformats.org/officeDocument/2006/relationships/customXml" Target="../ink/ink1712.xml"/><Relationship Id="rId269" Type="http://schemas.openxmlformats.org/officeDocument/2006/relationships/image" Target="../media/image493.png"/><Relationship Id="rId434" Type="http://schemas.openxmlformats.org/officeDocument/2006/relationships/customXml" Target="../ink/ink1824.xml"/><Relationship Id="rId33" Type="http://schemas.openxmlformats.org/officeDocument/2006/relationships/image" Target="../media/image623.png"/><Relationship Id="rId129" Type="http://schemas.openxmlformats.org/officeDocument/2006/relationships/image" Target="../media/image664.png"/><Relationship Id="rId280" Type="http://schemas.openxmlformats.org/officeDocument/2006/relationships/customXml" Target="../ink/ink1747.xml"/><Relationship Id="rId336" Type="http://schemas.openxmlformats.org/officeDocument/2006/relationships/customXml" Target="../ink/ink1775.xml"/><Relationship Id="rId75" Type="http://schemas.openxmlformats.org/officeDocument/2006/relationships/image" Target="../media/image642.png"/><Relationship Id="rId140" Type="http://schemas.openxmlformats.org/officeDocument/2006/relationships/customXml" Target="../ink/ink1636.xml"/><Relationship Id="rId182" Type="http://schemas.openxmlformats.org/officeDocument/2006/relationships/customXml" Target="../ink/ink1667.xml"/><Relationship Id="rId378" Type="http://schemas.openxmlformats.org/officeDocument/2006/relationships/customXml" Target="../ink/ink1796.xml"/><Relationship Id="rId403" Type="http://schemas.openxmlformats.org/officeDocument/2006/relationships/image" Target="../media/image912.png"/><Relationship Id="rId6" Type="http://schemas.openxmlformats.org/officeDocument/2006/relationships/customXml" Target="../ink/ink1567.xml"/><Relationship Id="rId238" Type="http://schemas.openxmlformats.org/officeDocument/2006/relationships/customXml" Target="../ink/ink1723.xml"/><Relationship Id="rId291" Type="http://schemas.openxmlformats.org/officeDocument/2006/relationships/image" Target="../media/image504.png"/><Relationship Id="rId305" Type="http://schemas.openxmlformats.org/officeDocument/2006/relationships/image" Target="../media/image511.png"/><Relationship Id="rId347" Type="http://schemas.openxmlformats.org/officeDocument/2006/relationships/image" Target="../media/image884.png"/><Relationship Id="rId44" Type="http://schemas.openxmlformats.org/officeDocument/2006/relationships/customXml" Target="../ink/ink1586.xml"/><Relationship Id="rId86" Type="http://schemas.openxmlformats.org/officeDocument/2006/relationships/customXml" Target="../ink/ink1607.xml"/><Relationship Id="rId151" Type="http://schemas.openxmlformats.org/officeDocument/2006/relationships/customXml" Target="../ink/ink1642.xml"/><Relationship Id="rId389" Type="http://schemas.openxmlformats.org/officeDocument/2006/relationships/image" Target="../media/image905.png"/><Relationship Id="rId193" Type="http://schemas.openxmlformats.org/officeDocument/2006/relationships/customXml" Target="../ink/ink1678.xml"/><Relationship Id="rId207" Type="http://schemas.openxmlformats.org/officeDocument/2006/relationships/customXml" Target="../ink/ink1692.xml"/><Relationship Id="rId249" Type="http://schemas.openxmlformats.org/officeDocument/2006/relationships/image" Target="../media/image483.png"/><Relationship Id="rId414" Type="http://schemas.openxmlformats.org/officeDocument/2006/relationships/customXml" Target="../ink/ink1814.xml"/><Relationship Id="rId13" Type="http://schemas.openxmlformats.org/officeDocument/2006/relationships/image" Target="../media/image614.png"/><Relationship Id="rId109" Type="http://schemas.openxmlformats.org/officeDocument/2006/relationships/image" Target="../media/image657.png"/><Relationship Id="rId260" Type="http://schemas.openxmlformats.org/officeDocument/2006/relationships/customXml" Target="../ink/ink1737.xml"/><Relationship Id="rId316" Type="http://schemas.openxmlformats.org/officeDocument/2006/relationships/customXml" Target="../ink/ink1765.xml"/><Relationship Id="rId55" Type="http://schemas.openxmlformats.org/officeDocument/2006/relationships/image" Target="../media/image633.png"/><Relationship Id="rId97" Type="http://schemas.openxmlformats.org/officeDocument/2006/relationships/image" Target="../media/image653.png"/><Relationship Id="rId120" Type="http://schemas.openxmlformats.org/officeDocument/2006/relationships/image" Target="../media/image661.png"/><Relationship Id="rId358" Type="http://schemas.openxmlformats.org/officeDocument/2006/relationships/customXml" Target="../ink/ink1786.xml"/><Relationship Id="rId162" Type="http://schemas.openxmlformats.org/officeDocument/2006/relationships/customXml" Target="../ink/ink1648.xml"/><Relationship Id="rId218" Type="http://schemas.openxmlformats.org/officeDocument/2006/relationships/customXml" Target="../ink/ink1703.xml"/><Relationship Id="rId425" Type="http://schemas.openxmlformats.org/officeDocument/2006/relationships/image" Target="../media/image923.png"/><Relationship Id="rId271" Type="http://schemas.openxmlformats.org/officeDocument/2006/relationships/image" Target="../media/image494.png"/><Relationship Id="rId24" Type="http://schemas.openxmlformats.org/officeDocument/2006/relationships/customXml" Target="../ink/ink1576.xml"/><Relationship Id="rId66" Type="http://schemas.openxmlformats.org/officeDocument/2006/relationships/customXml" Target="../ink/ink1597.xml"/><Relationship Id="rId131" Type="http://schemas.openxmlformats.org/officeDocument/2006/relationships/image" Target="../media/image665.png"/><Relationship Id="rId327" Type="http://schemas.openxmlformats.org/officeDocument/2006/relationships/image" Target="../media/image874.png"/><Relationship Id="rId369" Type="http://schemas.openxmlformats.org/officeDocument/2006/relationships/image" Target="../media/image895.png"/><Relationship Id="rId173" Type="http://schemas.openxmlformats.org/officeDocument/2006/relationships/customXml" Target="../ink/ink1658.xml"/><Relationship Id="rId229" Type="http://schemas.openxmlformats.org/officeDocument/2006/relationships/customXml" Target="../ink/ink1714.xml"/><Relationship Id="rId380" Type="http://schemas.openxmlformats.org/officeDocument/2006/relationships/customXml" Target="../ink/ink1797.xml"/><Relationship Id="rId436" Type="http://schemas.openxmlformats.org/officeDocument/2006/relationships/customXml" Target="../ink/ink1825.xml"/><Relationship Id="rId240" Type="http://schemas.openxmlformats.org/officeDocument/2006/relationships/customXml" Target="../ink/ink1725.xml"/><Relationship Id="rId35" Type="http://schemas.openxmlformats.org/officeDocument/2006/relationships/image" Target="../media/image421.png"/><Relationship Id="rId77" Type="http://schemas.openxmlformats.org/officeDocument/2006/relationships/image" Target="../media/image643.png"/><Relationship Id="rId100" Type="http://schemas.openxmlformats.org/officeDocument/2006/relationships/customXml" Target="../ink/ink1614.xml"/><Relationship Id="rId282" Type="http://schemas.openxmlformats.org/officeDocument/2006/relationships/customXml" Target="../ink/ink1748.xml"/><Relationship Id="rId338" Type="http://schemas.openxmlformats.org/officeDocument/2006/relationships/customXml" Target="../ink/ink1776.xml"/><Relationship Id="rId8" Type="http://schemas.openxmlformats.org/officeDocument/2006/relationships/customXml" Target="../ink/ink1568.xml"/><Relationship Id="rId142" Type="http://schemas.openxmlformats.org/officeDocument/2006/relationships/image" Target="../media/image670.png"/><Relationship Id="rId184" Type="http://schemas.openxmlformats.org/officeDocument/2006/relationships/customXml" Target="../ink/ink1669.xml"/><Relationship Id="rId391" Type="http://schemas.openxmlformats.org/officeDocument/2006/relationships/image" Target="../media/image906.png"/><Relationship Id="rId405" Type="http://schemas.openxmlformats.org/officeDocument/2006/relationships/image" Target="../media/image913.png"/><Relationship Id="rId251" Type="http://schemas.openxmlformats.org/officeDocument/2006/relationships/image" Target="../media/image484.png"/><Relationship Id="rId46" Type="http://schemas.openxmlformats.org/officeDocument/2006/relationships/customXml" Target="../ink/ink1587.xml"/><Relationship Id="rId293" Type="http://schemas.openxmlformats.org/officeDocument/2006/relationships/image" Target="../media/image505.png"/><Relationship Id="rId307" Type="http://schemas.openxmlformats.org/officeDocument/2006/relationships/image" Target="../media/image512.png"/><Relationship Id="rId349" Type="http://schemas.openxmlformats.org/officeDocument/2006/relationships/image" Target="../media/image885.png"/><Relationship Id="rId88" Type="http://schemas.openxmlformats.org/officeDocument/2006/relationships/customXml" Target="../ink/ink1608.xml"/><Relationship Id="rId111" Type="http://schemas.openxmlformats.org/officeDocument/2006/relationships/image" Target="../media/image658.png"/><Relationship Id="rId153" Type="http://schemas.openxmlformats.org/officeDocument/2006/relationships/customXml" Target="../ink/ink1643.xml"/><Relationship Id="rId195" Type="http://schemas.openxmlformats.org/officeDocument/2006/relationships/customXml" Target="../ink/ink1680.xml"/><Relationship Id="rId209" Type="http://schemas.openxmlformats.org/officeDocument/2006/relationships/customXml" Target="../ink/ink1694.xml"/><Relationship Id="rId360" Type="http://schemas.openxmlformats.org/officeDocument/2006/relationships/customXml" Target="../ink/ink1787.xml"/><Relationship Id="rId416" Type="http://schemas.openxmlformats.org/officeDocument/2006/relationships/customXml" Target="../ink/ink1815.xml"/><Relationship Id="rId220" Type="http://schemas.openxmlformats.org/officeDocument/2006/relationships/customXml" Target="../ink/ink1705.xml"/><Relationship Id="rId15" Type="http://schemas.openxmlformats.org/officeDocument/2006/relationships/image" Target="../media/image615.png"/><Relationship Id="rId57" Type="http://schemas.openxmlformats.org/officeDocument/2006/relationships/image" Target="../media/image634.png"/><Relationship Id="rId262" Type="http://schemas.openxmlformats.org/officeDocument/2006/relationships/customXml" Target="../ink/ink1738.xml"/><Relationship Id="rId318" Type="http://schemas.openxmlformats.org/officeDocument/2006/relationships/customXml" Target="../ink/ink1766.xml"/><Relationship Id="rId99" Type="http://schemas.openxmlformats.org/officeDocument/2006/relationships/image" Target="../media/image98.png"/><Relationship Id="rId122" Type="http://schemas.openxmlformats.org/officeDocument/2006/relationships/customXml" Target="../ink/ink1627.xml"/><Relationship Id="rId164" Type="http://schemas.openxmlformats.org/officeDocument/2006/relationships/customXml" Target="../ink/ink1649.xml"/><Relationship Id="rId371" Type="http://schemas.openxmlformats.org/officeDocument/2006/relationships/image" Target="../media/image896.png"/><Relationship Id="rId427" Type="http://schemas.openxmlformats.org/officeDocument/2006/relationships/image" Target="../media/image924.png"/><Relationship Id="rId26" Type="http://schemas.openxmlformats.org/officeDocument/2006/relationships/customXml" Target="../ink/ink1577.xml"/><Relationship Id="rId231" Type="http://schemas.openxmlformats.org/officeDocument/2006/relationships/customXml" Target="../ink/ink1716.xml"/><Relationship Id="rId273" Type="http://schemas.openxmlformats.org/officeDocument/2006/relationships/image" Target="../media/image495.png"/><Relationship Id="rId329" Type="http://schemas.openxmlformats.org/officeDocument/2006/relationships/image" Target="../media/image875.png"/><Relationship Id="rId68" Type="http://schemas.openxmlformats.org/officeDocument/2006/relationships/customXml" Target="../ink/ink1598.xml"/><Relationship Id="rId133" Type="http://schemas.openxmlformats.org/officeDocument/2006/relationships/image" Target="../media/image666.png"/><Relationship Id="rId175" Type="http://schemas.openxmlformats.org/officeDocument/2006/relationships/customXml" Target="../ink/ink1660.xml"/><Relationship Id="rId340" Type="http://schemas.openxmlformats.org/officeDocument/2006/relationships/customXml" Target="../ink/ink1777.xml"/><Relationship Id="rId200" Type="http://schemas.openxmlformats.org/officeDocument/2006/relationships/customXml" Target="../ink/ink1685.xml"/><Relationship Id="rId382" Type="http://schemas.openxmlformats.org/officeDocument/2006/relationships/customXml" Target="../ink/ink1798.xml"/><Relationship Id="rId242" Type="http://schemas.openxmlformats.org/officeDocument/2006/relationships/customXml" Target="../ink/ink1727.xml"/><Relationship Id="rId284" Type="http://schemas.openxmlformats.org/officeDocument/2006/relationships/customXml" Target="../ink/ink1749.xml"/><Relationship Id="rId37" Type="http://schemas.openxmlformats.org/officeDocument/2006/relationships/image" Target="../media/image624.png"/><Relationship Id="rId79" Type="http://schemas.openxmlformats.org/officeDocument/2006/relationships/image" Target="../media/image644.png"/><Relationship Id="rId102" Type="http://schemas.openxmlformats.org/officeDocument/2006/relationships/customXml" Target="../ink/ink1615.xml"/><Relationship Id="rId144" Type="http://schemas.openxmlformats.org/officeDocument/2006/relationships/image" Target="../media/image671.png"/><Relationship Id="rId90" Type="http://schemas.openxmlformats.org/officeDocument/2006/relationships/customXml" Target="../ink/ink1609.xml"/><Relationship Id="rId186" Type="http://schemas.openxmlformats.org/officeDocument/2006/relationships/customXml" Target="../ink/ink1671.xml"/><Relationship Id="rId351" Type="http://schemas.openxmlformats.org/officeDocument/2006/relationships/image" Target="../media/image886.png"/><Relationship Id="rId393" Type="http://schemas.openxmlformats.org/officeDocument/2006/relationships/image" Target="../media/image907.png"/><Relationship Id="rId407" Type="http://schemas.openxmlformats.org/officeDocument/2006/relationships/image" Target="../media/image914.png"/><Relationship Id="rId211" Type="http://schemas.openxmlformats.org/officeDocument/2006/relationships/customXml" Target="../ink/ink1696.xml"/><Relationship Id="rId253" Type="http://schemas.openxmlformats.org/officeDocument/2006/relationships/image" Target="../media/image485.png"/><Relationship Id="rId295" Type="http://schemas.openxmlformats.org/officeDocument/2006/relationships/image" Target="../media/image506.png"/><Relationship Id="rId309" Type="http://schemas.openxmlformats.org/officeDocument/2006/relationships/image" Target="../media/image866.png"/><Relationship Id="rId48" Type="http://schemas.openxmlformats.org/officeDocument/2006/relationships/customXml" Target="../ink/ink1588.xml"/><Relationship Id="rId113" Type="http://schemas.openxmlformats.org/officeDocument/2006/relationships/customXml" Target="../ink/ink1622.xml"/><Relationship Id="rId320" Type="http://schemas.openxmlformats.org/officeDocument/2006/relationships/customXml" Target="../ink/ink1767.xml"/><Relationship Id="rId155" Type="http://schemas.openxmlformats.org/officeDocument/2006/relationships/customXml" Target="../ink/ink1644.xml"/><Relationship Id="rId197" Type="http://schemas.openxmlformats.org/officeDocument/2006/relationships/customXml" Target="../ink/ink1682.xml"/><Relationship Id="rId362" Type="http://schemas.openxmlformats.org/officeDocument/2006/relationships/customXml" Target="../ink/ink1788.xml"/><Relationship Id="rId418" Type="http://schemas.openxmlformats.org/officeDocument/2006/relationships/customXml" Target="../ink/ink1816.xml"/><Relationship Id="rId222" Type="http://schemas.openxmlformats.org/officeDocument/2006/relationships/customXml" Target="../ink/ink1707.xml"/><Relationship Id="rId264" Type="http://schemas.openxmlformats.org/officeDocument/2006/relationships/customXml" Target="../ink/ink1739.xml"/><Relationship Id="rId17" Type="http://schemas.openxmlformats.org/officeDocument/2006/relationships/image" Target="../media/image616.png"/><Relationship Id="rId59" Type="http://schemas.openxmlformats.org/officeDocument/2006/relationships/image" Target="../media/image348.png"/><Relationship Id="rId124" Type="http://schemas.openxmlformats.org/officeDocument/2006/relationships/customXml" Target="../ink/ink1628.xml"/><Relationship Id="rId70" Type="http://schemas.openxmlformats.org/officeDocument/2006/relationships/customXml" Target="../ink/ink1599.xml"/><Relationship Id="rId166" Type="http://schemas.openxmlformats.org/officeDocument/2006/relationships/customXml" Target="../ink/ink1651.xml"/><Relationship Id="rId331" Type="http://schemas.openxmlformats.org/officeDocument/2006/relationships/image" Target="../media/image876.png"/><Relationship Id="rId373" Type="http://schemas.openxmlformats.org/officeDocument/2006/relationships/image" Target="../media/image897.png"/><Relationship Id="rId429" Type="http://schemas.openxmlformats.org/officeDocument/2006/relationships/image" Target="../media/image925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718.xml"/><Relationship Id="rId28" Type="http://schemas.openxmlformats.org/officeDocument/2006/relationships/customXml" Target="../ink/ink1578.xml"/><Relationship Id="rId275" Type="http://schemas.openxmlformats.org/officeDocument/2006/relationships/image" Target="../media/image496.png"/><Relationship Id="rId300" Type="http://schemas.openxmlformats.org/officeDocument/2006/relationships/customXml" Target="../ink/ink175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86.xml"/><Relationship Id="rId299" Type="http://schemas.openxmlformats.org/officeDocument/2006/relationships/image" Target="../media/image504.png"/><Relationship Id="rId21" Type="http://schemas.openxmlformats.org/officeDocument/2006/relationships/image" Target="../media/image618.png"/><Relationship Id="rId63" Type="http://schemas.openxmlformats.org/officeDocument/2006/relationships/image" Target="../media/image651.png"/><Relationship Id="rId159" Type="http://schemas.openxmlformats.org/officeDocument/2006/relationships/customXml" Target="../ink/ink1925.xml"/><Relationship Id="rId324" Type="http://schemas.openxmlformats.org/officeDocument/2006/relationships/customXml" Target="../ink/ink2026.xml"/><Relationship Id="rId366" Type="http://schemas.openxmlformats.org/officeDocument/2006/relationships/customXml" Target="../ink/ink2068.xml"/><Relationship Id="rId170" Type="http://schemas.openxmlformats.org/officeDocument/2006/relationships/customXml" Target="../ink/ink1936.xml"/><Relationship Id="rId226" Type="http://schemas.openxmlformats.org/officeDocument/2006/relationships/customXml" Target="../ink/ink1973.xml"/><Relationship Id="rId268" Type="http://schemas.openxmlformats.org/officeDocument/2006/relationships/customXml" Target="../ink/ink1994.xml"/><Relationship Id="rId32" Type="http://schemas.openxmlformats.org/officeDocument/2006/relationships/customXml" Target="../ink/ink1841.xml"/><Relationship Id="rId74" Type="http://schemas.openxmlformats.org/officeDocument/2006/relationships/image" Target="../media/image656.png"/><Relationship Id="rId128" Type="http://schemas.openxmlformats.org/officeDocument/2006/relationships/customXml" Target="../ink/ink1894.xml"/><Relationship Id="rId335" Type="http://schemas.openxmlformats.org/officeDocument/2006/relationships/customXml" Target="../ink/ink2037.xml"/><Relationship Id="rId377" Type="http://schemas.openxmlformats.org/officeDocument/2006/relationships/customXml" Target="../ink/ink2079.xml"/><Relationship Id="rId5" Type="http://schemas.openxmlformats.org/officeDocument/2006/relationships/image" Target="../media/image610.png"/><Relationship Id="rId181" Type="http://schemas.openxmlformats.org/officeDocument/2006/relationships/customXml" Target="../ink/ink1947.xml"/><Relationship Id="rId237" Type="http://schemas.openxmlformats.org/officeDocument/2006/relationships/image" Target="../media/image768.png"/><Relationship Id="rId279" Type="http://schemas.openxmlformats.org/officeDocument/2006/relationships/image" Target="../media/image494.png"/><Relationship Id="rId43" Type="http://schemas.openxmlformats.org/officeDocument/2006/relationships/image" Target="../media/image638.png"/><Relationship Id="rId139" Type="http://schemas.openxmlformats.org/officeDocument/2006/relationships/customXml" Target="../ink/ink1905.xml"/><Relationship Id="rId290" Type="http://schemas.openxmlformats.org/officeDocument/2006/relationships/customXml" Target="../ink/ink2005.xml"/><Relationship Id="rId304" Type="http://schemas.openxmlformats.org/officeDocument/2006/relationships/customXml" Target="../ink/ink2012.xml"/><Relationship Id="rId346" Type="http://schemas.openxmlformats.org/officeDocument/2006/relationships/customXml" Target="../ink/ink2048.xml"/><Relationship Id="rId85" Type="http://schemas.openxmlformats.org/officeDocument/2006/relationships/customXml" Target="../ink/ink1869.xml"/><Relationship Id="rId150" Type="http://schemas.openxmlformats.org/officeDocument/2006/relationships/customXml" Target="../ink/ink1916.xml"/><Relationship Id="rId192" Type="http://schemas.openxmlformats.org/officeDocument/2006/relationships/customXml" Target="../ink/ink1956.xml"/><Relationship Id="rId206" Type="http://schemas.openxmlformats.org/officeDocument/2006/relationships/customXml" Target="../ink/ink1963.xml"/><Relationship Id="rId248" Type="http://schemas.openxmlformats.org/officeDocument/2006/relationships/customXml" Target="../ink/ink1984.xml"/><Relationship Id="rId12" Type="http://schemas.openxmlformats.org/officeDocument/2006/relationships/customXml" Target="../ink/ink1831.xml"/><Relationship Id="rId108" Type="http://schemas.openxmlformats.org/officeDocument/2006/relationships/customXml" Target="../ink/ink1881.xml"/><Relationship Id="rId315" Type="http://schemas.openxmlformats.org/officeDocument/2006/relationships/image" Target="../media/image512.png"/><Relationship Id="rId357" Type="http://schemas.openxmlformats.org/officeDocument/2006/relationships/customXml" Target="../ink/ink2059.xml"/><Relationship Id="rId54" Type="http://schemas.openxmlformats.org/officeDocument/2006/relationships/customXml" Target="../ink/ink1852.xml"/><Relationship Id="rId96" Type="http://schemas.openxmlformats.org/officeDocument/2006/relationships/customXml" Target="../ink/ink1875.xml"/><Relationship Id="rId161" Type="http://schemas.openxmlformats.org/officeDocument/2006/relationships/customXml" Target="../ink/ink1927.xml"/><Relationship Id="rId217" Type="http://schemas.openxmlformats.org/officeDocument/2006/relationships/image" Target="../media/image758.png"/><Relationship Id="rId259" Type="http://schemas.openxmlformats.org/officeDocument/2006/relationships/image" Target="../media/image484.png"/><Relationship Id="rId23" Type="http://schemas.openxmlformats.org/officeDocument/2006/relationships/image" Target="../media/image622.png"/><Relationship Id="rId119" Type="http://schemas.openxmlformats.org/officeDocument/2006/relationships/customXml" Target="../ink/ink1887.xml"/><Relationship Id="rId270" Type="http://schemas.openxmlformats.org/officeDocument/2006/relationships/customXml" Target="../ink/ink1995.xml"/><Relationship Id="rId326" Type="http://schemas.openxmlformats.org/officeDocument/2006/relationships/customXml" Target="../ink/ink2028.xml"/><Relationship Id="rId65" Type="http://schemas.openxmlformats.org/officeDocument/2006/relationships/image" Target="../media/image98.png"/><Relationship Id="rId130" Type="http://schemas.openxmlformats.org/officeDocument/2006/relationships/customXml" Target="../ink/ink1896.xml"/><Relationship Id="rId368" Type="http://schemas.openxmlformats.org/officeDocument/2006/relationships/customXml" Target="../ink/ink2070.xml"/><Relationship Id="rId172" Type="http://schemas.openxmlformats.org/officeDocument/2006/relationships/customXml" Target="../ink/ink1938.xml"/><Relationship Id="rId228" Type="http://schemas.openxmlformats.org/officeDocument/2006/relationships/customXml" Target="../ink/ink1974.xml"/><Relationship Id="rId281" Type="http://schemas.openxmlformats.org/officeDocument/2006/relationships/image" Target="../media/image495.png"/><Relationship Id="rId337" Type="http://schemas.openxmlformats.org/officeDocument/2006/relationships/customXml" Target="../ink/ink2039.xml"/><Relationship Id="rId34" Type="http://schemas.openxmlformats.org/officeDocument/2006/relationships/customXml" Target="../ink/ink1842.xml"/><Relationship Id="rId76" Type="http://schemas.openxmlformats.org/officeDocument/2006/relationships/customXml" Target="../ink/ink1864.xml"/><Relationship Id="rId141" Type="http://schemas.openxmlformats.org/officeDocument/2006/relationships/customXml" Target="../ink/ink1907.xml"/><Relationship Id="rId379" Type="http://schemas.openxmlformats.org/officeDocument/2006/relationships/customXml" Target="../ink/ink2081.xml"/><Relationship Id="rId7" Type="http://schemas.openxmlformats.org/officeDocument/2006/relationships/image" Target="../media/image611.png"/><Relationship Id="rId183" Type="http://schemas.openxmlformats.org/officeDocument/2006/relationships/customXml" Target="../ink/ink1949.xml"/><Relationship Id="rId239" Type="http://schemas.openxmlformats.org/officeDocument/2006/relationships/image" Target="../media/image769.png"/><Relationship Id="rId250" Type="http://schemas.openxmlformats.org/officeDocument/2006/relationships/customXml" Target="../ink/ink1985.xml"/><Relationship Id="rId292" Type="http://schemas.openxmlformats.org/officeDocument/2006/relationships/customXml" Target="../ink/ink2006.xml"/><Relationship Id="rId306" Type="http://schemas.openxmlformats.org/officeDocument/2006/relationships/customXml" Target="../ink/ink2013.xml"/><Relationship Id="rId45" Type="http://schemas.openxmlformats.org/officeDocument/2006/relationships/image" Target="../media/image639.png"/><Relationship Id="rId87" Type="http://schemas.openxmlformats.org/officeDocument/2006/relationships/customXml" Target="../ink/ink1870.xml"/><Relationship Id="rId110" Type="http://schemas.openxmlformats.org/officeDocument/2006/relationships/image" Target="../media/image670.png"/><Relationship Id="rId348" Type="http://schemas.openxmlformats.org/officeDocument/2006/relationships/customXml" Target="../ink/ink2050.xml"/><Relationship Id="rId152" Type="http://schemas.openxmlformats.org/officeDocument/2006/relationships/customXml" Target="../ink/ink1918.xml"/><Relationship Id="rId194" Type="http://schemas.openxmlformats.org/officeDocument/2006/relationships/customXml" Target="../ink/ink1957.xml"/><Relationship Id="rId208" Type="http://schemas.openxmlformats.org/officeDocument/2006/relationships/customXml" Target="../ink/ink1964.xml"/><Relationship Id="rId261" Type="http://schemas.openxmlformats.org/officeDocument/2006/relationships/image" Target="../media/image485.png"/><Relationship Id="rId14" Type="http://schemas.openxmlformats.org/officeDocument/2006/relationships/customXml" Target="../ink/ink1832.xml"/><Relationship Id="rId56" Type="http://schemas.openxmlformats.org/officeDocument/2006/relationships/customXml" Target="../ink/ink1853.xml"/><Relationship Id="rId317" Type="http://schemas.openxmlformats.org/officeDocument/2006/relationships/customXml" Target="../ink/ink2019.xml"/><Relationship Id="rId359" Type="http://schemas.openxmlformats.org/officeDocument/2006/relationships/customXml" Target="../ink/ink2061.xml"/><Relationship Id="rId98" Type="http://schemas.openxmlformats.org/officeDocument/2006/relationships/customXml" Target="../ink/ink1876.xml"/><Relationship Id="rId121" Type="http://schemas.openxmlformats.org/officeDocument/2006/relationships/customXml" Target="../ink/ink1888.xml"/><Relationship Id="rId163" Type="http://schemas.openxmlformats.org/officeDocument/2006/relationships/customXml" Target="../ink/ink1929.xml"/><Relationship Id="rId219" Type="http://schemas.openxmlformats.org/officeDocument/2006/relationships/image" Target="../media/image759.png"/><Relationship Id="rId370" Type="http://schemas.openxmlformats.org/officeDocument/2006/relationships/customXml" Target="../ink/ink2072.xml"/><Relationship Id="rId230" Type="http://schemas.openxmlformats.org/officeDocument/2006/relationships/customXml" Target="../ink/ink1975.xml"/><Relationship Id="rId25" Type="http://schemas.openxmlformats.org/officeDocument/2006/relationships/image" Target="../media/image623.png"/><Relationship Id="rId67" Type="http://schemas.openxmlformats.org/officeDocument/2006/relationships/image" Target="../media/image627.png"/><Relationship Id="rId272" Type="http://schemas.openxmlformats.org/officeDocument/2006/relationships/customXml" Target="../ink/ink1996.xml"/><Relationship Id="rId328" Type="http://schemas.openxmlformats.org/officeDocument/2006/relationships/customXml" Target="../ink/ink2030.xml"/><Relationship Id="rId132" Type="http://schemas.openxmlformats.org/officeDocument/2006/relationships/customXml" Target="../ink/ink1898.xml"/><Relationship Id="rId174" Type="http://schemas.openxmlformats.org/officeDocument/2006/relationships/customXml" Target="../ink/ink1940.xml"/><Relationship Id="rId241" Type="http://schemas.openxmlformats.org/officeDocument/2006/relationships/image" Target="../media/image770.png"/><Relationship Id="rId36" Type="http://schemas.openxmlformats.org/officeDocument/2006/relationships/customXml" Target="../ink/ink1843.xml"/><Relationship Id="rId283" Type="http://schemas.openxmlformats.org/officeDocument/2006/relationships/image" Target="../media/image496.png"/><Relationship Id="rId339" Type="http://schemas.openxmlformats.org/officeDocument/2006/relationships/customXml" Target="../ink/ink2041.xml"/><Relationship Id="rId78" Type="http://schemas.openxmlformats.org/officeDocument/2006/relationships/customXml" Target="../ink/ink1865.xml"/><Relationship Id="rId101" Type="http://schemas.openxmlformats.org/officeDocument/2006/relationships/image" Target="../media/image632.png"/><Relationship Id="rId143" Type="http://schemas.openxmlformats.org/officeDocument/2006/relationships/customXml" Target="../ink/ink1909.xml"/><Relationship Id="rId185" Type="http://schemas.openxmlformats.org/officeDocument/2006/relationships/customXml" Target="../ink/ink1951.xml"/><Relationship Id="rId350" Type="http://schemas.openxmlformats.org/officeDocument/2006/relationships/customXml" Target="../ink/ink2052.xml"/><Relationship Id="rId9" Type="http://schemas.openxmlformats.org/officeDocument/2006/relationships/image" Target="../media/image612.png"/><Relationship Id="rId210" Type="http://schemas.openxmlformats.org/officeDocument/2006/relationships/customXml" Target="../ink/ink1965.xml"/><Relationship Id="rId26" Type="http://schemas.openxmlformats.org/officeDocument/2006/relationships/customXml" Target="../ink/ink1838.xml"/><Relationship Id="rId231" Type="http://schemas.openxmlformats.org/officeDocument/2006/relationships/image" Target="../media/image765.png"/><Relationship Id="rId252" Type="http://schemas.openxmlformats.org/officeDocument/2006/relationships/customXml" Target="../ink/ink1986.xml"/><Relationship Id="rId273" Type="http://schemas.openxmlformats.org/officeDocument/2006/relationships/image" Target="../media/image491.png"/><Relationship Id="rId294" Type="http://schemas.openxmlformats.org/officeDocument/2006/relationships/customXml" Target="../ink/ink2007.xml"/><Relationship Id="rId308" Type="http://schemas.openxmlformats.org/officeDocument/2006/relationships/customXml" Target="../ink/ink2014.xml"/><Relationship Id="rId329" Type="http://schemas.openxmlformats.org/officeDocument/2006/relationships/customXml" Target="../ink/ink2031.xml"/><Relationship Id="rId47" Type="http://schemas.openxmlformats.org/officeDocument/2006/relationships/image" Target="../media/image640.png"/><Relationship Id="rId68" Type="http://schemas.openxmlformats.org/officeDocument/2006/relationships/customXml" Target="../ink/ink1859.xml"/><Relationship Id="rId89" Type="http://schemas.openxmlformats.org/officeDocument/2006/relationships/image" Target="../media/image663.png"/><Relationship Id="rId112" Type="http://schemas.openxmlformats.org/officeDocument/2006/relationships/image" Target="../media/image671.png"/><Relationship Id="rId133" Type="http://schemas.openxmlformats.org/officeDocument/2006/relationships/customXml" Target="../ink/ink1899.xml"/><Relationship Id="rId154" Type="http://schemas.openxmlformats.org/officeDocument/2006/relationships/customXml" Target="../ink/ink1920.xml"/><Relationship Id="rId175" Type="http://schemas.openxmlformats.org/officeDocument/2006/relationships/customXml" Target="../ink/ink1941.xml"/><Relationship Id="rId340" Type="http://schemas.openxmlformats.org/officeDocument/2006/relationships/customXml" Target="../ink/ink2042.xml"/><Relationship Id="rId361" Type="http://schemas.openxmlformats.org/officeDocument/2006/relationships/customXml" Target="../ink/ink2063.xml"/><Relationship Id="rId196" Type="http://schemas.openxmlformats.org/officeDocument/2006/relationships/customXml" Target="../ink/ink1958.xml"/><Relationship Id="rId200" Type="http://schemas.openxmlformats.org/officeDocument/2006/relationships/customXml" Target="../ink/ink1960.xml"/><Relationship Id="rId16" Type="http://schemas.openxmlformats.org/officeDocument/2006/relationships/customXml" Target="../ink/ink1833.xml"/><Relationship Id="rId221" Type="http://schemas.openxmlformats.org/officeDocument/2006/relationships/image" Target="../media/image760.png"/><Relationship Id="rId242" Type="http://schemas.openxmlformats.org/officeDocument/2006/relationships/customXml" Target="../ink/ink1981.xml"/><Relationship Id="rId263" Type="http://schemas.openxmlformats.org/officeDocument/2006/relationships/image" Target="../media/image486.png"/><Relationship Id="rId284" Type="http://schemas.openxmlformats.org/officeDocument/2006/relationships/customXml" Target="../ink/ink2002.xml"/><Relationship Id="rId319" Type="http://schemas.openxmlformats.org/officeDocument/2006/relationships/customXml" Target="../ink/ink2021.xml"/><Relationship Id="rId37" Type="http://schemas.openxmlformats.org/officeDocument/2006/relationships/image" Target="../media/image624.png"/><Relationship Id="rId58" Type="http://schemas.openxmlformats.org/officeDocument/2006/relationships/customXml" Target="../ink/ink1854.xml"/><Relationship Id="rId79" Type="http://schemas.openxmlformats.org/officeDocument/2006/relationships/image" Target="../media/image658.png"/><Relationship Id="rId102" Type="http://schemas.openxmlformats.org/officeDocument/2006/relationships/customXml" Target="../ink/ink1878.xml"/><Relationship Id="rId123" Type="http://schemas.openxmlformats.org/officeDocument/2006/relationships/customXml" Target="../ink/ink1889.xml"/><Relationship Id="rId144" Type="http://schemas.openxmlformats.org/officeDocument/2006/relationships/customXml" Target="../ink/ink1910.xml"/><Relationship Id="rId330" Type="http://schemas.openxmlformats.org/officeDocument/2006/relationships/customXml" Target="../ink/ink2032.xml"/><Relationship Id="rId90" Type="http://schemas.openxmlformats.org/officeDocument/2006/relationships/customXml" Target="../ink/ink1872.xml"/><Relationship Id="rId165" Type="http://schemas.openxmlformats.org/officeDocument/2006/relationships/customXml" Target="../ink/ink1931.xml"/><Relationship Id="rId186" Type="http://schemas.openxmlformats.org/officeDocument/2006/relationships/customXml" Target="../ink/ink1952.xml"/><Relationship Id="rId351" Type="http://schemas.openxmlformats.org/officeDocument/2006/relationships/customXml" Target="../ink/ink2053.xml"/><Relationship Id="rId372" Type="http://schemas.openxmlformats.org/officeDocument/2006/relationships/customXml" Target="../ink/ink2074.xml"/><Relationship Id="rId211" Type="http://schemas.openxmlformats.org/officeDocument/2006/relationships/image" Target="../media/image755.png"/><Relationship Id="rId232" Type="http://schemas.openxmlformats.org/officeDocument/2006/relationships/customXml" Target="../ink/ink1976.xml"/><Relationship Id="rId253" Type="http://schemas.openxmlformats.org/officeDocument/2006/relationships/image" Target="../media/image481.png"/><Relationship Id="rId274" Type="http://schemas.openxmlformats.org/officeDocument/2006/relationships/customXml" Target="../ink/ink1997.xml"/><Relationship Id="rId295" Type="http://schemas.openxmlformats.org/officeDocument/2006/relationships/image" Target="../media/image502.png"/><Relationship Id="rId309" Type="http://schemas.openxmlformats.org/officeDocument/2006/relationships/image" Target="../media/image509.png"/><Relationship Id="rId27" Type="http://schemas.openxmlformats.org/officeDocument/2006/relationships/image" Target="../media/image633.png"/><Relationship Id="rId48" Type="http://schemas.openxmlformats.org/officeDocument/2006/relationships/customXml" Target="../ink/ink1849.xml"/><Relationship Id="rId69" Type="http://schemas.openxmlformats.org/officeDocument/2006/relationships/image" Target="../media/image628.png"/><Relationship Id="rId113" Type="http://schemas.openxmlformats.org/officeDocument/2006/relationships/customXml" Target="../ink/ink1884.xml"/><Relationship Id="rId134" Type="http://schemas.openxmlformats.org/officeDocument/2006/relationships/customXml" Target="../ink/ink1900.xml"/><Relationship Id="rId320" Type="http://schemas.openxmlformats.org/officeDocument/2006/relationships/customXml" Target="../ink/ink2022.xml"/><Relationship Id="rId80" Type="http://schemas.openxmlformats.org/officeDocument/2006/relationships/customXml" Target="../ink/ink1866.xml"/><Relationship Id="rId155" Type="http://schemas.openxmlformats.org/officeDocument/2006/relationships/customXml" Target="../ink/ink1921.xml"/><Relationship Id="rId176" Type="http://schemas.openxmlformats.org/officeDocument/2006/relationships/customXml" Target="../ink/ink1942.xml"/><Relationship Id="rId197" Type="http://schemas.openxmlformats.org/officeDocument/2006/relationships/image" Target="../media/image748.png"/><Relationship Id="rId341" Type="http://schemas.openxmlformats.org/officeDocument/2006/relationships/customXml" Target="../ink/ink2043.xml"/><Relationship Id="rId362" Type="http://schemas.openxmlformats.org/officeDocument/2006/relationships/customXml" Target="../ink/ink2064.xml"/><Relationship Id="rId201" Type="http://schemas.openxmlformats.org/officeDocument/2006/relationships/image" Target="../media/image750.png"/><Relationship Id="rId222" Type="http://schemas.openxmlformats.org/officeDocument/2006/relationships/customXml" Target="../ink/ink1971.xml"/><Relationship Id="rId243" Type="http://schemas.openxmlformats.org/officeDocument/2006/relationships/image" Target="../media/image771.png"/><Relationship Id="rId264" Type="http://schemas.openxmlformats.org/officeDocument/2006/relationships/customXml" Target="../ink/ink1992.xml"/><Relationship Id="rId285" Type="http://schemas.openxmlformats.org/officeDocument/2006/relationships/image" Target="../media/image497.png"/><Relationship Id="rId17" Type="http://schemas.openxmlformats.org/officeDocument/2006/relationships/image" Target="../media/image616.png"/><Relationship Id="rId38" Type="http://schemas.openxmlformats.org/officeDocument/2006/relationships/customXml" Target="../ink/ink1844.xml"/><Relationship Id="rId59" Type="http://schemas.openxmlformats.org/officeDocument/2006/relationships/image" Target="../media/image648.png"/><Relationship Id="rId103" Type="http://schemas.openxmlformats.org/officeDocument/2006/relationships/image" Target="../media/image667.png"/><Relationship Id="rId124" Type="http://schemas.openxmlformats.org/officeDocument/2006/relationships/customXml" Target="../ink/ink1890.xml"/><Relationship Id="rId310" Type="http://schemas.openxmlformats.org/officeDocument/2006/relationships/customXml" Target="../ink/ink2015.xml"/><Relationship Id="rId70" Type="http://schemas.openxmlformats.org/officeDocument/2006/relationships/customXml" Target="../ink/ink1860.xml"/><Relationship Id="rId91" Type="http://schemas.openxmlformats.org/officeDocument/2006/relationships/image" Target="../media/image109.png"/><Relationship Id="rId145" Type="http://schemas.openxmlformats.org/officeDocument/2006/relationships/customXml" Target="../ink/ink1911.xml"/><Relationship Id="rId166" Type="http://schemas.openxmlformats.org/officeDocument/2006/relationships/customXml" Target="../ink/ink1932.xml"/><Relationship Id="rId187" Type="http://schemas.openxmlformats.org/officeDocument/2006/relationships/customXml" Target="../ink/ink1953.xml"/><Relationship Id="rId331" Type="http://schemas.openxmlformats.org/officeDocument/2006/relationships/customXml" Target="../ink/ink2033.xml"/><Relationship Id="rId352" Type="http://schemas.openxmlformats.org/officeDocument/2006/relationships/customXml" Target="../ink/ink2054.xml"/><Relationship Id="rId373" Type="http://schemas.openxmlformats.org/officeDocument/2006/relationships/customXml" Target="../ink/ink2075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66.xml"/><Relationship Id="rId233" Type="http://schemas.openxmlformats.org/officeDocument/2006/relationships/image" Target="../media/image766.png"/><Relationship Id="rId254" Type="http://schemas.openxmlformats.org/officeDocument/2006/relationships/customXml" Target="../ink/ink1987.xml"/><Relationship Id="rId28" Type="http://schemas.openxmlformats.org/officeDocument/2006/relationships/customXml" Target="../ink/ink1839.xml"/><Relationship Id="rId49" Type="http://schemas.openxmlformats.org/officeDocument/2006/relationships/image" Target="../media/image641.png"/><Relationship Id="rId114" Type="http://schemas.openxmlformats.org/officeDocument/2006/relationships/image" Target="../media/image672.png"/><Relationship Id="rId275" Type="http://schemas.openxmlformats.org/officeDocument/2006/relationships/image" Target="../media/image492.png"/><Relationship Id="rId296" Type="http://schemas.openxmlformats.org/officeDocument/2006/relationships/customXml" Target="../ink/ink2008.xml"/><Relationship Id="rId300" Type="http://schemas.openxmlformats.org/officeDocument/2006/relationships/customXml" Target="../ink/ink2010.xml"/><Relationship Id="rId60" Type="http://schemas.openxmlformats.org/officeDocument/2006/relationships/customXml" Target="../ink/ink1855.xml"/><Relationship Id="rId81" Type="http://schemas.openxmlformats.org/officeDocument/2006/relationships/customXml" Target="../ink/ink1867.xml"/><Relationship Id="rId135" Type="http://schemas.openxmlformats.org/officeDocument/2006/relationships/customXml" Target="../ink/ink1901.xml"/><Relationship Id="rId156" Type="http://schemas.openxmlformats.org/officeDocument/2006/relationships/customXml" Target="../ink/ink1922.xml"/><Relationship Id="rId177" Type="http://schemas.openxmlformats.org/officeDocument/2006/relationships/customXml" Target="../ink/ink1943.xml"/><Relationship Id="rId198" Type="http://schemas.openxmlformats.org/officeDocument/2006/relationships/customXml" Target="../ink/ink1959.xml"/><Relationship Id="rId321" Type="http://schemas.openxmlformats.org/officeDocument/2006/relationships/customXml" Target="../ink/ink2023.xml"/><Relationship Id="rId342" Type="http://schemas.openxmlformats.org/officeDocument/2006/relationships/customXml" Target="../ink/ink2044.xml"/><Relationship Id="rId363" Type="http://schemas.openxmlformats.org/officeDocument/2006/relationships/customXml" Target="../ink/ink2065.xml"/><Relationship Id="rId202" Type="http://schemas.openxmlformats.org/officeDocument/2006/relationships/customXml" Target="../ink/ink1961.xml"/><Relationship Id="rId223" Type="http://schemas.openxmlformats.org/officeDocument/2006/relationships/image" Target="../media/image761.png"/><Relationship Id="rId244" Type="http://schemas.openxmlformats.org/officeDocument/2006/relationships/customXml" Target="../ink/ink1982.xml"/><Relationship Id="rId18" Type="http://schemas.openxmlformats.org/officeDocument/2006/relationships/customXml" Target="../ink/ink1834.xml"/><Relationship Id="rId39" Type="http://schemas.openxmlformats.org/officeDocument/2006/relationships/image" Target="../media/image625.png"/><Relationship Id="rId265" Type="http://schemas.openxmlformats.org/officeDocument/2006/relationships/image" Target="../media/image487.png"/><Relationship Id="rId286" Type="http://schemas.openxmlformats.org/officeDocument/2006/relationships/customXml" Target="../ink/ink2003.xml"/><Relationship Id="rId50" Type="http://schemas.openxmlformats.org/officeDocument/2006/relationships/customXml" Target="../ink/ink1850.xml"/><Relationship Id="rId104" Type="http://schemas.openxmlformats.org/officeDocument/2006/relationships/customXml" Target="../ink/ink1879.xml"/><Relationship Id="rId125" Type="http://schemas.openxmlformats.org/officeDocument/2006/relationships/customXml" Target="../ink/ink1891.xml"/><Relationship Id="rId146" Type="http://schemas.openxmlformats.org/officeDocument/2006/relationships/customXml" Target="../ink/ink1912.xml"/><Relationship Id="rId167" Type="http://schemas.openxmlformats.org/officeDocument/2006/relationships/customXml" Target="../ink/ink1933.xml"/><Relationship Id="rId188" Type="http://schemas.openxmlformats.org/officeDocument/2006/relationships/customXml" Target="../ink/ink1954.xml"/><Relationship Id="rId311" Type="http://schemas.openxmlformats.org/officeDocument/2006/relationships/image" Target="../media/image510.png"/><Relationship Id="rId332" Type="http://schemas.openxmlformats.org/officeDocument/2006/relationships/customXml" Target="../ink/ink2034.xml"/><Relationship Id="rId353" Type="http://schemas.openxmlformats.org/officeDocument/2006/relationships/customXml" Target="../ink/ink2055.xml"/><Relationship Id="rId374" Type="http://schemas.openxmlformats.org/officeDocument/2006/relationships/customXml" Target="../ink/ink2076.xml"/><Relationship Id="rId71" Type="http://schemas.openxmlformats.org/officeDocument/2006/relationships/image" Target="../media/image655.png"/><Relationship Id="rId92" Type="http://schemas.openxmlformats.org/officeDocument/2006/relationships/customXml" Target="../ink/ink1873.xml"/><Relationship Id="rId213" Type="http://schemas.openxmlformats.org/officeDocument/2006/relationships/image" Target="../media/image756.png"/><Relationship Id="rId234" Type="http://schemas.openxmlformats.org/officeDocument/2006/relationships/customXml" Target="../ink/ink1977.xml"/><Relationship Id="rId2" Type="http://schemas.openxmlformats.org/officeDocument/2006/relationships/customXml" Target="../ink/ink1826.xml"/><Relationship Id="rId29" Type="http://schemas.openxmlformats.org/officeDocument/2006/relationships/image" Target="../media/image348.png"/><Relationship Id="rId255" Type="http://schemas.openxmlformats.org/officeDocument/2006/relationships/image" Target="../media/image482.png"/><Relationship Id="rId276" Type="http://schemas.openxmlformats.org/officeDocument/2006/relationships/customXml" Target="../ink/ink1998.xml"/><Relationship Id="rId297" Type="http://schemas.openxmlformats.org/officeDocument/2006/relationships/image" Target="../media/image503.png"/><Relationship Id="rId40" Type="http://schemas.openxmlformats.org/officeDocument/2006/relationships/customXml" Target="../ink/ink1845.xml"/><Relationship Id="rId115" Type="http://schemas.openxmlformats.org/officeDocument/2006/relationships/customXml" Target="../ink/ink1885.xml"/><Relationship Id="rId136" Type="http://schemas.openxmlformats.org/officeDocument/2006/relationships/customXml" Target="../ink/ink1902.xml"/><Relationship Id="rId157" Type="http://schemas.openxmlformats.org/officeDocument/2006/relationships/customXml" Target="../ink/ink1923.xml"/><Relationship Id="rId178" Type="http://schemas.openxmlformats.org/officeDocument/2006/relationships/customXml" Target="../ink/ink1944.xml"/><Relationship Id="rId301" Type="http://schemas.openxmlformats.org/officeDocument/2006/relationships/image" Target="../media/image505.png"/><Relationship Id="rId322" Type="http://schemas.openxmlformats.org/officeDocument/2006/relationships/customXml" Target="../ink/ink2024.xml"/><Relationship Id="rId343" Type="http://schemas.openxmlformats.org/officeDocument/2006/relationships/customXml" Target="../ink/ink2045.xml"/><Relationship Id="rId364" Type="http://schemas.openxmlformats.org/officeDocument/2006/relationships/customXml" Target="../ink/ink2066.xml"/><Relationship Id="rId61" Type="http://schemas.openxmlformats.org/officeDocument/2006/relationships/image" Target="../media/image649.png"/><Relationship Id="rId82" Type="http://schemas.openxmlformats.org/officeDocument/2006/relationships/image" Target="../media/image659.png"/><Relationship Id="rId199" Type="http://schemas.openxmlformats.org/officeDocument/2006/relationships/image" Target="../media/image749.png"/><Relationship Id="rId203" Type="http://schemas.openxmlformats.org/officeDocument/2006/relationships/image" Target="../media/image751.png"/><Relationship Id="rId19" Type="http://schemas.openxmlformats.org/officeDocument/2006/relationships/image" Target="../media/image617.png"/><Relationship Id="rId224" Type="http://schemas.openxmlformats.org/officeDocument/2006/relationships/customXml" Target="../ink/ink1972.xml"/><Relationship Id="rId245" Type="http://schemas.openxmlformats.org/officeDocument/2006/relationships/image" Target="../media/image772.png"/><Relationship Id="rId266" Type="http://schemas.openxmlformats.org/officeDocument/2006/relationships/customXml" Target="../ink/ink1993.xml"/><Relationship Id="rId287" Type="http://schemas.openxmlformats.org/officeDocument/2006/relationships/image" Target="../media/image498.png"/><Relationship Id="rId30" Type="http://schemas.openxmlformats.org/officeDocument/2006/relationships/customXml" Target="../ink/ink1840.xml"/><Relationship Id="rId105" Type="http://schemas.openxmlformats.org/officeDocument/2006/relationships/image" Target="../media/image668.png"/><Relationship Id="rId126" Type="http://schemas.openxmlformats.org/officeDocument/2006/relationships/customXml" Target="../ink/ink1892.xml"/><Relationship Id="rId147" Type="http://schemas.openxmlformats.org/officeDocument/2006/relationships/customXml" Target="../ink/ink1913.xml"/><Relationship Id="rId168" Type="http://schemas.openxmlformats.org/officeDocument/2006/relationships/customXml" Target="../ink/ink1934.xml"/><Relationship Id="rId312" Type="http://schemas.openxmlformats.org/officeDocument/2006/relationships/customXml" Target="../ink/ink2016.xml"/><Relationship Id="rId333" Type="http://schemas.openxmlformats.org/officeDocument/2006/relationships/customXml" Target="../ink/ink2035.xml"/><Relationship Id="rId354" Type="http://schemas.openxmlformats.org/officeDocument/2006/relationships/customXml" Target="../ink/ink2056.xml"/><Relationship Id="rId51" Type="http://schemas.openxmlformats.org/officeDocument/2006/relationships/image" Target="../media/image644.png"/><Relationship Id="rId72" Type="http://schemas.openxmlformats.org/officeDocument/2006/relationships/customXml" Target="../ink/ink1861.xml"/><Relationship Id="rId93" Type="http://schemas.openxmlformats.org/officeDocument/2006/relationships/image" Target="../media/image665.png"/><Relationship Id="rId189" Type="http://schemas.openxmlformats.org/officeDocument/2006/relationships/image" Target="../media/image744.png"/><Relationship Id="rId375" Type="http://schemas.openxmlformats.org/officeDocument/2006/relationships/customXml" Target="../ink/ink2077.xml"/><Relationship Id="rId3" Type="http://schemas.openxmlformats.org/officeDocument/2006/relationships/image" Target="../media/image609.png"/><Relationship Id="rId214" Type="http://schemas.openxmlformats.org/officeDocument/2006/relationships/customXml" Target="../ink/ink1967.xml"/><Relationship Id="rId235" Type="http://schemas.openxmlformats.org/officeDocument/2006/relationships/image" Target="../media/image767.png"/><Relationship Id="rId256" Type="http://schemas.openxmlformats.org/officeDocument/2006/relationships/customXml" Target="../ink/ink1988.xml"/><Relationship Id="rId277" Type="http://schemas.openxmlformats.org/officeDocument/2006/relationships/image" Target="../media/image493.png"/><Relationship Id="rId298" Type="http://schemas.openxmlformats.org/officeDocument/2006/relationships/customXml" Target="../ink/ink2009.xml"/><Relationship Id="rId116" Type="http://schemas.openxmlformats.org/officeDocument/2006/relationships/image" Target="../media/image673.png"/><Relationship Id="rId137" Type="http://schemas.openxmlformats.org/officeDocument/2006/relationships/customXml" Target="../ink/ink1903.xml"/><Relationship Id="rId158" Type="http://schemas.openxmlformats.org/officeDocument/2006/relationships/customXml" Target="../ink/ink1924.xml"/><Relationship Id="rId302" Type="http://schemas.openxmlformats.org/officeDocument/2006/relationships/customXml" Target="../ink/ink2011.xml"/><Relationship Id="rId323" Type="http://schemas.openxmlformats.org/officeDocument/2006/relationships/customXml" Target="../ink/ink2025.xml"/><Relationship Id="rId344" Type="http://schemas.openxmlformats.org/officeDocument/2006/relationships/customXml" Target="../ink/ink2046.xml"/><Relationship Id="rId20" Type="http://schemas.openxmlformats.org/officeDocument/2006/relationships/customXml" Target="../ink/ink1835.xml"/><Relationship Id="rId41" Type="http://schemas.openxmlformats.org/officeDocument/2006/relationships/image" Target="../media/image626.png"/><Relationship Id="rId62" Type="http://schemas.openxmlformats.org/officeDocument/2006/relationships/customXml" Target="../ink/ink1856.xml"/><Relationship Id="rId83" Type="http://schemas.openxmlformats.org/officeDocument/2006/relationships/customXml" Target="../ink/ink1868.xml"/><Relationship Id="rId179" Type="http://schemas.openxmlformats.org/officeDocument/2006/relationships/customXml" Target="../ink/ink1945.xml"/><Relationship Id="rId365" Type="http://schemas.openxmlformats.org/officeDocument/2006/relationships/customXml" Target="../ink/ink2067.xml"/><Relationship Id="rId190" Type="http://schemas.openxmlformats.org/officeDocument/2006/relationships/customXml" Target="../ink/ink1955.xml"/><Relationship Id="rId204" Type="http://schemas.openxmlformats.org/officeDocument/2006/relationships/customXml" Target="../ink/ink1962.xml"/><Relationship Id="rId225" Type="http://schemas.openxmlformats.org/officeDocument/2006/relationships/image" Target="../media/image762.png"/><Relationship Id="rId246" Type="http://schemas.openxmlformats.org/officeDocument/2006/relationships/customXml" Target="../ink/ink1983.xml"/><Relationship Id="rId267" Type="http://schemas.openxmlformats.org/officeDocument/2006/relationships/image" Target="../media/image488.png"/><Relationship Id="rId288" Type="http://schemas.openxmlformats.org/officeDocument/2006/relationships/customXml" Target="../ink/ink2004.xml"/><Relationship Id="rId106" Type="http://schemas.openxmlformats.org/officeDocument/2006/relationships/customXml" Target="../ink/ink1880.xml"/><Relationship Id="rId127" Type="http://schemas.openxmlformats.org/officeDocument/2006/relationships/customXml" Target="../ink/ink1893.xml"/><Relationship Id="rId313" Type="http://schemas.openxmlformats.org/officeDocument/2006/relationships/image" Target="../media/image511.png"/><Relationship Id="rId10" Type="http://schemas.openxmlformats.org/officeDocument/2006/relationships/customXml" Target="../ink/ink1830.xml"/><Relationship Id="rId31" Type="http://schemas.openxmlformats.org/officeDocument/2006/relationships/image" Target="../media/image636.png"/><Relationship Id="rId52" Type="http://schemas.openxmlformats.org/officeDocument/2006/relationships/customXml" Target="../ink/ink1851.xml"/><Relationship Id="rId73" Type="http://schemas.openxmlformats.org/officeDocument/2006/relationships/customXml" Target="../ink/ink1862.xml"/><Relationship Id="rId94" Type="http://schemas.openxmlformats.org/officeDocument/2006/relationships/customXml" Target="../ink/ink1874.xml"/><Relationship Id="rId148" Type="http://schemas.openxmlformats.org/officeDocument/2006/relationships/customXml" Target="../ink/ink1914.xml"/><Relationship Id="rId169" Type="http://schemas.openxmlformats.org/officeDocument/2006/relationships/customXml" Target="../ink/ink1935.xml"/><Relationship Id="rId334" Type="http://schemas.openxmlformats.org/officeDocument/2006/relationships/customXml" Target="../ink/ink2036.xml"/><Relationship Id="rId355" Type="http://schemas.openxmlformats.org/officeDocument/2006/relationships/customXml" Target="../ink/ink2057.xml"/><Relationship Id="rId376" Type="http://schemas.openxmlformats.org/officeDocument/2006/relationships/customXml" Target="../ink/ink2078.xml"/><Relationship Id="rId4" Type="http://schemas.openxmlformats.org/officeDocument/2006/relationships/customXml" Target="../ink/ink1827.xml"/><Relationship Id="rId180" Type="http://schemas.openxmlformats.org/officeDocument/2006/relationships/customXml" Target="../ink/ink1946.xml"/><Relationship Id="rId215" Type="http://schemas.openxmlformats.org/officeDocument/2006/relationships/image" Target="../media/image757.png"/><Relationship Id="rId236" Type="http://schemas.openxmlformats.org/officeDocument/2006/relationships/customXml" Target="../ink/ink1978.xml"/><Relationship Id="rId257" Type="http://schemas.openxmlformats.org/officeDocument/2006/relationships/image" Target="../media/image483.png"/><Relationship Id="rId278" Type="http://schemas.openxmlformats.org/officeDocument/2006/relationships/customXml" Target="../ink/ink1999.xml"/><Relationship Id="rId303" Type="http://schemas.openxmlformats.org/officeDocument/2006/relationships/image" Target="../media/image506.png"/><Relationship Id="rId42" Type="http://schemas.openxmlformats.org/officeDocument/2006/relationships/customXml" Target="../ink/ink1846.xml"/><Relationship Id="rId84" Type="http://schemas.openxmlformats.org/officeDocument/2006/relationships/image" Target="../media/image105.png"/><Relationship Id="rId138" Type="http://schemas.openxmlformats.org/officeDocument/2006/relationships/customXml" Target="../ink/ink1904.xml"/><Relationship Id="rId345" Type="http://schemas.openxmlformats.org/officeDocument/2006/relationships/customXml" Target="../ink/ink2047.xml"/><Relationship Id="rId191" Type="http://schemas.openxmlformats.org/officeDocument/2006/relationships/image" Target="../media/image745.png"/><Relationship Id="rId205" Type="http://schemas.openxmlformats.org/officeDocument/2006/relationships/image" Target="../media/image752.png"/><Relationship Id="rId247" Type="http://schemas.openxmlformats.org/officeDocument/2006/relationships/image" Target="../media/image773.png"/><Relationship Id="rId107" Type="http://schemas.openxmlformats.org/officeDocument/2006/relationships/image" Target="../media/image669.png"/><Relationship Id="rId289" Type="http://schemas.openxmlformats.org/officeDocument/2006/relationships/image" Target="../media/image499.png"/><Relationship Id="rId11" Type="http://schemas.openxmlformats.org/officeDocument/2006/relationships/image" Target="../media/image613.png"/><Relationship Id="rId53" Type="http://schemas.openxmlformats.org/officeDocument/2006/relationships/image" Target="../media/image645.png"/><Relationship Id="rId149" Type="http://schemas.openxmlformats.org/officeDocument/2006/relationships/customXml" Target="../ink/ink1915.xml"/><Relationship Id="rId314" Type="http://schemas.openxmlformats.org/officeDocument/2006/relationships/customXml" Target="../ink/ink2017.xml"/><Relationship Id="rId356" Type="http://schemas.openxmlformats.org/officeDocument/2006/relationships/customXml" Target="../ink/ink2058.xml"/><Relationship Id="rId95" Type="http://schemas.openxmlformats.org/officeDocument/2006/relationships/image" Target="../media/image629.png"/><Relationship Id="rId160" Type="http://schemas.openxmlformats.org/officeDocument/2006/relationships/customXml" Target="../ink/ink1926.xml"/><Relationship Id="rId216" Type="http://schemas.openxmlformats.org/officeDocument/2006/relationships/customXml" Target="../ink/ink1968.xml"/><Relationship Id="rId258" Type="http://schemas.openxmlformats.org/officeDocument/2006/relationships/customXml" Target="../ink/ink1989.xml"/><Relationship Id="rId22" Type="http://schemas.openxmlformats.org/officeDocument/2006/relationships/customXml" Target="../ink/ink1836.xml"/><Relationship Id="rId64" Type="http://schemas.openxmlformats.org/officeDocument/2006/relationships/customXml" Target="../ink/ink1857.xml"/><Relationship Id="rId118" Type="http://schemas.openxmlformats.org/officeDocument/2006/relationships/image" Target="../media/image675.png"/><Relationship Id="rId325" Type="http://schemas.openxmlformats.org/officeDocument/2006/relationships/customXml" Target="../ink/ink2027.xml"/><Relationship Id="rId367" Type="http://schemas.openxmlformats.org/officeDocument/2006/relationships/customXml" Target="../ink/ink2069.xml"/><Relationship Id="rId171" Type="http://schemas.openxmlformats.org/officeDocument/2006/relationships/customXml" Target="../ink/ink1937.xml"/><Relationship Id="rId227" Type="http://schemas.openxmlformats.org/officeDocument/2006/relationships/image" Target="../media/image763.png"/><Relationship Id="rId269" Type="http://schemas.openxmlformats.org/officeDocument/2006/relationships/image" Target="../media/image489.png"/><Relationship Id="rId33" Type="http://schemas.openxmlformats.org/officeDocument/2006/relationships/image" Target="../media/image637.png"/><Relationship Id="rId129" Type="http://schemas.openxmlformats.org/officeDocument/2006/relationships/customXml" Target="../ink/ink1895.xml"/><Relationship Id="rId280" Type="http://schemas.openxmlformats.org/officeDocument/2006/relationships/customXml" Target="../ink/ink2000.xml"/><Relationship Id="rId336" Type="http://schemas.openxmlformats.org/officeDocument/2006/relationships/customXml" Target="../ink/ink2038.xml"/><Relationship Id="rId75" Type="http://schemas.openxmlformats.org/officeDocument/2006/relationships/customXml" Target="../ink/ink1863.xml"/><Relationship Id="rId140" Type="http://schemas.openxmlformats.org/officeDocument/2006/relationships/customXml" Target="../ink/ink1906.xml"/><Relationship Id="rId182" Type="http://schemas.openxmlformats.org/officeDocument/2006/relationships/customXml" Target="../ink/ink1948.xml"/><Relationship Id="rId378" Type="http://schemas.openxmlformats.org/officeDocument/2006/relationships/customXml" Target="../ink/ink2080.xml"/><Relationship Id="rId6" Type="http://schemas.openxmlformats.org/officeDocument/2006/relationships/customXml" Target="../ink/ink1828.xml"/><Relationship Id="rId238" Type="http://schemas.openxmlformats.org/officeDocument/2006/relationships/customXml" Target="../ink/ink1979.xml"/><Relationship Id="rId291" Type="http://schemas.openxmlformats.org/officeDocument/2006/relationships/image" Target="../media/image500.png"/><Relationship Id="rId305" Type="http://schemas.openxmlformats.org/officeDocument/2006/relationships/image" Target="../media/image507.png"/><Relationship Id="rId347" Type="http://schemas.openxmlformats.org/officeDocument/2006/relationships/customXml" Target="../ink/ink2049.xml"/><Relationship Id="rId44" Type="http://schemas.openxmlformats.org/officeDocument/2006/relationships/customXml" Target="../ink/ink1847.xml"/><Relationship Id="rId86" Type="http://schemas.openxmlformats.org/officeDocument/2006/relationships/image" Target="../media/image660.png"/><Relationship Id="rId151" Type="http://schemas.openxmlformats.org/officeDocument/2006/relationships/customXml" Target="../ink/ink1917.xml"/><Relationship Id="rId193" Type="http://schemas.openxmlformats.org/officeDocument/2006/relationships/image" Target="../media/image746.png"/><Relationship Id="rId207" Type="http://schemas.openxmlformats.org/officeDocument/2006/relationships/image" Target="../media/image753.png"/><Relationship Id="rId249" Type="http://schemas.openxmlformats.org/officeDocument/2006/relationships/image" Target="../media/image774.png"/><Relationship Id="rId13" Type="http://schemas.openxmlformats.org/officeDocument/2006/relationships/image" Target="../media/image614.png"/><Relationship Id="rId109" Type="http://schemas.openxmlformats.org/officeDocument/2006/relationships/customXml" Target="../ink/ink1882.xml"/><Relationship Id="rId260" Type="http://schemas.openxmlformats.org/officeDocument/2006/relationships/customXml" Target="../ink/ink1990.xml"/><Relationship Id="rId316" Type="http://schemas.openxmlformats.org/officeDocument/2006/relationships/customXml" Target="../ink/ink2018.xml"/><Relationship Id="rId55" Type="http://schemas.openxmlformats.org/officeDocument/2006/relationships/image" Target="../media/image646.png"/><Relationship Id="rId97" Type="http://schemas.openxmlformats.org/officeDocument/2006/relationships/image" Target="../media/image630.png"/><Relationship Id="rId120" Type="http://schemas.openxmlformats.org/officeDocument/2006/relationships/image" Target="../media/image677.png"/><Relationship Id="rId358" Type="http://schemas.openxmlformats.org/officeDocument/2006/relationships/customXml" Target="../ink/ink2060.xml"/><Relationship Id="rId162" Type="http://schemas.openxmlformats.org/officeDocument/2006/relationships/customXml" Target="../ink/ink1928.xml"/><Relationship Id="rId218" Type="http://schemas.openxmlformats.org/officeDocument/2006/relationships/customXml" Target="../ink/ink1969.xml"/><Relationship Id="rId271" Type="http://schemas.openxmlformats.org/officeDocument/2006/relationships/image" Target="../media/image490.png"/><Relationship Id="rId24" Type="http://schemas.openxmlformats.org/officeDocument/2006/relationships/customXml" Target="../ink/ink1837.xml"/><Relationship Id="rId66" Type="http://schemas.openxmlformats.org/officeDocument/2006/relationships/customXml" Target="../ink/ink1858.xml"/><Relationship Id="rId131" Type="http://schemas.openxmlformats.org/officeDocument/2006/relationships/customXml" Target="../ink/ink1897.xml"/><Relationship Id="rId327" Type="http://schemas.openxmlformats.org/officeDocument/2006/relationships/customXml" Target="../ink/ink2029.xml"/><Relationship Id="rId369" Type="http://schemas.openxmlformats.org/officeDocument/2006/relationships/customXml" Target="../ink/ink2071.xml"/><Relationship Id="rId173" Type="http://schemas.openxmlformats.org/officeDocument/2006/relationships/customXml" Target="../ink/ink1939.xml"/><Relationship Id="rId229" Type="http://schemas.openxmlformats.org/officeDocument/2006/relationships/image" Target="../media/image764.png"/><Relationship Id="rId240" Type="http://schemas.openxmlformats.org/officeDocument/2006/relationships/customXml" Target="../ink/ink1980.xml"/><Relationship Id="rId35" Type="http://schemas.openxmlformats.org/officeDocument/2006/relationships/image" Target="../media/image421.png"/><Relationship Id="rId77" Type="http://schemas.openxmlformats.org/officeDocument/2006/relationships/image" Target="../media/image657.png"/><Relationship Id="rId100" Type="http://schemas.openxmlformats.org/officeDocument/2006/relationships/customXml" Target="../ink/ink1877.xml"/><Relationship Id="rId282" Type="http://schemas.openxmlformats.org/officeDocument/2006/relationships/customXml" Target="../ink/ink2001.xml"/><Relationship Id="rId338" Type="http://schemas.openxmlformats.org/officeDocument/2006/relationships/customXml" Target="../ink/ink2040.xml"/><Relationship Id="rId8" Type="http://schemas.openxmlformats.org/officeDocument/2006/relationships/customXml" Target="../ink/ink1829.xml"/><Relationship Id="rId142" Type="http://schemas.openxmlformats.org/officeDocument/2006/relationships/customXml" Target="../ink/ink1908.xml"/><Relationship Id="rId184" Type="http://schemas.openxmlformats.org/officeDocument/2006/relationships/customXml" Target="../ink/ink1950.xml"/><Relationship Id="rId251" Type="http://schemas.openxmlformats.org/officeDocument/2006/relationships/image" Target="../media/image775.png"/><Relationship Id="rId46" Type="http://schemas.openxmlformats.org/officeDocument/2006/relationships/customXml" Target="../ink/ink1848.xml"/><Relationship Id="rId293" Type="http://schemas.openxmlformats.org/officeDocument/2006/relationships/image" Target="../media/image501.png"/><Relationship Id="rId307" Type="http://schemas.openxmlformats.org/officeDocument/2006/relationships/image" Target="../media/image508.png"/><Relationship Id="rId349" Type="http://schemas.openxmlformats.org/officeDocument/2006/relationships/customXml" Target="../ink/ink2051.xml"/><Relationship Id="rId88" Type="http://schemas.openxmlformats.org/officeDocument/2006/relationships/customXml" Target="../ink/ink1871.xml"/><Relationship Id="rId111" Type="http://schemas.openxmlformats.org/officeDocument/2006/relationships/customXml" Target="../ink/ink1883.xml"/><Relationship Id="rId153" Type="http://schemas.openxmlformats.org/officeDocument/2006/relationships/customXml" Target="../ink/ink1919.xml"/><Relationship Id="rId195" Type="http://schemas.openxmlformats.org/officeDocument/2006/relationships/image" Target="../media/image747.png"/><Relationship Id="rId209" Type="http://schemas.openxmlformats.org/officeDocument/2006/relationships/image" Target="../media/image754.png"/><Relationship Id="rId360" Type="http://schemas.openxmlformats.org/officeDocument/2006/relationships/customXml" Target="../ink/ink2062.xml"/><Relationship Id="rId220" Type="http://schemas.openxmlformats.org/officeDocument/2006/relationships/customXml" Target="../ink/ink1970.xml"/><Relationship Id="rId15" Type="http://schemas.openxmlformats.org/officeDocument/2006/relationships/image" Target="../media/image615.png"/><Relationship Id="rId57" Type="http://schemas.openxmlformats.org/officeDocument/2006/relationships/image" Target="../media/image647.png"/><Relationship Id="rId262" Type="http://schemas.openxmlformats.org/officeDocument/2006/relationships/customXml" Target="../ink/ink1991.xml"/><Relationship Id="rId318" Type="http://schemas.openxmlformats.org/officeDocument/2006/relationships/customXml" Target="../ink/ink2020.xml"/><Relationship Id="rId99" Type="http://schemas.openxmlformats.org/officeDocument/2006/relationships/image" Target="../media/image631.png"/><Relationship Id="rId122" Type="http://schemas.openxmlformats.org/officeDocument/2006/relationships/image" Target="../media/image678.png"/><Relationship Id="rId164" Type="http://schemas.openxmlformats.org/officeDocument/2006/relationships/customXml" Target="../ink/ink1930.xml"/><Relationship Id="rId371" Type="http://schemas.openxmlformats.org/officeDocument/2006/relationships/customXml" Target="../ink/ink2073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43.xml"/><Relationship Id="rId299" Type="http://schemas.openxmlformats.org/officeDocument/2006/relationships/image" Target="../media/image505.png"/><Relationship Id="rId21" Type="http://schemas.openxmlformats.org/officeDocument/2006/relationships/image" Target="../media/image633.png"/><Relationship Id="rId63" Type="http://schemas.openxmlformats.org/officeDocument/2006/relationships/image" Target="../media/image658.png"/><Relationship Id="rId159" Type="http://schemas.openxmlformats.org/officeDocument/2006/relationships/customXml" Target="../ink/ink2167.xml"/><Relationship Id="rId324" Type="http://schemas.openxmlformats.org/officeDocument/2006/relationships/customXml" Target="../ink/ink2291.xml"/><Relationship Id="rId366" Type="http://schemas.openxmlformats.org/officeDocument/2006/relationships/customXml" Target="../ink/ink2312.xml"/><Relationship Id="rId170" Type="http://schemas.openxmlformats.org/officeDocument/2006/relationships/customXml" Target="../ink/ink2178.xml"/><Relationship Id="rId226" Type="http://schemas.openxmlformats.org/officeDocument/2006/relationships/customXml" Target="../ink/ink2234.xml"/><Relationship Id="rId433" Type="http://schemas.openxmlformats.org/officeDocument/2006/relationships/image" Target="../media/image989.png"/><Relationship Id="rId268" Type="http://schemas.openxmlformats.org/officeDocument/2006/relationships/customXml" Target="../ink/ink2263.xml"/><Relationship Id="rId32" Type="http://schemas.openxmlformats.org/officeDocument/2006/relationships/customXml" Target="../ink/ink2097.xml"/><Relationship Id="rId74" Type="http://schemas.openxmlformats.org/officeDocument/2006/relationships/customXml" Target="../ink/ink2120.xml"/><Relationship Id="rId128" Type="http://schemas.openxmlformats.org/officeDocument/2006/relationships/customXml" Target="../ink/ink2149.xml"/><Relationship Id="rId335" Type="http://schemas.openxmlformats.org/officeDocument/2006/relationships/image" Target="../media/image940.png"/><Relationship Id="rId377" Type="http://schemas.openxmlformats.org/officeDocument/2006/relationships/image" Target="../media/image961.png"/><Relationship Id="rId5" Type="http://schemas.openxmlformats.org/officeDocument/2006/relationships/image" Target="../media/image610.png"/><Relationship Id="rId181" Type="http://schemas.openxmlformats.org/officeDocument/2006/relationships/customXml" Target="../ink/ink2189.xml"/><Relationship Id="rId237" Type="http://schemas.openxmlformats.org/officeDocument/2006/relationships/image" Target="../media/image620.png"/><Relationship Id="rId402" Type="http://schemas.openxmlformats.org/officeDocument/2006/relationships/customXml" Target="../ink/ink2330.xml"/><Relationship Id="rId279" Type="http://schemas.openxmlformats.org/officeDocument/2006/relationships/image" Target="../media/image495.png"/><Relationship Id="rId43" Type="http://schemas.openxmlformats.org/officeDocument/2006/relationships/image" Target="../media/image647.png"/><Relationship Id="rId139" Type="http://schemas.openxmlformats.org/officeDocument/2006/relationships/image" Target="../media/image793.png"/><Relationship Id="rId290" Type="http://schemas.openxmlformats.org/officeDocument/2006/relationships/customXml" Target="../ink/ink2274.xml"/><Relationship Id="rId304" Type="http://schemas.openxmlformats.org/officeDocument/2006/relationships/customXml" Target="../ink/ink2281.xml"/><Relationship Id="rId346" Type="http://schemas.openxmlformats.org/officeDocument/2006/relationships/customXml" Target="../ink/ink2302.xml"/><Relationship Id="rId388" Type="http://schemas.openxmlformats.org/officeDocument/2006/relationships/customXml" Target="../ink/ink2323.xml"/><Relationship Id="rId85" Type="http://schemas.openxmlformats.org/officeDocument/2006/relationships/image" Target="../media/image667.png"/><Relationship Id="rId150" Type="http://schemas.openxmlformats.org/officeDocument/2006/relationships/customXml" Target="../ink/ink2160.xml"/><Relationship Id="rId192" Type="http://schemas.openxmlformats.org/officeDocument/2006/relationships/customXml" Target="../ink/ink2200.xml"/><Relationship Id="rId206" Type="http://schemas.openxmlformats.org/officeDocument/2006/relationships/customXml" Target="../ink/ink2214.xml"/><Relationship Id="rId413" Type="http://schemas.openxmlformats.org/officeDocument/2006/relationships/image" Target="../media/image979.png"/><Relationship Id="rId248" Type="http://schemas.openxmlformats.org/officeDocument/2006/relationships/customXml" Target="../ink/ink2252.xml"/><Relationship Id="rId12" Type="http://schemas.openxmlformats.org/officeDocument/2006/relationships/customXml" Target="../ink/ink2087.xml"/><Relationship Id="rId108" Type="http://schemas.openxmlformats.org/officeDocument/2006/relationships/customXml" Target="../ink/ink2138.xml"/><Relationship Id="rId315" Type="http://schemas.openxmlformats.org/officeDocument/2006/relationships/image" Target="../media/image930.png"/><Relationship Id="rId357" Type="http://schemas.openxmlformats.org/officeDocument/2006/relationships/image" Target="../media/image951.png"/><Relationship Id="rId54" Type="http://schemas.openxmlformats.org/officeDocument/2006/relationships/customXml" Target="../ink/ink2108.xml"/><Relationship Id="rId96" Type="http://schemas.openxmlformats.org/officeDocument/2006/relationships/image" Target="../media/image675.png"/><Relationship Id="rId161" Type="http://schemas.openxmlformats.org/officeDocument/2006/relationships/customXml" Target="../ink/ink2169.xml"/><Relationship Id="rId217" Type="http://schemas.openxmlformats.org/officeDocument/2006/relationships/customXml" Target="../ink/ink2225.xml"/><Relationship Id="rId399" Type="http://schemas.openxmlformats.org/officeDocument/2006/relationships/image" Target="../media/image972.png"/><Relationship Id="rId259" Type="http://schemas.openxmlformats.org/officeDocument/2006/relationships/image" Target="../media/image485.png"/><Relationship Id="rId424" Type="http://schemas.openxmlformats.org/officeDocument/2006/relationships/customXml" Target="../ink/ink2341.xml"/><Relationship Id="rId23" Type="http://schemas.openxmlformats.org/officeDocument/2006/relationships/image" Target="../media/image348.png"/><Relationship Id="rId119" Type="http://schemas.openxmlformats.org/officeDocument/2006/relationships/customXml" Target="../ink/ink2144.xml"/><Relationship Id="rId270" Type="http://schemas.openxmlformats.org/officeDocument/2006/relationships/customXml" Target="../ink/ink2264.xml"/><Relationship Id="rId326" Type="http://schemas.openxmlformats.org/officeDocument/2006/relationships/customXml" Target="../ink/ink2292.xml"/><Relationship Id="rId65" Type="http://schemas.openxmlformats.org/officeDocument/2006/relationships/customXml" Target="../ink/ink2115.xml"/><Relationship Id="rId130" Type="http://schemas.openxmlformats.org/officeDocument/2006/relationships/customXml" Target="../ink/ink2150.xml"/><Relationship Id="rId368" Type="http://schemas.openxmlformats.org/officeDocument/2006/relationships/customXml" Target="../ink/ink2313.xml"/><Relationship Id="rId172" Type="http://schemas.openxmlformats.org/officeDocument/2006/relationships/customXml" Target="../ink/ink2180.xml"/><Relationship Id="rId228" Type="http://schemas.openxmlformats.org/officeDocument/2006/relationships/customXml" Target="../ink/ink2236.xml"/><Relationship Id="rId435" Type="http://schemas.openxmlformats.org/officeDocument/2006/relationships/image" Target="../media/image990.png"/><Relationship Id="rId281" Type="http://schemas.openxmlformats.org/officeDocument/2006/relationships/image" Target="../media/image496.png"/><Relationship Id="rId337" Type="http://schemas.openxmlformats.org/officeDocument/2006/relationships/image" Target="../media/image941.png"/><Relationship Id="rId34" Type="http://schemas.openxmlformats.org/officeDocument/2006/relationships/customXml" Target="../ink/ink2098.xml"/><Relationship Id="rId76" Type="http://schemas.openxmlformats.org/officeDocument/2006/relationships/customXml" Target="../ink/ink2121.xml"/><Relationship Id="rId141" Type="http://schemas.openxmlformats.org/officeDocument/2006/relationships/image" Target="../media/image794.png"/><Relationship Id="rId379" Type="http://schemas.openxmlformats.org/officeDocument/2006/relationships/image" Target="../media/image962.png"/><Relationship Id="rId7" Type="http://schemas.openxmlformats.org/officeDocument/2006/relationships/image" Target="../media/image611.png"/><Relationship Id="rId183" Type="http://schemas.openxmlformats.org/officeDocument/2006/relationships/customXml" Target="../ink/ink2191.xml"/><Relationship Id="rId239" Type="http://schemas.openxmlformats.org/officeDocument/2006/relationships/image" Target="../media/image621.png"/><Relationship Id="rId390" Type="http://schemas.openxmlformats.org/officeDocument/2006/relationships/customXml" Target="../ink/ink2324.xml"/><Relationship Id="rId404" Type="http://schemas.openxmlformats.org/officeDocument/2006/relationships/customXml" Target="../ink/ink2331.xml"/><Relationship Id="rId250" Type="http://schemas.openxmlformats.org/officeDocument/2006/relationships/customXml" Target="../ink/ink2254.xml"/><Relationship Id="rId292" Type="http://schemas.openxmlformats.org/officeDocument/2006/relationships/customXml" Target="../ink/ink2275.xml"/><Relationship Id="rId306" Type="http://schemas.openxmlformats.org/officeDocument/2006/relationships/customXml" Target="../ink/ink2282.xml"/><Relationship Id="rId45" Type="http://schemas.openxmlformats.org/officeDocument/2006/relationships/image" Target="../media/image648.png"/><Relationship Id="rId87" Type="http://schemas.openxmlformats.org/officeDocument/2006/relationships/image" Target="../media/image668.png"/><Relationship Id="rId110" Type="http://schemas.openxmlformats.org/officeDocument/2006/relationships/customXml" Target="../ink/ink2139.xml"/><Relationship Id="rId348" Type="http://schemas.openxmlformats.org/officeDocument/2006/relationships/customXml" Target="../ink/ink2303.xml"/><Relationship Id="rId152" Type="http://schemas.openxmlformats.org/officeDocument/2006/relationships/customXml" Target="../ink/ink2161.xml"/><Relationship Id="rId194" Type="http://schemas.openxmlformats.org/officeDocument/2006/relationships/customXml" Target="../ink/ink2202.xml"/><Relationship Id="rId208" Type="http://schemas.openxmlformats.org/officeDocument/2006/relationships/customXml" Target="../ink/ink2216.xml"/><Relationship Id="rId415" Type="http://schemas.openxmlformats.org/officeDocument/2006/relationships/image" Target="../media/image980.png"/><Relationship Id="rId261" Type="http://schemas.openxmlformats.org/officeDocument/2006/relationships/image" Target="../media/image486.png"/><Relationship Id="rId14" Type="http://schemas.openxmlformats.org/officeDocument/2006/relationships/customXml" Target="../ink/ink2088.xml"/><Relationship Id="rId56" Type="http://schemas.openxmlformats.org/officeDocument/2006/relationships/customXml" Target="../ink/ink2109.xml"/><Relationship Id="rId317" Type="http://schemas.openxmlformats.org/officeDocument/2006/relationships/image" Target="../media/image931.png"/><Relationship Id="rId359" Type="http://schemas.openxmlformats.org/officeDocument/2006/relationships/image" Target="../media/image952.png"/><Relationship Id="rId98" Type="http://schemas.openxmlformats.org/officeDocument/2006/relationships/image" Target="../media/image677.png"/><Relationship Id="rId121" Type="http://schemas.openxmlformats.org/officeDocument/2006/relationships/customXml" Target="../ink/ink2145.xml"/><Relationship Id="rId163" Type="http://schemas.openxmlformats.org/officeDocument/2006/relationships/customXml" Target="../ink/ink2171.xml"/><Relationship Id="rId219" Type="http://schemas.openxmlformats.org/officeDocument/2006/relationships/customXml" Target="../ink/ink2227.xml"/><Relationship Id="rId370" Type="http://schemas.openxmlformats.org/officeDocument/2006/relationships/customXml" Target="../ink/ink2314.xml"/><Relationship Id="rId426" Type="http://schemas.openxmlformats.org/officeDocument/2006/relationships/customXml" Target="../ink/ink2342.xml"/><Relationship Id="rId230" Type="http://schemas.openxmlformats.org/officeDocument/2006/relationships/customXml" Target="../ink/ink2238.xml"/><Relationship Id="rId25" Type="http://schemas.openxmlformats.org/officeDocument/2006/relationships/image" Target="../media/image421.png"/><Relationship Id="rId67" Type="http://schemas.openxmlformats.org/officeDocument/2006/relationships/customXml" Target="../ink/ink2116.xml"/><Relationship Id="rId272" Type="http://schemas.openxmlformats.org/officeDocument/2006/relationships/customXml" Target="../ink/ink2265.xml"/><Relationship Id="rId328" Type="http://schemas.openxmlformats.org/officeDocument/2006/relationships/customXml" Target="../ink/ink2293.xml"/><Relationship Id="rId132" Type="http://schemas.openxmlformats.org/officeDocument/2006/relationships/customXml" Target="../ink/ink2151.xml"/><Relationship Id="rId174" Type="http://schemas.openxmlformats.org/officeDocument/2006/relationships/customXml" Target="../ink/ink2182.xml"/><Relationship Id="rId381" Type="http://schemas.openxmlformats.org/officeDocument/2006/relationships/image" Target="../media/image963.png"/><Relationship Id="rId241" Type="http://schemas.openxmlformats.org/officeDocument/2006/relationships/image" Target="../media/image801.png"/><Relationship Id="rId437" Type="http://schemas.openxmlformats.org/officeDocument/2006/relationships/image" Target="../media/image991.png"/><Relationship Id="rId36" Type="http://schemas.openxmlformats.org/officeDocument/2006/relationships/customXml" Target="../ink/ink2099.xml"/><Relationship Id="rId283" Type="http://schemas.openxmlformats.org/officeDocument/2006/relationships/image" Target="../media/image497.png"/><Relationship Id="rId339" Type="http://schemas.openxmlformats.org/officeDocument/2006/relationships/image" Target="../media/image942.png"/><Relationship Id="rId78" Type="http://schemas.openxmlformats.org/officeDocument/2006/relationships/customXml" Target="../ink/ink2122.xml"/><Relationship Id="rId101" Type="http://schemas.openxmlformats.org/officeDocument/2006/relationships/customXml" Target="../ink/ink2134.xml"/><Relationship Id="rId143" Type="http://schemas.openxmlformats.org/officeDocument/2006/relationships/image" Target="../media/image795.png"/><Relationship Id="rId185" Type="http://schemas.openxmlformats.org/officeDocument/2006/relationships/customXml" Target="../ink/ink2193.xml"/><Relationship Id="rId350" Type="http://schemas.openxmlformats.org/officeDocument/2006/relationships/customXml" Target="../ink/ink2304.xml"/><Relationship Id="rId406" Type="http://schemas.openxmlformats.org/officeDocument/2006/relationships/customXml" Target="../ink/ink2332.xml"/><Relationship Id="rId9" Type="http://schemas.openxmlformats.org/officeDocument/2006/relationships/image" Target="../media/image612.png"/><Relationship Id="rId210" Type="http://schemas.openxmlformats.org/officeDocument/2006/relationships/customXml" Target="../ink/ink2218.xml"/><Relationship Id="rId392" Type="http://schemas.openxmlformats.org/officeDocument/2006/relationships/customXml" Target="../ink/ink2325.xml"/><Relationship Id="rId252" Type="http://schemas.openxmlformats.org/officeDocument/2006/relationships/customXml" Target="../ink/ink2255.xml"/><Relationship Id="rId294" Type="http://schemas.openxmlformats.org/officeDocument/2006/relationships/customXml" Target="../ink/ink2276.xml"/><Relationship Id="rId308" Type="http://schemas.openxmlformats.org/officeDocument/2006/relationships/customXml" Target="../ink/ink2283.xml"/><Relationship Id="rId47" Type="http://schemas.openxmlformats.org/officeDocument/2006/relationships/image" Target="../media/image651.png"/><Relationship Id="rId89" Type="http://schemas.openxmlformats.org/officeDocument/2006/relationships/image" Target="../media/image669.png"/><Relationship Id="rId112" Type="http://schemas.openxmlformats.org/officeDocument/2006/relationships/image" Target="../media/image780.png"/><Relationship Id="rId154" Type="http://schemas.openxmlformats.org/officeDocument/2006/relationships/customXml" Target="../ink/ink2162.xml"/><Relationship Id="rId361" Type="http://schemas.openxmlformats.org/officeDocument/2006/relationships/image" Target="../media/image953.png"/><Relationship Id="rId196" Type="http://schemas.openxmlformats.org/officeDocument/2006/relationships/customXml" Target="../ink/ink2204.xml"/><Relationship Id="rId417" Type="http://schemas.openxmlformats.org/officeDocument/2006/relationships/image" Target="../media/image981.png"/><Relationship Id="rId16" Type="http://schemas.openxmlformats.org/officeDocument/2006/relationships/customXml" Target="../ink/ink2089.xml"/><Relationship Id="rId221" Type="http://schemas.openxmlformats.org/officeDocument/2006/relationships/customXml" Target="../ink/ink2229.xml"/><Relationship Id="rId263" Type="http://schemas.openxmlformats.org/officeDocument/2006/relationships/image" Target="../media/image487.png"/><Relationship Id="rId319" Type="http://schemas.openxmlformats.org/officeDocument/2006/relationships/image" Target="../media/image932.png"/><Relationship Id="rId58" Type="http://schemas.openxmlformats.org/officeDocument/2006/relationships/image" Target="../media/image656.png"/><Relationship Id="rId123" Type="http://schemas.openxmlformats.org/officeDocument/2006/relationships/image" Target="../media/image785.png"/><Relationship Id="rId330" Type="http://schemas.openxmlformats.org/officeDocument/2006/relationships/customXml" Target="../ink/ink2294.xml"/><Relationship Id="rId165" Type="http://schemas.openxmlformats.org/officeDocument/2006/relationships/customXml" Target="../ink/ink2173.xml"/><Relationship Id="rId372" Type="http://schemas.openxmlformats.org/officeDocument/2006/relationships/customXml" Target="../ink/ink2315.xml"/><Relationship Id="rId428" Type="http://schemas.openxmlformats.org/officeDocument/2006/relationships/customXml" Target="../ink/ink2343.xml"/><Relationship Id="rId232" Type="http://schemas.openxmlformats.org/officeDocument/2006/relationships/customXml" Target="../ink/ink2240.xml"/><Relationship Id="rId274" Type="http://schemas.openxmlformats.org/officeDocument/2006/relationships/customXml" Target="../ink/ink2266.xml"/><Relationship Id="rId27" Type="http://schemas.openxmlformats.org/officeDocument/2006/relationships/image" Target="../media/image624.png"/><Relationship Id="rId69" Type="http://schemas.openxmlformats.org/officeDocument/2006/relationships/image" Target="../media/image662.png"/><Relationship Id="rId134" Type="http://schemas.openxmlformats.org/officeDocument/2006/relationships/customXml" Target="../ink/ink2152.xml"/><Relationship Id="rId80" Type="http://schemas.openxmlformats.org/officeDocument/2006/relationships/customXml" Target="../ink/ink2123.xml"/><Relationship Id="rId176" Type="http://schemas.openxmlformats.org/officeDocument/2006/relationships/customXml" Target="../ink/ink2184.xml"/><Relationship Id="rId341" Type="http://schemas.openxmlformats.org/officeDocument/2006/relationships/image" Target="../media/image943.png"/><Relationship Id="rId383" Type="http://schemas.openxmlformats.org/officeDocument/2006/relationships/image" Target="../media/image964.png"/><Relationship Id="rId439" Type="http://schemas.openxmlformats.org/officeDocument/2006/relationships/image" Target="../media/image992.png"/><Relationship Id="rId201" Type="http://schemas.openxmlformats.org/officeDocument/2006/relationships/customXml" Target="../ink/ink2209.xml"/><Relationship Id="rId243" Type="http://schemas.openxmlformats.org/officeDocument/2006/relationships/customXml" Target="../ink/ink2247.xml"/><Relationship Id="rId285" Type="http://schemas.openxmlformats.org/officeDocument/2006/relationships/image" Target="../media/image498.png"/><Relationship Id="rId38" Type="http://schemas.openxmlformats.org/officeDocument/2006/relationships/customXml" Target="../ink/ink2100.xml"/><Relationship Id="rId103" Type="http://schemas.openxmlformats.org/officeDocument/2006/relationships/image" Target="../media/image776.png"/><Relationship Id="rId310" Type="http://schemas.openxmlformats.org/officeDocument/2006/relationships/customXml" Target="../ink/ink2284.xml"/><Relationship Id="rId91" Type="http://schemas.openxmlformats.org/officeDocument/2006/relationships/customXml" Target="../ink/ink2129.xml"/><Relationship Id="rId145" Type="http://schemas.openxmlformats.org/officeDocument/2006/relationships/image" Target="../media/image796.png"/><Relationship Id="rId187" Type="http://schemas.openxmlformats.org/officeDocument/2006/relationships/customXml" Target="../ink/ink2195.xml"/><Relationship Id="rId352" Type="http://schemas.openxmlformats.org/officeDocument/2006/relationships/customXml" Target="../ink/ink2305.xml"/><Relationship Id="rId394" Type="http://schemas.openxmlformats.org/officeDocument/2006/relationships/customXml" Target="../ink/ink2326.xml"/><Relationship Id="rId408" Type="http://schemas.openxmlformats.org/officeDocument/2006/relationships/customXml" Target="../ink/ink2333.xml"/><Relationship Id="rId212" Type="http://schemas.openxmlformats.org/officeDocument/2006/relationships/customXml" Target="../ink/ink2220.xml"/><Relationship Id="rId254" Type="http://schemas.openxmlformats.org/officeDocument/2006/relationships/customXml" Target="../ink/ink2256.xml"/><Relationship Id="rId49" Type="http://schemas.openxmlformats.org/officeDocument/2006/relationships/image" Target="../media/image98.png"/><Relationship Id="rId114" Type="http://schemas.openxmlformats.org/officeDocument/2006/relationships/image" Target="../media/image781.png"/><Relationship Id="rId296" Type="http://schemas.openxmlformats.org/officeDocument/2006/relationships/customXml" Target="../ink/ink2277.xml"/><Relationship Id="rId60" Type="http://schemas.openxmlformats.org/officeDocument/2006/relationships/customXml" Target="../ink/ink2112.xml"/><Relationship Id="rId156" Type="http://schemas.openxmlformats.org/officeDocument/2006/relationships/customXml" Target="../ink/ink2164.xml"/><Relationship Id="rId198" Type="http://schemas.openxmlformats.org/officeDocument/2006/relationships/customXml" Target="../ink/ink2206.xml"/><Relationship Id="rId321" Type="http://schemas.openxmlformats.org/officeDocument/2006/relationships/image" Target="../media/image933.png"/><Relationship Id="rId363" Type="http://schemas.openxmlformats.org/officeDocument/2006/relationships/image" Target="../media/image954.png"/><Relationship Id="rId419" Type="http://schemas.openxmlformats.org/officeDocument/2006/relationships/image" Target="../media/image982.png"/><Relationship Id="rId202" Type="http://schemas.openxmlformats.org/officeDocument/2006/relationships/customXml" Target="../ink/ink2210.xml"/><Relationship Id="rId223" Type="http://schemas.openxmlformats.org/officeDocument/2006/relationships/customXml" Target="../ink/ink2231.xml"/><Relationship Id="rId244" Type="http://schemas.openxmlformats.org/officeDocument/2006/relationships/customXml" Target="../ink/ink2248.xml"/><Relationship Id="rId430" Type="http://schemas.openxmlformats.org/officeDocument/2006/relationships/customXml" Target="../ink/ink2344.xml"/><Relationship Id="rId18" Type="http://schemas.openxmlformats.org/officeDocument/2006/relationships/customXml" Target="../ink/ink2090.xml"/><Relationship Id="rId39" Type="http://schemas.openxmlformats.org/officeDocument/2006/relationships/image" Target="../media/image645.png"/><Relationship Id="rId265" Type="http://schemas.openxmlformats.org/officeDocument/2006/relationships/image" Target="../media/image488.png"/><Relationship Id="rId286" Type="http://schemas.openxmlformats.org/officeDocument/2006/relationships/customXml" Target="../ink/ink2272.xml"/><Relationship Id="rId50" Type="http://schemas.openxmlformats.org/officeDocument/2006/relationships/customXml" Target="../ink/ink2106.xml"/><Relationship Id="rId104" Type="http://schemas.openxmlformats.org/officeDocument/2006/relationships/customXml" Target="../ink/ink2136.xml"/><Relationship Id="rId125" Type="http://schemas.openxmlformats.org/officeDocument/2006/relationships/image" Target="../media/image786.png"/><Relationship Id="rId146" Type="http://schemas.openxmlformats.org/officeDocument/2006/relationships/customXml" Target="../ink/ink2158.xml"/><Relationship Id="rId167" Type="http://schemas.openxmlformats.org/officeDocument/2006/relationships/customXml" Target="../ink/ink2175.xml"/><Relationship Id="rId188" Type="http://schemas.openxmlformats.org/officeDocument/2006/relationships/customXml" Target="../ink/ink2196.xml"/><Relationship Id="rId311" Type="http://schemas.openxmlformats.org/officeDocument/2006/relationships/image" Target="../media/image511.png"/><Relationship Id="rId332" Type="http://schemas.openxmlformats.org/officeDocument/2006/relationships/customXml" Target="../ink/ink2295.xml"/><Relationship Id="rId353" Type="http://schemas.openxmlformats.org/officeDocument/2006/relationships/image" Target="../media/image949.png"/><Relationship Id="rId374" Type="http://schemas.openxmlformats.org/officeDocument/2006/relationships/customXml" Target="../ink/ink2316.xml"/><Relationship Id="rId395" Type="http://schemas.openxmlformats.org/officeDocument/2006/relationships/image" Target="../media/image970.png"/><Relationship Id="rId409" Type="http://schemas.openxmlformats.org/officeDocument/2006/relationships/image" Target="../media/image977.png"/><Relationship Id="rId71" Type="http://schemas.openxmlformats.org/officeDocument/2006/relationships/image" Target="../media/image663.png"/><Relationship Id="rId92" Type="http://schemas.openxmlformats.org/officeDocument/2006/relationships/image" Target="../media/image670.png"/><Relationship Id="rId213" Type="http://schemas.openxmlformats.org/officeDocument/2006/relationships/customXml" Target="../ink/ink2221.xml"/><Relationship Id="rId234" Type="http://schemas.openxmlformats.org/officeDocument/2006/relationships/customXml" Target="../ink/ink2242.xml"/><Relationship Id="rId420" Type="http://schemas.openxmlformats.org/officeDocument/2006/relationships/customXml" Target="../ink/ink2339.xml"/><Relationship Id="rId2" Type="http://schemas.openxmlformats.org/officeDocument/2006/relationships/customXml" Target="../ink/ink2082.xml"/><Relationship Id="rId29" Type="http://schemas.openxmlformats.org/officeDocument/2006/relationships/image" Target="../media/image625.png"/><Relationship Id="rId255" Type="http://schemas.openxmlformats.org/officeDocument/2006/relationships/image" Target="../media/image483.png"/><Relationship Id="rId276" Type="http://schemas.openxmlformats.org/officeDocument/2006/relationships/customXml" Target="../ink/ink2267.xml"/><Relationship Id="rId297" Type="http://schemas.openxmlformats.org/officeDocument/2006/relationships/image" Target="../media/image504.png"/><Relationship Id="rId441" Type="http://schemas.openxmlformats.org/officeDocument/2006/relationships/image" Target="../media/image993.png"/><Relationship Id="rId40" Type="http://schemas.openxmlformats.org/officeDocument/2006/relationships/customXml" Target="../ink/ink2101.xml"/><Relationship Id="rId115" Type="http://schemas.openxmlformats.org/officeDocument/2006/relationships/customXml" Target="../ink/ink2142.xml"/><Relationship Id="rId136" Type="http://schemas.openxmlformats.org/officeDocument/2006/relationships/customXml" Target="../ink/ink2153.xml"/><Relationship Id="rId157" Type="http://schemas.openxmlformats.org/officeDocument/2006/relationships/customXml" Target="../ink/ink2165.xml"/><Relationship Id="rId178" Type="http://schemas.openxmlformats.org/officeDocument/2006/relationships/customXml" Target="../ink/ink2186.xml"/><Relationship Id="rId301" Type="http://schemas.openxmlformats.org/officeDocument/2006/relationships/image" Target="../media/image506.png"/><Relationship Id="rId322" Type="http://schemas.openxmlformats.org/officeDocument/2006/relationships/customXml" Target="../ink/ink2290.xml"/><Relationship Id="rId343" Type="http://schemas.openxmlformats.org/officeDocument/2006/relationships/image" Target="../media/image944.png"/><Relationship Id="rId364" Type="http://schemas.openxmlformats.org/officeDocument/2006/relationships/customXml" Target="../ink/ink2311.xml"/><Relationship Id="rId61" Type="http://schemas.openxmlformats.org/officeDocument/2006/relationships/image" Target="../media/image657.png"/><Relationship Id="rId82" Type="http://schemas.openxmlformats.org/officeDocument/2006/relationships/customXml" Target="../ink/ink2124.xml"/><Relationship Id="rId199" Type="http://schemas.openxmlformats.org/officeDocument/2006/relationships/customXml" Target="../ink/ink2207.xml"/><Relationship Id="rId203" Type="http://schemas.openxmlformats.org/officeDocument/2006/relationships/customXml" Target="../ink/ink2211.xml"/><Relationship Id="rId385" Type="http://schemas.openxmlformats.org/officeDocument/2006/relationships/image" Target="../media/image965.png"/><Relationship Id="rId19" Type="http://schemas.openxmlformats.org/officeDocument/2006/relationships/image" Target="../media/image623.png"/><Relationship Id="rId224" Type="http://schemas.openxmlformats.org/officeDocument/2006/relationships/customXml" Target="../ink/ink2232.xml"/><Relationship Id="rId245" Type="http://schemas.openxmlformats.org/officeDocument/2006/relationships/customXml" Target="../ink/ink2249.xml"/><Relationship Id="rId266" Type="http://schemas.openxmlformats.org/officeDocument/2006/relationships/customXml" Target="../ink/ink2262.xml"/><Relationship Id="rId287" Type="http://schemas.openxmlformats.org/officeDocument/2006/relationships/image" Target="../media/image499.png"/><Relationship Id="rId410" Type="http://schemas.openxmlformats.org/officeDocument/2006/relationships/customXml" Target="../ink/ink2334.xml"/><Relationship Id="rId431" Type="http://schemas.openxmlformats.org/officeDocument/2006/relationships/image" Target="../media/image988.png"/><Relationship Id="rId30" Type="http://schemas.openxmlformats.org/officeDocument/2006/relationships/customXml" Target="../ink/ink2096.xml"/><Relationship Id="rId105" Type="http://schemas.openxmlformats.org/officeDocument/2006/relationships/image" Target="../media/image777.png"/><Relationship Id="rId126" Type="http://schemas.openxmlformats.org/officeDocument/2006/relationships/customXml" Target="../ink/ink2148.xml"/><Relationship Id="rId147" Type="http://schemas.openxmlformats.org/officeDocument/2006/relationships/image" Target="../media/image797.png"/><Relationship Id="rId168" Type="http://schemas.openxmlformats.org/officeDocument/2006/relationships/customXml" Target="../ink/ink2176.xml"/><Relationship Id="rId312" Type="http://schemas.openxmlformats.org/officeDocument/2006/relationships/customXml" Target="../ink/ink2285.xml"/><Relationship Id="rId333" Type="http://schemas.openxmlformats.org/officeDocument/2006/relationships/image" Target="../media/image939.png"/><Relationship Id="rId354" Type="http://schemas.openxmlformats.org/officeDocument/2006/relationships/customXml" Target="../ink/ink2306.xml"/><Relationship Id="rId51" Type="http://schemas.openxmlformats.org/officeDocument/2006/relationships/image" Target="../media/image627.png"/><Relationship Id="rId72" Type="http://schemas.openxmlformats.org/officeDocument/2006/relationships/customXml" Target="../ink/ink2119.xml"/><Relationship Id="rId93" Type="http://schemas.openxmlformats.org/officeDocument/2006/relationships/customXml" Target="../ink/ink2130.xml"/><Relationship Id="rId189" Type="http://schemas.openxmlformats.org/officeDocument/2006/relationships/customXml" Target="../ink/ink2197.xml"/><Relationship Id="rId375" Type="http://schemas.openxmlformats.org/officeDocument/2006/relationships/image" Target="../media/image960.png"/><Relationship Id="rId396" Type="http://schemas.openxmlformats.org/officeDocument/2006/relationships/customXml" Target="../ink/ink2327.xml"/><Relationship Id="rId3" Type="http://schemas.openxmlformats.org/officeDocument/2006/relationships/image" Target="../media/image609.png"/><Relationship Id="rId214" Type="http://schemas.openxmlformats.org/officeDocument/2006/relationships/customXml" Target="../ink/ink2222.xml"/><Relationship Id="rId235" Type="http://schemas.openxmlformats.org/officeDocument/2006/relationships/image" Target="../media/image619.png"/><Relationship Id="rId256" Type="http://schemas.openxmlformats.org/officeDocument/2006/relationships/customXml" Target="../ink/ink2257.xml"/><Relationship Id="rId277" Type="http://schemas.openxmlformats.org/officeDocument/2006/relationships/image" Target="../media/image494.png"/><Relationship Id="rId298" Type="http://schemas.openxmlformats.org/officeDocument/2006/relationships/customXml" Target="../ink/ink2278.xml"/><Relationship Id="rId400" Type="http://schemas.openxmlformats.org/officeDocument/2006/relationships/customXml" Target="../ink/ink2329.xml"/><Relationship Id="rId421" Type="http://schemas.openxmlformats.org/officeDocument/2006/relationships/image" Target="../media/image983.png"/><Relationship Id="rId116" Type="http://schemas.openxmlformats.org/officeDocument/2006/relationships/image" Target="../media/image782.png"/><Relationship Id="rId137" Type="http://schemas.openxmlformats.org/officeDocument/2006/relationships/image" Target="../media/image792.png"/><Relationship Id="rId158" Type="http://schemas.openxmlformats.org/officeDocument/2006/relationships/customXml" Target="../ink/ink2166.xml"/><Relationship Id="rId302" Type="http://schemas.openxmlformats.org/officeDocument/2006/relationships/customXml" Target="../ink/ink2280.xml"/><Relationship Id="rId323" Type="http://schemas.openxmlformats.org/officeDocument/2006/relationships/image" Target="../media/image934.png"/><Relationship Id="rId344" Type="http://schemas.openxmlformats.org/officeDocument/2006/relationships/customXml" Target="../ink/ink2301.xml"/><Relationship Id="rId20" Type="http://schemas.openxmlformats.org/officeDocument/2006/relationships/customXml" Target="../ink/ink2091.xml"/><Relationship Id="rId41" Type="http://schemas.openxmlformats.org/officeDocument/2006/relationships/image" Target="../media/image646.png"/><Relationship Id="rId62" Type="http://schemas.openxmlformats.org/officeDocument/2006/relationships/customXml" Target="../ink/ink2113.xml"/><Relationship Id="rId83" Type="http://schemas.openxmlformats.org/officeDocument/2006/relationships/image" Target="../media/image632.png"/><Relationship Id="rId179" Type="http://schemas.openxmlformats.org/officeDocument/2006/relationships/customXml" Target="../ink/ink2187.xml"/><Relationship Id="rId365" Type="http://schemas.openxmlformats.org/officeDocument/2006/relationships/image" Target="../media/image955.png"/><Relationship Id="rId386" Type="http://schemas.openxmlformats.org/officeDocument/2006/relationships/customXml" Target="../ink/ink2322.xml"/><Relationship Id="rId190" Type="http://schemas.openxmlformats.org/officeDocument/2006/relationships/customXml" Target="../ink/ink2198.xml"/><Relationship Id="rId204" Type="http://schemas.openxmlformats.org/officeDocument/2006/relationships/customXml" Target="../ink/ink2212.xml"/><Relationship Id="rId225" Type="http://schemas.openxmlformats.org/officeDocument/2006/relationships/customXml" Target="../ink/ink2233.xml"/><Relationship Id="rId246" Type="http://schemas.openxmlformats.org/officeDocument/2006/relationships/customXml" Target="../ink/ink2250.xml"/><Relationship Id="rId267" Type="http://schemas.openxmlformats.org/officeDocument/2006/relationships/image" Target="../media/image489.png"/><Relationship Id="rId288" Type="http://schemas.openxmlformats.org/officeDocument/2006/relationships/customXml" Target="../ink/ink2273.xml"/><Relationship Id="rId411" Type="http://schemas.openxmlformats.org/officeDocument/2006/relationships/image" Target="../media/image978.png"/><Relationship Id="rId432" Type="http://schemas.openxmlformats.org/officeDocument/2006/relationships/customXml" Target="../ink/ink2345.xml"/><Relationship Id="rId106" Type="http://schemas.openxmlformats.org/officeDocument/2006/relationships/customXml" Target="../ink/ink2137.xml"/><Relationship Id="rId127" Type="http://schemas.openxmlformats.org/officeDocument/2006/relationships/image" Target="../media/image787.png"/><Relationship Id="rId313" Type="http://schemas.openxmlformats.org/officeDocument/2006/relationships/image" Target="../media/image512.png"/><Relationship Id="rId10" Type="http://schemas.openxmlformats.org/officeDocument/2006/relationships/customXml" Target="../ink/ink2086.xml"/><Relationship Id="rId31" Type="http://schemas.openxmlformats.org/officeDocument/2006/relationships/image" Target="../media/image626.png"/><Relationship Id="rId52" Type="http://schemas.openxmlformats.org/officeDocument/2006/relationships/customXml" Target="../ink/ink2107.xml"/><Relationship Id="rId73" Type="http://schemas.openxmlformats.org/officeDocument/2006/relationships/image" Target="../media/image109.png"/><Relationship Id="rId94" Type="http://schemas.openxmlformats.org/officeDocument/2006/relationships/image" Target="../media/image672.png"/><Relationship Id="rId148" Type="http://schemas.openxmlformats.org/officeDocument/2006/relationships/customXml" Target="../ink/ink2159.xml"/><Relationship Id="rId169" Type="http://schemas.openxmlformats.org/officeDocument/2006/relationships/customXml" Target="../ink/ink2177.xml"/><Relationship Id="rId334" Type="http://schemas.openxmlformats.org/officeDocument/2006/relationships/customXml" Target="../ink/ink2296.xml"/><Relationship Id="rId355" Type="http://schemas.openxmlformats.org/officeDocument/2006/relationships/image" Target="../media/image950.png"/><Relationship Id="rId376" Type="http://schemas.openxmlformats.org/officeDocument/2006/relationships/customXml" Target="../ink/ink2317.xml"/><Relationship Id="rId397" Type="http://schemas.openxmlformats.org/officeDocument/2006/relationships/image" Target="../media/image971.png"/><Relationship Id="rId4" Type="http://schemas.openxmlformats.org/officeDocument/2006/relationships/customXml" Target="../ink/ink2083.xml"/><Relationship Id="rId180" Type="http://schemas.openxmlformats.org/officeDocument/2006/relationships/customXml" Target="../ink/ink2188.xml"/><Relationship Id="rId215" Type="http://schemas.openxmlformats.org/officeDocument/2006/relationships/customXml" Target="../ink/ink2223.xml"/><Relationship Id="rId236" Type="http://schemas.openxmlformats.org/officeDocument/2006/relationships/customXml" Target="../ink/ink2243.xml"/><Relationship Id="rId257" Type="http://schemas.openxmlformats.org/officeDocument/2006/relationships/image" Target="../media/image484.png"/><Relationship Id="rId278" Type="http://schemas.openxmlformats.org/officeDocument/2006/relationships/customXml" Target="../ink/ink2268.xml"/><Relationship Id="rId401" Type="http://schemas.openxmlformats.org/officeDocument/2006/relationships/image" Target="../media/image973.png"/><Relationship Id="rId422" Type="http://schemas.openxmlformats.org/officeDocument/2006/relationships/customXml" Target="../ink/ink2340.xml"/><Relationship Id="rId303" Type="http://schemas.openxmlformats.org/officeDocument/2006/relationships/image" Target="../media/image507.png"/><Relationship Id="rId42" Type="http://schemas.openxmlformats.org/officeDocument/2006/relationships/customXml" Target="../ink/ink2102.xml"/><Relationship Id="rId84" Type="http://schemas.openxmlformats.org/officeDocument/2006/relationships/customXml" Target="../ink/ink2125.xml"/><Relationship Id="rId138" Type="http://schemas.openxmlformats.org/officeDocument/2006/relationships/customXml" Target="../ink/ink2154.xml"/><Relationship Id="rId345" Type="http://schemas.openxmlformats.org/officeDocument/2006/relationships/image" Target="../media/image945.png"/><Relationship Id="rId387" Type="http://schemas.openxmlformats.org/officeDocument/2006/relationships/image" Target="../media/image966.png"/><Relationship Id="rId191" Type="http://schemas.openxmlformats.org/officeDocument/2006/relationships/customXml" Target="../ink/ink2199.xml"/><Relationship Id="rId205" Type="http://schemas.openxmlformats.org/officeDocument/2006/relationships/customXml" Target="../ink/ink2213.xml"/><Relationship Id="rId247" Type="http://schemas.openxmlformats.org/officeDocument/2006/relationships/customXml" Target="../ink/ink2251.xml"/><Relationship Id="rId412" Type="http://schemas.openxmlformats.org/officeDocument/2006/relationships/customXml" Target="../ink/ink2335.xml"/><Relationship Id="rId107" Type="http://schemas.openxmlformats.org/officeDocument/2006/relationships/image" Target="../media/image778.png"/><Relationship Id="rId289" Type="http://schemas.openxmlformats.org/officeDocument/2006/relationships/image" Target="../media/image500.png"/><Relationship Id="rId11" Type="http://schemas.openxmlformats.org/officeDocument/2006/relationships/image" Target="../media/image613.png"/><Relationship Id="rId53" Type="http://schemas.openxmlformats.org/officeDocument/2006/relationships/image" Target="../media/image628.png"/><Relationship Id="rId149" Type="http://schemas.openxmlformats.org/officeDocument/2006/relationships/image" Target="../media/image798.png"/><Relationship Id="rId314" Type="http://schemas.openxmlformats.org/officeDocument/2006/relationships/customXml" Target="../ink/ink2286.xml"/><Relationship Id="rId356" Type="http://schemas.openxmlformats.org/officeDocument/2006/relationships/customXml" Target="../ink/ink2307.xml"/><Relationship Id="rId398" Type="http://schemas.openxmlformats.org/officeDocument/2006/relationships/customXml" Target="../ink/ink2328.xml"/><Relationship Id="rId95" Type="http://schemas.openxmlformats.org/officeDocument/2006/relationships/customXml" Target="../ink/ink2131.xml"/><Relationship Id="rId160" Type="http://schemas.openxmlformats.org/officeDocument/2006/relationships/customXml" Target="../ink/ink2168.xml"/><Relationship Id="rId216" Type="http://schemas.openxmlformats.org/officeDocument/2006/relationships/customXml" Target="../ink/ink2224.xml"/><Relationship Id="rId423" Type="http://schemas.openxmlformats.org/officeDocument/2006/relationships/image" Target="../media/image984.png"/><Relationship Id="rId258" Type="http://schemas.openxmlformats.org/officeDocument/2006/relationships/customXml" Target="../ink/ink2258.xml"/><Relationship Id="rId22" Type="http://schemas.openxmlformats.org/officeDocument/2006/relationships/customXml" Target="../ink/ink2092.xml"/><Relationship Id="rId64" Type="http://schemas.openxmlformats.org/officeDocument/2006/relationships/customXml" Target="../ink/ink2114.xml"/><Relationship Id="rId118" Type="http://schemas.openxmlformats.org/officeDocument/2006/relationships/image" Target="../media/image783.png"/><Relationship Id="rId325" Type="http://schemas.openxmlformats.org/officeDocument/2006/relationships/image" Target="../media/image935.png"/><Relationship Id="rId367" Type="http://schemas.openxmlformats.org/officeDocument/2006/relationships/image" Target="../media/image956.png"/><Relationship Id="rId171" Type="http://schemas.openxmlformats.org/officeDocument/2006/relationships/customXml" Target="../ink/ink2179.xml"/><Relationship Id="rId227" Type="http://schemas.openxmlformats.org/officeDocument/2006/relationships/customXml" Target="../ink/ink2235.xml"/><Relationship Id="rId269" Type="http://schemas.openxmlformats.org/officeDocument/2006/relationships/image" Target="../media/image490.png"/><Relationship Id="rId434" Type="http://schemas.openxmlformats.org/officeDocument/2006/relationships/customXml" Target="../ink/ink2346.xml"/><Relationship Id="rId33" Type="http://schemas.openxmlformats.org/officeDocument/2006/relationships/image" Target="../media/image638.png"/><Relationship Id="rId129" Type="http://schemas.openxmlformats.org/officeDocument/2006/relationships/image" Target="../media/image788.png"/><Relationship Id="rId280" Type="http://schemas.openxmlformats.org/officeDocument/2006/relationships/customXml" Target="../ink/ink2269.xml"/><Relationship Id="rId336" Type="http://schemas.openxmlformats.org/officeDocument/2006/relationships/customXml" Target="../ink/ink2297.xml"/><Relationship Id="rId75" Type="http://schemas.openxmlformats.org/officeDocument/2006/relationships/image" Target="../media/image665.png"/><Relationship Id="rId140" Type="http://schemas.openxmlformats.org/officeDocument/2006/relationships/customXml" Target="../ink/ink2155.xml"/><Relationship Id="rId182" Type="http://schemas.openxmlformats.org/officeDocument/2006/relationships/customXml" Target="../ink/ink2190.xml"/><Relationship Id="rId378" Type="http://schemas.openxmlformats.org/officeDocument/2006/relationships/customXml" Target="../ink/ink2318.xml"/><Relationship Id="rId403" Type="http://schemas.openxmlformats.org/officeDocument/2006/relationships/image" Target="../media/image974.png"/><Relationship Id="rId6" Type="http://schemas.openxmlformats.org/officeDocument/2006/relationships/customXml" Target="../ink/ink2084.xml"/><Relationship Id="rId238" Type="http://schemas.openxmlformats.org/officeDocument/2006/relationships/customXml" Target="../ink/ink2244.xml"/><Relationship Id="rId291" Type="http://schemas.openxmlformats.org/officeDocument/2006/relationships/image" Target="../media/image501.png"/><Relationship Id="rId305" Type="http://schemas.openxmlformats.org/officeDocument/2006/relationships/image" Target="../media/image508.png"/><Relationship Id="rId347" Type="http://schemas.openxmlformats.org/officeDocument/2006/relationships/image" Target="../media/image946.png"/><Relationship Id="rId44" Type="http://schemas.openxmlformats.org/officeDocument/2006/relationships/customXml" Target="../ink/ink2103.xml"/><Relationship Id="rId86" Type="http://schemas.openxmlformats.org/officeDocument/2006/relationships/customXml" Target="../ink/ink2126.xml"/><Relationship Id="rId151" Type="http://schemas.openxmlformats.org/officeDocument/2006/relationships/image" Target="../media/image799.png"/><Relationship Id="rId389" Type="http://schemas.openxmlformats.org/officeDocument/2006/relationships/image" Target="../media/image967.png"/><Relationship Id="rId193" Type="http://schemas.openxmlformats.org/officeDocument/2006/relationships/customXml" Target="../ink/ink2201.xml"/><Relationship Id="rId207" Type="http://schemas.openxmlformats.org/officeDocument/2006/relationships/customXml" Target="../ink/ink2215.xml"/><Relationship Id="rId249" Type="http://schemas.openxmlformats.org/officeDocument/2006/relationships/customXml" Target="../ink/ink2253.xml"/><Relationship Id="rId414" Type="http://schemas.openxmlformats.org/officeDocument/2006/relationships/customXml" Target="../ink/ink2336.xml"/><Relationship Id="rId13" Type="http://schemas.openxmlformats.org/officeDocument/2006/relationships/image" Target="../media/image614.png"/><Relationship Id="rId109" Type="http://schemas.openxmlformats.org/officeDocument/2006/relationships/image" Target="../media/image779.png"/><Relationship Id="rId260" Type="http://schemas.openxmlformats.org/officeDocument/2006/relationships/customXml" Target="../ink/ink2259.xml"/><Relationship Id="rId316" Type="http://schemas.openxmlformats.org/officeDocument/2006/relationships/customXml" Target="../ink/ink2287.xml"/><Relationship Id="rId55" Type="http://schemas.openxmlformats.org/officeDocument/2006/relationships/image" Target="../media/image655.png"/><Relationship Id="rId97" Type="http://schemas.openxmlformats.org/officeDocument/2006/relationships/customXml" Target="../ink/ink2132.xml"/><Relationship Id="rId120" Type="http://schemas.openxmlformats.org/officeDocument/2006/relationships/image" Target="../media/image784.png"/><Relationship Id="rId358" Type="http://schemas.openxmlformats.org/officeDocument/2006/relationships/customXml" Target="../ink/ink2308.xml"/><Relationship Id="rId162" Type="http://schemas.openxmlformats.org/officeDocument/2006/relationships/customXml" Target="../ink/ink2170.xml"/><Relationship Id="rId218" Type="http://schemas.openxmlformats.org/officeDocument/2006/relationships/customXml" Target="../ink/ink2226.xml"/><Relationship Id="rId425" Type="http://schemas.openxmlformats.org/officeDocument/2006/relationships/image" Target="../media/image985.png"/><Relationship Id="rId271" Type="http://schemas.openxmlformats.org/officeDocument/2006/relationships/image" Target="../media/image491.png"/><Relationship Id="rId24" Type="http://schemas.openxmlformats.org/officeDocument/2006/relationships/customXml" Target="../ink/ink2093.xml"/><Relationship Id="rId66" Type="http://schemas.openxmlformats.org/officeDocument/2006/relationships/image" Target="../media/image105.png"/><Relationship Id="rId131" Type="http://schemas.openxmlformats.org/officeDocument/2006/relationships/image" Target="../media/image789.png"/><Relationship Id="rId327" Type="http://schemas.openxmlformats.org/officeDocument/2006/relationships/image" Target="../media/image936.png"/><Relationship Id="rId369" Type="http://schemas.openxmlformats.org/officeDocument/2006/relationships/image" Target="../media/image957.png"/><Relationship Id="rId173" Type="http://schemas.openxmlformats.org/officeDocument/2006/relationships/customXml" Target="../ink/ink2181.xml"/><Relationship Id="rId229" Type="http://schemas.openxmlformats.org/officeDocument/2006/relationships/customXml" Target="../ink/ink2237.xml"/><Relationship Id="rId380" Type="http://schemas.openxmlformats.org/officeDocument/2006/relationships/customXml" Target="../ink/ink2319.xml"/><Relationship Id="rId436" Type="http://schemas.openxmlformats.org/officeDocument/2006/relationships/customXml" Target="../ink/ink2347.xml"/><Relationship Id="rId240" Type="http://schemas.openxmlformats.org/officeDocument/2006/relationships/customXml" Target="../ink/ink2245.xml"/><Relationship Id="rId35" Type="http://schemas.openxmlformats.org/officeDocument/2006/relationships/image" Target="../media/image639.png"/><Relationship Id="rId77" Type="http://schemas.openxmlformats.org/officeDocument/2006/relationships/image" Target="../media/image629.png"/><Relationship Id="rId100" Type="http://schemas.openxmlformats.org/officeDocument/2006/relationships/image" Target="../media/image678.png"/><Relationship Id="rId282" Type="http://schemas.openxmlformats.org/officeDocument/2006/relationships/customXml" Target="../ink/ink2270.xml"/><Relationship Id="rId338" Type="http://schemas.openxmlformats.org/officeDocument/2006/relationships/customXml" Target="../ink/ink2298.xml"/><Relationship Id="rId8" Type="http://schemas.openxmlformats.org/officeDocument/2006/relationships/customXml" Target="../ink/ink2085.xml"/><Relationship Id="rId142" Type="http://schemas.openxmlformats.org/officeDocument/2006/relationships/customXml" Target="../ink/ink2156.xml"/><Relationship Id="rId184" Type="http://schemas.openxmlformats.org/officeDocument/2006/relationships/customXml" Target="../ink/ink2192.xml"/><Relationship Id="rId391" Type="http://schemas.openxmlformats.org/officeDocument/2006/relationships/image" Target="../media/image968.png"/><Relationship Id="rId405" Type="http://schemas.openxmlformats.org/officeDocument/2006/relationships/image" Target="../media/image975.png"/><Relationship Id="rId251" Type="http://schemas.openxmlformats.org/officeDocument/2006/relationships/image" Target="../media/image481.png"/><Relationship Id="rId46" Type="http://schemas.openxmlformats.org/officeDocument/2006/relationships/customXml" Target="../ink/ink2104.xml"/><Relationship Id="rId293" Type="http://schemas.openxmlformats.org/officeDocument/2006/relationships/image" Target="../media/image502.png"/><Relationship Id="rId307" Type="http://schemas.openxmlformats.org/officeDocument/2006/relationships/image" Target="../media/image509.png"/><Relationship Id="rId349" Type="http://schemas.openxmlformats.org/officeDocument/2006/relationships/image" Target="../media/image947.png"/><Relationship Id="rId88" Type="http://schemas.openxmlformats.org/officeDocument/2006/relationships/customXml" Target="../ink/ink2127.xml"/><Relationship Id="rId111" Type="http://schemas.openxmlformats.org/officeDocument/2006/relationships/customXml" Target="../ink/ink2140.xml"/><Relationship Id="rId153" Type="http://schemas.openxmlformats.org/officeDocument/2006/relationships/image" Target="../media/image800.png"/><Relationship Id="rId195" Type="http://schemas.openxmlformats.org/officeDocument/2006/relationships/customXml" Target="../ink/ink2203.xml"/><Relationship Id="rId209" Type="http://schemas.openxmlformats.org/officeDocument/2006/relationships/customXml" Target="../ink/ink2217.xml"/><Relationship Id="rId360" Type="http://schemas.openxmlformats.org/officeDocument/2006/relationships/customXml" Target="../ink/ink2309.xml"/><Relationship Id="rId416" Type="http://schemas.openxmlformats.org/officeDocument/2006/relationships/customXml" Target="../ink/ink2337.xml"/><Relationship Id="rId220" Type="http://schemas.openxmlformats.org/officeDocument/2006/relationships/customXml" Target="../ink/ink2228.xml"/><Relationship Id="rId15" Type="http://schemas.openxmlformats.org/officeDocument/2006/relationships/image" Target="../media/image615.png"/><Relationship Id="rId57" Type="http://schemas.openxmlformats.org/officeDocument/2006/relationships/customXml" Target="../ink/ink2110.xml"/><Relationship Id="rId262" Type="http://schemas.openxmlformats.org/officeDocument/2006/relationships/customXml" Target="../ink/ink2260.xml"/><Relationship Id="rId318" Type="http://schemas.openxmlformats.org/officeDocument/2006/relationships/customXml" Target="../ink/ink2288.xml"/><Relationship Id="rId99" Type="http://schemas.openxmlformats.org/officeDocument/2006/relationships/customXml" Target="../ink/ink2133.xml"/><Relationship Id="rId122" Type="http://schemas.openxmlformats.org/officeDocument/2006/relationships/customXml" Target="../ink/ink2146.xml"/><Relationship Id="rId164" Type="http://schemas.openxmlformats.org/officeDocument/2006/relationships/customXml" Target="../ink/ink2172.xml"/><Relationship Id="rId371" Type="http://schemas.openxmlformats.org/officeDocument/2006/relationships/image" Target="../media/image958.png"/><Relationship Id="rId427" Type="http://schemas.openxmlformats.org/officeDocument/2006/relationships/image" Target="../media/image986.png"/><Relationship Id="rId26" Type="http://schemas.openxmlformats.org/officeDocument/2006/relationships/customXml" Target="../ink/ink2094.xml"/><Relationship Id="rId231" Type="http://schemas.openxmlformats.org/officeDocument/2006/relationships/customXml" Target="../ink/ink2239.xml"/><Relationship Id="rId273" Type="http://schemas.openxmlformats.org/officeDocument/2006/relationships/image" Target="../media/image492.png"/><Relationship Id="rId329" Type="http://schemas.openxmlformats.org/officeDocument/2006/relationships/image" Target="../media/image937.png"/><Relationship Id="rId68" Type="http://schemas.openxmlformats.org/officeDocument/2006/relationships/customXml" Target="../ink/ink2117.xml"/><Relationship Id="rId133" Type="http://schemas.openxmlformats.org/officeDocument/2006/relationships/image" Target="../media/image790.png"/><Relationship Id="rId175" Type="http://schemas.openxmlformats.org/officeDocument/2006/relationships/customXml" Target="../ink/ink2183.xml"/><Relationship Id="rId340" Type="http://schemas.openxmlformats.org/officeDocument/2006/relationships/customXml" Target="../ink/ink2299.xml"/><Relationship Id="rId200" Type="http://schemas.openxmlformats.org/officeDocument/2006/relationships/customXml" Target="../ink/ink2208.xml"/><Relationship Id="rId382" Type="http://schemas.openxmlformats.org/officeDocument/2006/relationships/customXml" Target="../ink/ink2320.xml"/><Relationship Id="rId438" Type="http://schemas.openxmlformats.org/officeDocument/2006/relationships/customXml" Target="../ink/ink2348.xml"/><Relationship Id="rId242" Type="http://schemas.openxmlformats.org/officeDocument/2006/relationships/customXml" Target="../ink/ink2246.xml"/><Relationship Id="rId284" Type="http://schemas.openxmlformats.org/officeDocument/2006/relationships/customXml" Target="../ink/ink2271.xml"/><Relationship Id="rId37" Type="http://schemas.openxmlformats.org/officeDocument/2006/relationships/image" Target="../media/image644.png"/><Relationship Id="rId79" Type="http://schemas.openxmlformats.org/officeDocument/2006/relationships/image" Target="../media/image630.png"/><Relationship Id="rId102" Type="http://schemas.openxmlformats.org/officeDocument/2006/relationships/customXml" Target="../ink/ink2135.xml"/><Relationship Id="rId144" Type="http://schemas.openxmlformats.org/officeDocument/2006/relationships/customXml" Target="../ink/ink2157.xml"/><Relationship Id="rId90" Type="http://schemas.openxmlformats.org/officeDocument/2006/relationships/customXml" Target="../ink/ink2128.xml"/><Relationship Id="rId186" Type="http://schemas.openxmlformats.org/officeDocument/2006/relationships/customXml" Target="../ink/ink2194.xml"/><Relationship Id="rId351" Type="http://schemas.openxmlformats.org/officeDocument/2006/relationships/image" Target="../media/image948.png"/><Relationship Id="rId393" Type="http://schemas.openxmlformats.org/officeDocument/2006/relationships/image" Target="../media/image969.png"/><Relationship Id="rId407" Type="http://schemas.openxmlformats.org/officeDocument/2006/relationships/image" Target="../media/image976.png"/><Relationship Id="rId211" Type="http://schemas.openxmlformats.org/officeDocument/2006/relationships/customXml" Target="../ink/ink2219.xml"/><Relationship Id="rId253" Type="http://schemas.openxmlformats.org/officeDocument/2006/relationships/image" Target="../media/image482.png"/><Relationship Id="rId295" Type="http://schemas.openxmlformats.org/officeDocument/2006/relationships/image" Target="../media/image503.png"/><Relationship Id="rId309" Type="http://schemas.openxmlformats.org/officeDocument/2006/relationships/image" Target="../media/image510.png"/><Relationship Id="rId48" Type="http://schemas.openxmlformats.org/officeDocument/2006/relationships/customXml" Target="../ink/ink2105.xml"/><Relationship Id="rId113" Type="http://schemas.openxmlformats.org/officeDocument/2006/relationships/customXml" Target="../ink/ink2141.xml"/><Relationship Id="rId320" Type="http://schemas.openxmlformats.org/officeDocument/2006/relationships/customXml" Target="../ink/ink2289.xml"/><Relationship Id="rId155" Type="http://schemas.openxmlformats.org/officeDocument/2006/relationships/customXml" Target="../ink/ink2163.xml"/><Relationship Id="rId197" Type="http://schemas.openxmlformats.org/officeDocument/2006/relationships/customXml" Target="../ink/ink2205.xml"/><Relationship Id="rId362" Type="http://schemas.openxmlformats.org/officeDocument/2006/relationships/customXml" Target="../ink/ink2310.xml"/><Relationship Id="rId418" Type="http://schemas.openxmlformats.org/officeDocument/2006/relationships/customXml" Target="../ink/ink2338.xml"/><Relationship Id="rId222" Type="http://schemas.openxmlformats.org/officeDocument/2006/relationships/customXml" Target="../ink/ink2230.xml"/><Relationship Id="rId264" Type="http://schemas.openxmlformats.org/officeDocument/2006/relationships/customXml" Target="../ink/ink2261.xml"/><Relationship Id="rId17" Type="http://schemas.openxmlformats.org/officeDocument/2006/relationships/image" Target="../media/image622.png"/><Relationship Id="rId59" Type="http://schemas.openxmlformats.org/officeDocument/2006/relationships/customXml" Target="../ink/ink2111.xml"/><Relationship Id="rId124" Type="http://schemas.openxmlformats.org/officeDocument/2006/relationships/customXml" Target="../ink/ink2147.xml"/><Relationship Id="rId70" Type="http://schemas.openxmlformats.org/officeDocument/2006/relationships/customXml" Target="../ink/ink2118.xml"/><Relationship Id="rId166" Type="http://schemas.openxmlformats.org/officeDocument/2006/relationships/customXml" Target="../ink/ink2174.xml"/><Relationship Id="rId331" Type="http://schemas.openxmlformats.org/officeDocument/2006/relationships/image" Target="../media/image938.png"/><Relationship Id="rId373" Type="http://schemas.openxmlformats.org/officeDocument/2006/relationships/image" Target="../media/image959.png"/><Relationship Id="rId429" Type="http://schemas.openxmlformats.org/officeDocument/2006/relationships/image" Target="../media/image987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241.xml"/><Relationship Id="rId440" Type="http://schemas.openxmlformats.org/officeDocument/2006/relationships/customXml" Target="../ink/ink2349.xml"/><Relationship Id="rId28" Type="http://schemas.openxmlformats.org/officeDocument/2006/relationships/customXml" Target="../ink/ink2095.xml"/><Relationship Id="rId275" Type="http://schemas.openxmlformats.org/officeDocument/2006/relationships/image" Target="../media/image493.png"/><Relationship Id="rId300" Type="http://schemas.openxmlformats.org/officeDocument/2006/relationships/customXml" Target="../ink/ink2279.xml"/><Relationship Id="rId81" Type="http://schemas.openxmlformats.org/officeDocument/2006/relationships/image" Target="../media/image631.png"/><Relationship Id="rId135" Type="http://schemas.openxmlformats.org/officeDocument/2006/relationships/image" Target="../media/image791.png"/><Relationship Id="rId177" Type="http://schemas.openxmlformats.org/officeDocument/2006/relationships/customXml" Target="../ink/ink2185.xml"/><Relationship Id="rId342" Type="http://schemas.openxmlformats.org/officeDocument/2006/relationships/customXml" Target="../ink/ink2300.xml"/><Relationship Id="rId384" Type="http://schemas.openxmlformats.org/officeDocument/2006/relationships/customXml" Target="../ink/ink23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Data Layout Transformation and Data Distribution Figures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/>
              <a:t>CS 5/4473 Parallel Distributed and Network Programming</a:t>
            </a:r>
          </a:p>
          <a:p>
            <a:pPr algn="l"/>
            <a:r>
              <a:rPr lang="en-US" dirty="0"/>
              <a:t>Dr. Richard Veras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algn="l"/>
            <a:r>
              <a:rPr lang="en-US" dirty="0">
                <a:highlight>
                  <a:srgbClr val="FFFF00"/>
                </a:highlight>
              </a:rPr>
              <a:t>Joy Mosisa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BB20-A08C-1F16-017D-869C3129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3725-85F5-64E8-E3BB-E45B44C8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each problem in the code (XX.Z) draw the data movement (add all of the arrows) 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dst</a:t>
            </a:r>
            <a:r>
              <a:rPr lang="en-US" dirty="0"/>
              <a:t>,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src_dlt</a:t>
            </a:r>
            <a:r>
              <a:rPr lang="en-US" dirty="0"/>
              <a:t> --&gt; </a:t>
            </a:r>
            <a:r>
              <a:rPr lang="en-US" dirty="0" err="1"/>
              <a:t>dst</a:t>
            </a:r>
            <a:r>
              <a:rPr lang="en-US" dirty="0"/>
              <a:t>, 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src_dist</a:t>
            </a:r>
            <a:r>
              <a:rPr lang="en-US" dirty="0"/>
              <a:t> --&gt; </a:t>
            </a:r>
            <a:r>
              <a:rPr lang="en-US" dirty="0" err="1"/>
              <a:t>dst_dist</a:t>
            </a:r>
            <a:r>
              <a:rPr lang="en-US" dirty="0"/>
              <a:t> --&gt; </a:t>
            </a:r>
            <a:r>
              <a:rPr lang="en-US" dirty="0" err="1"/>
              <a:t>dst</a:t>
            </a:r>
          </a:p>
          <a:p>
            <a:r>
              <a:rPr lang="en-US" dirty="0"/>
              <a:t>You can use this template, but you are not required to use it.</a:t>
            </a:r>
          </a:p>
          <a:p>
            <a:r>
              <a:rPr lang="en-US" dirty="0"/>
              <a:t>The debug output will give you everything you need.</a:t>
            </a:r>
          </a:p>
        </p:txBody>
      </p:sp>
    </p:spTree>
    <p:extLst>
      <p:ext uri="{BB962C8B-B14F-4D97-AF65-F5344CB8AC3E}">
        <p14:creationId xmlns:p14="http://schemas.microsoft.com/office/powerpoint/2010/main" val="27981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5B82-4C94-F834-89A3-0FC13788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01.0 (</a:t>
            </a:r>
            <a:r>
              <a:rPr lang="en-US" dirty="0">
                <a:ea typeface="+mj-lt"/>
                <a:cs typeface="+mj-lt"/>
              </a:rPr>
              <a:t>student_nodlt_2d)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7D9FBC-1294-77A6-6230-4678EFB6BC01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04F3AC-46CD-BAE1-8545-813B667633EB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D5493F-7027-2946-89FA-58D104AC06D1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0C03AE-AB64-34A2-88E8-F1D03B774AB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F7EC57-4E4A-1324-D7AB-3DD402846464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07CE5D-306D-1578-AE91-E991553066EB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60AB07-5EAE-E22E-CC8E-FE4D7DFB7A3F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55E5-1C9B-F3D6-7966-671BB68468D8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2395DD-8D14-4676-AEE8-A2293F43A845}"/>
              </a:ext>
            </a:extLst>
          </p:cNvPr>
          <p:cNvSpPr/>
          <p:nvPr/>
        </p:nvSpPr>
        <p:spPr>
          <a:xfrm>
            <a:off x="2407991" y="339677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AB6832-5082-231C-C720-4064680F055B}"/>
              </a:ext>
            </a:extLst>
          </p:cNvPr>
          <p:cNvSpPr/>
          <p:nvPr/>
        </p:nvSpPr>
        <p:spPr>
          <a:xfrm>
            <a:off x="3048394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EB55FD-F4B3-2EB0-0554-52D2B70C775A}"/>
              </a:ext>
            </a:extLst>
          </p:cNvPr>
          <p:cNvSpPr/>
          <p:nvPr/>
        </p:nvSpPr>
        <p:spPr>
          <a:xfrm>
            <a:off x="3607735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AB669A-9EC2-36CA-6A3E-9EF38D3FE136}"/>
              </a:ext>
            </a:extLst>
          </p:cNvPr>
          <p:cNvSpPr/>
          <p:nvPr/>
        </p:nvSpPr>
        <p:spPr>
          <a:xfrm>
            <a:off x="4248138" y="339676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0B5990-6C86-160A-3B23-8FD2B910A2DE}"/>
              </a:ext>
            </a:extLst>
          </p:cNvPr>
          <p:cNvSpPr/>
          <p:nvPr/>
        </p:nvSpPr>
        <p:spPr>
          <a:xfrm>
            <a:off x="4791267" y="34048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57E07A-2C29-C5E8-9DC1-D68D01FC1726}"/>
              </a:ext>
            </a:extLst>
          </p:cNvPr>
          <p:cNvSpPr/>
          <p:nvPr/>
        </p:nvSpPr>
        <p:spPr>
          <a:xfrm>
            <a:off x="5431670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0413C1-3A1E-F619-C184-1A2FFC1DC8D8}"/>
              </a:ext>
            </a:extLst>
          </p:cNvPr>
          <p:cNvSpPr/>
          <p:nvPr/>
        </p:nvSpPr>
        <p:spPr>
          <a:xfrm>
            <a:off x="5991011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AE2C96-6559-1F50-BBB0-0DCFCA48E23E}"/>
              </a:ext>
            </a:extLst>
          </p:cNvPr>
          <p:cNvSpPr/>
          <p:nvPr/>
        </p:nvSpPr>
        <p:spPr>
          <a:xfrm>
            <a:off x="6631414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CB2BE-B87E-B2C1-B2EB-2BDAE2453345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D296BF-977E-E55D-AEAD-7042E638CD89}"/>
              </a:ext>
            </a:extLst>
          </p:cNvPr>
          <p:cNvSpPr txBox="1"/>
          <p:nvPr/>
        </p:nvSpPr>
        <p:spPr>
          <a:xfrm>
            <a:off x="755672" y="3395980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BABE8D-CA7B-7D48-6885-D27A1AE6D79E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635CCF3-D5BA-4500-F50C-FBDF2D4369A2}"/>
                  </a:ext>
                </a:extLst>
              </p14:cNvPr>
              <p14:cNvContentPartPr/>
              <p14:nvPr/>
            </p14:nvContentPartPr>
            <p14:xfrm>
              <a:off x="3116360" y="2322547"/>
              <a:ext cx="19800" cy="996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635CCF3-D5BA-4500-F50C-FBDF2D4369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8360" y="2304547"/>
                <a:ext cx="55440" cy="10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757C14C-C4D3-2482-BF3B-CC78B448B931}"/>
                  </a:ext>
                </a:extLst>
              </p14:cNvPr>
              <p14:cNvContentPartPr/>
              <p14:nvPr/>
            </p14:nvContentPartPr>
            <p14:xfrm>
              <a:off x="3076040" y="3211027"/>
              <a:ext cx="114480" cy="103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757C14C-C4D3-2482-BF3B-CC78B448B9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8040" y="3193387"/>
                <a:ext cx="1501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C0A12BC-48DB-943D-9649-7960F39BDB6A}"/>
                  </a:ext>
                </a:extLst>
              </p14:cNvPr>
              <p14:cNvContentPartPr/>
              <p14:nvPr/>
            </p14:nvContentPartPr>
            <p14:xfrm>
              <a:off x="3687680" y="2336587"/>
              <a:ext cx="17280" cy="950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C0A12BC-48DB-943D-9649-7960F39BDB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9680" y="2318587"/>
                <a:ext cx="52920" cy="9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41C14C6-1880-6E43-62A5-6FE4A600388B}"/>
                  </a:ext>
                </a:extLst>
              </p14:cNvPr>
              <p14:cNvContentPartPr/>
              <p14:nvPr/>
            </p14:nvContentPartPr>
            <p14:xfrm>
              <a:off x="3634040" y="3185827"/>
              <a:ext cx="133920" cy="115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41C14C6-1880-6E43-62A5-6FE4A60038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6400" y="3167827"/>
                <a:ext cx="1695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ACE35CA-6BCA-F6BE-3E82-B8C0DF35AADB}"/>
                  </a:ext>
                </a:extLst>
              </p14:cNvPr>
              <p14:cNvContentPartPr/>
              <p14:nvPr/>
            </p14:nvContentPartPr>
            <p14:xfrm>
              <a:off x="4340360" y="2343067"/>
              <a:ext cx="720" cy="9367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ACE35CA-6BCA-F6BE-3E82-B8C0DF35AA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04360" y="2325067"/>
                <a:ext cx="72000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869655E-32FA-36D0-67C0-E890703FF60F}"/>
                  </a:ext>
                </a:extLst>
              </p14:cNvPr>
              <p14:cNvContentPartPr/>
              <p14:nvPr/>
            </p14:nvContentPartPr>
            <p14:xfrm>
              <a:off x="4265120" y="3116707"/>
              <a:ext cx="159840" cy="173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869655E-32FA-36D0-67C0-E890703FF6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7120" y="3098707"/>
                <a:ext cx="1954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BA3F391-9DAF-0AD8-AC41-2C9D293F81BC}"/>
                  </a:ext>
                </a:extLst>
              </p14:cNvPr>
              <p14:cNvContentPartPr/>
              <p14:nvPr/>
            </p14:nvContentPartPr>
            <p14:xfrm>
              <a:off x="4890440" y="2345227"/>
              <a:ext cx="720" cy="970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BA3F391-9DAF-0AD8-AC41-2C9D293F81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54440" y="2327227"/>
                <a:ext cx="72000" cy="10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64611B2-7D9E-5BC1-72B5-083B10A27E0B}"/>
                  </a:ext>
                </a:extLst>
              </p14:cNvPr>
              <p14:cNvContentPartPr/>
              <p14:nvPr/>
            </p14:nvContentPartPr>
            <p14:xfrm>
              <a:off x="4820240" y="3147667"/>
              <a:ext cx="146520" cy="153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64611B2-7D9E-5BC1-72B5-083B10A27E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02240" y="3129667"/>
                <a:ext cx="1821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1A0325B-504D-08D7-EEC9-07D7C10E6D59}"/>
                  </a:ext>
                </a:extLst>
              </p14:cNvPr>
              <p14:cNvContentPartPr/>
              <p14:nvPr/>
            </p14:nvContentPartPr>
            <p14:xfrm>
              <a:off x="5526920" y="2372587"/>
              <a:ext cx="720" cy="9172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1A0325B-504D-08D7-EEC9-07D7C10E6D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90920" y="2354587"/>
                <a:ext cx="72000" cy="9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4DE878D-4AF5-A0AB-9D6B-E3B757A9E4DD}"/>
                  </a:ext>
                </a:extLst>
              </p14:cNvPr>
              <p14:cNvContentPartPr/>
              <p14:nvPr/>
            </p14:nvContentPartPr>
            <p14:xfrm>
              <a:off x="5452400" y="3181507"/>
              <a:ext cx="145080" cy="1231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4DE878D-4AF5-A0AB-9D6B-E3B757A9E4D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34400" y="3163507"/>
                <a:ext cx="1807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063179A-6D31-A2D0-C0CB-DB7388D4DC4B}"/>
                  </a:ext>
                </a:extLst>
              </p14:cNvPr>
              <p14:cNvContentPartPr/>
              <p14:nvPr/>
            </p14:nvContentPartPr>
            <p14:xfrm>
              <a:off x="6057560" y="2323987"/>
              <a:ext cx="6120" cy="9777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063179A-6D31-A2D0-C0CB-DB7388D4DC4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39560" y="2305987"/>
                <a:ext cx="41760" cy="10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B2AC7C8-F262-736F-C54D-E4B2FC8FEAF5}"/>
                  </a:ext>
                </a:extLst>
              </p14:cNvPr>
              <p14:cNvContentPartPr/>
              <p14:nvPr/>
            </p14:nvContentPartPr>
            <p14:xfrm>
              <a:off x="5989880" y="3150187"/>
              <a:ext cx="148680" cy="159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B2AC7C8-F262-736F-C54D-E4B2FC8FEAF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71880" y="3132187"/>
                <a:ext cx="1843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5922974-90F9-F01D-27E2-F717D1B74DC4}"/>
                  </a:ext>
                </a:extLst>
              </p14:cNvPr>
              <p14:cNvContentPartPr/>
              <p14:nvPr/>
            </p14:nvContentPartPr>
            <p14:xfrm>
              <a:off x="6678920" y="2333707"/>
              <a:ext cx="720" cy="965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5922974-90F9-F01D-27E2-F717D1B74DC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42920" y="2315707"/>
                <a:ext cx="72000" cy="10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FE5DAFB-D4C8-33E6-9870-1A3C816ACE4D}"/>
                  </a:ext>
                </a:extLst>
              </p14:cNvPr>
              <p14:cNvContentPartPr/>
              <p14:nvPr/>
            </p14:nvContentPartPr>
            <p14:xfrm>
              <a:off x="6621320" y="3229747"/>
              <a:ext cx="115920" cy="75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FE5DAFB-D4C8-33E6-9870-1A3C816ACE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03680" y="3211747"/>
                <a:ext cx="1515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966678C-9208-FD1B-DA99-522ECB9098AE}"/>
                  </a:ext>
                </a:extLst>
              </p14:cNvPr>
              <p14:cNvContentPartPr/>
              <p14:nvPr/>
            </p14:nvContentPartPr>
            <p14:xfrm>
              <a:off x="2491145" y="2301573"/>
              <a:ext cx="720" cy="1017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966678C-9208-FD1B-DA99-522ECB9098A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55865" y="2283573"/>
                <a:ext cx="72000" cy="10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CAAA73C-6A24-F5FC-1D76-48E2284C2084}"/>
                  </a:ext>
                </a:extLst>
              </p14:cNvPr>
              <p14:cNvContentPartPr/>
              <p14:nvPr/>
            </p14:nvContentPartPr>
            <p14:xfrm>
              <a:off x="2439665" y="3228573"/>
              <a:ext cx="83520" cy="918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CAAA73C-6A24-F5FC-1D76-48E2284C20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21665" y="3210933"/>
                <a:ext cx="119160" cy="12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399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B3C9-3DA7-E80B-6110-DF8B2578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3E208-C932-DC6D-D6A6-B7124B7D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01.1 (</a:t>
            </a:r>
            <a:r>
              <a:rPr lang="en-US" dirty="0">
                <a:ea typeface="+mj-lt"/>
                <a:cs typeface="+mj-lt"/>
              </a:rPr>
              <a:t>student_nodlt_2d)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116E41-6474-ABE1-5DB8-94667F99688C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013CFD-0A7D-F90C-65D5-45DCF2BCAAF6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C3A524-ED1C-DB4C-1323-C5C254552244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973F98-73C0-4191-B90D-FD935E446D1A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368C73-C6B1-2D1D-7811-2A2A463126A6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92CD70-6401-DC5F-ADD5-68045BA3BFC3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F58C56-E0C1-A172-1903-90A0D5E99C85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7C7C94-91FC-C2B9-4640-0B85977FE66D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2C41C0-884E-4D1F-FB56-EAB1F8753DD3}"/>
              </a:ext>
            </a:extLst>
          </p:cNvPr>
          <p:cNvSpPr/>
          <p:nvPr/>
        </p:nvSpPr>
        <p:spPr>
          <a:xfrm>
            <a:off x="2407991" y="339677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9ADED7-DB8E-3B40-AB5C-D052382F1FE9}"/>
              </a:ext>
            </a:extLst>
          </p:cNvPr>
          <p:cNvSpPr/>
          <p:nvPr/>
        </p:nvSpPr>
        <p:spPr>
          <a:xfrm>
            <a:off x="3048394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D266A1-1F40-B818-67F1-AFF9ADEE1BDD}"/>
              </a:ext>
            </a:extLst>
          </p:cNvPr>
          <p:cNvSpPr/>
          <p:nvPr/>
        </p:nvSpPr>
        <p:spPr>
          <a:xfrm>
            <a:off x="3607735" y="339676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B275F1-B9CC-8DF3-B916-84643B5376FE}"/>
              </a:ext>
            </a:extLst>
          </p:cNvPr>
          <p:cNvSpPr/>
          <p:nvPr/>
        </p:nvSpPr>
        <p:spPr>
          <a:xfrm>
            <a:off x="4248138" y="339676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7CC16A-1774-9B6C-00BB-3008600702D2}"/>
              </a:ext>
            </a:extLst>
          </p:cNvPr>
          <p:cNvSpPr/>
          <p:nvPr/>
        </p:nvSpPr>
        <p:spPr>
          <a:xfrm>
            <a:off x="4791267" y="34048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C6AF62-57F6-13A5-BF07-504DA0F54E22}"/>
              </a:ext>
            </a:extLst>
          </p:cNvPr>
          <p:cNvSpPr/>
          <p:nvPr/>
        </p:nvSpPr>
        <p:spPr>
          <a:xfrm>
            <a:off x="5431670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5BD92F-58C4-549D-95C4-5C78EB20A3E9}"/>
              </a:ext>
            </a:extLst>
          </p:cNvPr>
          <p:cNvSpPr/>
          <p:nvPr/>
        </p:nvSpPr>
        <p:spPr>
          <a:xfrm>
            <a:off x="5991011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AF646A-A8B7-08CD-4FC1-298FC2452E4D}"/>
              </a:ext>
            </a:extLst>
          </p:cNvPr>
          <p:cNvSpPr/>
          <p:nvPr/>
        </p:nvSpPr>
        <p:spPr>
          <a:xfrm>
            <a:off x="6631414" y="34048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B21C73-B6AA-B8E6-AD7E-3D0AB9DA5851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EDD573-9154-E815-27BA-AE0985EBEC06}"/>
              </a:ext>
            </a:extLst>
          </p:cNvPr>
          <p:cNvSpPr txBox="1"/>
          <p:nvPr/>
        </p:nvSpPr>
        <p:spPr>
          <a:xfrm>
            <a:off x="755672" y="3395980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FA1B28-C613-A624-ABD0-F6CC57952652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D5440FD-B545-AF04-A7E0-82CC37F669F4}"/>
                  </a:ext>
                </a:extLst>
              </p14:cNvPr>
              <p14:cNvContentPartPr/>
              <p14:nvPr/>
            </p14:nvContentPartPr>
            <p14:xfrm>
              <a:off x="3122120" y="2341267"/>
              <a:ext cx="720" cy="929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D5440FD-B545-AF04-A7E0-82CC37F669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6840" y="2323267"/>
                <a:ext cx="72000" cy="9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9A0400D-0EDC-83C0-111B-FE8F91BF03EC}"/>
                  </a:ext>
                </a:extLst>
              </p14:cNvPr>
              <p14:cNvContentPartPr/>
              <p14:nvPr/>
            </p14:nvContentPartPr>
            <p14:xfrm>
              <a:off x="3072080" y="3184387"/>
              <a:ext cx="103680" cy="972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9A0400D-0EDC-83C0-111B-FE8F91BF03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4440" y="3166387"/>
                <a:ext cx="1393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507985D-1A98-492D-CD57-E5F79BD5943D}"/>
                  </a:ext>
                </a:extLst>
              </p14:cNvPr>
              <p14:cNvContentPartPr/>
              <p14:nvPr/>
            </p14:nvContentPartPr>
            <p14:xfrm>
              <a:off x="3684440" y="2350987"/>
              <a:ext cx="720" cy="9072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507985D-1A98-492D-CD57-E5F79BD594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8440" y="2332987"/>
                <a:ext cx="72000" cy="9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DAB668F-DE1E-E47A-3908-843AA11B09AA}"/>
                  </a:ext>
                </a:extLst>
              </p14:cNvPr>
              <p14:cNvContentPartPr/>
              <p14:nvPr/>
            </p14:nvContentPartPr>
            <p14:xfrm>
              <a:off x="3616760" y="3167467"/>
              <a:ext cx="122400" cy="99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DAB668F-DE1E-E47A-3908-843AA11B09A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9120" y="3149827"/>
                <a:ext cx="1580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A596913-3119-07FD-6005-D43AFD858710}"/>
                  </a:ext>
                </a:extLst>
              </p14:cNvPr>
              <p14:cNvContentPartPr/>
              <p14:nvPr/>
            </p14:nvContentPartPr>
            <p14:xfrm>
              <a:off x="4313720" y="2312827"/>
              <a:ext cx="720" cy="997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A596913-3119-07FD-6005-D43AFD85871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7720" y="2294827"/>
                <a:ext cx="72000" cy="10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213337E-7AFB-ED13-EF03-203B09CF4FC4}"/>
                  </a:ext>
                </a:extLst>
              </p14:cNvPr>
              <p14:cNvContentPartPr/>
              <p14:nvPr/>
            </p14:nvContentPartPr>
            <p14:xfrm>
              <a:off x="4258640" y="3198787"/>
              <a:ext cx="115200" cy="94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213337E-7AFB-ED13-EF03-203B09CF4F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1000" y="3181147"/>
                <a:ext cx="1508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F132A34-539A-F2D7-EC9A-A04A25E7D1A2}"/>
                  </a:ext>
                </a:extLst>
              </p14:cNvPr>
              <p14:cNvContentPartPr/>
              <p14:nvPr/>
            </p14:nvContentPartPr>
            <p14:xfrm>
              <a:off x="4868480" y="2327587"/>
              <a:ext cx="720" cy="988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F132A34-539A-F2D7-EC9A-A04A25E7D1A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32480" y="2309587"/>
                <a:ext cx="72000" cy="10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6082142-8993-1D3B-A028-9A12D2F5931F}"/>
                  </a:ext>
                </a:extLst>
              </p14:cNvPr>
              <p14:cNvContentPartPr/>
              <p14:nvPr/>
            </p14:nvContentPartPr>
            <p14:xfrm>
              <a:off x="4797200" y="3187627"/>
              <a:ext cx="127440" cy="1076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6082142-8993-1D3B-A028-9A12D2F5931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9200" y="3169627"/>
                <a:ext cx="163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9495D35-B09F-90C3-05D8-253ACE13E909}"/>
                  </a:ext>
                </a:extLst>
              </p14:cNvPr>
              <p14:cNvContentPartPr/>
              <p14:nvPr/>
            </p14:nvContentPartPr>
            <p14:xfrm>
              <a:off x="5521160" y="2319667"/>
              <a:ext cx="720" cy="1002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9495D35-B09F-90C3-05D8-253ACE13E9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85160" y="2301667"/>
                <a:ext cx="72000" cy="10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3CE1771-B451-82FF-C917-AD99BC995EF2}"/>
                  </a:ext>
                </a:extLst>
              </p14:cNvPr>
              <p14:cNvContentPartPr/>
              <p14:nvPr/>
            </p14:nvContentPartPr>
            <p14:xfrm>
              <a:off x="5477240" y="3209947"/>
              <a:ext cx="128520" cy="99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3CE1771-B451-82FF-C917-AD99BC995E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59240" y="3192307"/>
                <a:ext cx="1641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987C89E-E1AC-BFBC-86EC-9B69905FB22D}"/>
                  </a:ext>
                </a:extLst>
              </p14:cNvPr>
              <p14:cNvContentPartPr/>
              <p14:nvPr/>
            </p14:nvContentPartPr>
            <p14:xfrm>
              <a:off x="6055400" y="2316427"/>
              <a:ext cx="720" cy="972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987C89E-E1AC-BFBC-86EC-9B69905FB22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19400" y="2298427"/>
                <a:ext cx="7200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17BC6B2-58A4-7E44-E3D5-7B10EC22B984}"/>
                  </a:ext>
                </a:extLst>
              </p14:cNvPr>
              <p14:cNvContentPartPr/>
              <p14:nvPr/>
            </p14:nvContentPartPr>
            <p14:xfrm>
              <a:off x="5997440" y="3201307"/>
              <a:ext cx="121680" cy="84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17BC6B2-58A4-7E44-E3D5-7B10EC22B9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79800" y="3183667"/>
                <a:ext cx="1573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329A42D-2F8A-8F02-23DE-1F5713ADAF88}"/>
                  </a:ext>
                </a:extLst>
              </p14:cNvPr>
              <p14:cNvContentPartPr/>
              <p14:nvPr/>
            </p14:nvContentPartPr>
            <p14:xfrm>
              <a:off x="6725000" y="2323267"/>
              <a:ext cx="720" cy="972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329A42D-2F8A-8F02-23DE-1F5713ADAF8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89000" y="2305267"/>
                <a:ext cx="72000" cy="10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CA94280-C532-A153-68EB-9BE28B40F2CC}"/>
                  </a:ext>
                </a:extLst>
              </p14:cNvPr>
              <p14:cNvContentPartPr/>
              <p14:nvPr/>
            </p14:nvContentPartPr>
            <p14:xfrm>
              <a:off x="6662000" y="3205267"/>
              <a:ext cx="125640" cy="910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CA94280-C532-A153-68EB-9BE28B40F2C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44360" y="3187627"/>
                <a:ext cx="1612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2296A17-20D6-89C8-C02D-563E9976EF8F}"/>
                  </a:ext>
                </a:extLst>
              </p14:cNvPr>
              <p14:cNvContentPartPr/>
              <p14:nvPr/>
            </p14:nvContentPartPr>
            <p14:xfrm>
              <a:off x="2472200" y="2318540"/>
              <a:ext cx="720" cy="1002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2296A17-20D6-89C8-C02D-563E9976EF8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36200" y="2300540"/>
                <a:ext cx="72000" cy="10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CE8A342-727E-6092-FCC0-D64B2C033C78}"/>
                  </a:ext>
                </a:extLst>
              </p14:cNvPr>
              <p14:cNvContentPartPr/>
              <p14:nvPr/>
            </p14:nvContentPartPr>
            <p14:xfrm>
              <a:off x="2413160" y="3228260"/>
              <a:ext cx="110520" cy="92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CE8A342-727E-6092-FCC0-D64B2C033C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95160" y="3210620"/>
                <a:ext cx="146160" cy="12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02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A555-B99B-7C06-ADC7-7D4F6447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85E8-D699-7BD3-BA6F-BDCDE0D4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02.0 (</a:t>
            </a:r>
            <a:r>
              <a:rPr lang="en-US" dirty="0">
                <a:ea typeface="+mj-lt"/>
                <a:cs typeface="+mj-lt"/>
              </a:rPr>
              <a:t>student_dlt_c_array_2d)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33DAF9-F7E0-A1B5-AA24-720C1013277A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31882F-EED2-51F0-59F9-AAA68BC55657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39EC27-BE47-24B7-91A1-D6DDA2F6CA40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CE032F-863A-FB3E-F95F-E7F0D36AD35A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C112E4-7770-58E7-D178-2054C753F2DE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977698-E6BB-6DAD-C3AD-49952BF28FAA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8BB46C-C3E5-95D0-79DB-5ECC3F01E62D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6B0DB-F425-69CD-1DCA-C48EBC86B9E9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1D178E-54D6-7992-E64C-3936806EA2C1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3A3432-D276-8C0E-D66A-C886B97A077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9AA5D6-7E91-9CE9-FDFE-EA0E07A7661B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A2615F-3C2E-CDD5-2D63-533873CA9E75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859B6C-848C-CBA4-0FCD-3B9784140BDC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9723AC-1975-3B9C-3B79-5D72DD3C18AC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4C7017-CE6B-D672-440E-E3782E5B68FD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2F3D887-350C-DA00-F206-51DDB53A0C0E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92ABEF-E00E-8BA8-1688-AF8993C301A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32D9F1-34DE-8CF3-2510-997A2906CEC1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74EC8-A121-2BA2-76B5-A4F662B0B5F6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0C4F-7E6F-AE81-4C00-EDEE91FA53F7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7C0EFA-8DAF-3370-E04E-D9EBBA2AAA21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6936E51-AD2E-C7B9-1D1E-1E58571C3329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B0D972-26D5-AEF4-310F-F712A1372472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15A961-DA9B-C5D1-5B64-5425511493B3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0CE64E-EA90-BC0F-0FEE-3728625C253C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AB06BC1-8389-FECC-87AD-018D4DF85C15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93DAA7-928A-5C0C-7678-081C574DA999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41EF922-91B9-9877-94F7-E8798654B7AD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EFDA18-1B25-91A9-B045-9997904616ED}"/>
              </a:ext>
            </a:extLst>
          </p:cNvPr>
          <p:cNvGrpSpPr/>
          <p:nvPr/>
        </p:nvGrpSpPr>
        <p:grpSpPr>
          <a:xfrm>
            <a:off x="2252294" y="3881381"/>
            <a:ext cx="235080" cy="131760"/>
            <a:chOff x="2252294" y="3881381"/>
            <a:chExt cx="23508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79D4ED-583F-E72C-91F1-D7745935DA52}"/>
                    </a:ext>
                  </a:extLst>
                </p14:cNvPr>
                <p14:cNvContentPartPr/>
                <p14:nvPr/>
              </p14:nvContentPartPr>
              <p14:xfrm>
                <a:off x="2252294" y="3886421"/>
                <a:ext cx="82800" cy="1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79D4ED-583F-E72C-91F1-D7745935DA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46174" y="3880301"/>
                  <a:ext cx="95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4B86E0-AC46-6AAB-06BD-32DDEEED6E58}"/>
                    </a:ext>
                  </a:extLst>
                </p14:cNvPr>
                <p14:cNvContentPartPr/>
                <p14:nvPr/>
              </p14:nvContentPartPr>
              <p14:xfrm>
                <a:off x="2375414" y="3963101"/>
                <a:ext cx="7560" cy="5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4B86E0-AC46-6AAB-06BD-32DDEEED6E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69294" y="3956981"/>
                  <a:ext cx="19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A37352-932B-8A05-57D5-25907FEC791C}"/>
                    </a:ext>
                  </a:extLst>
                </p14:cNvPr>
                <p14:cNvContentPartPr/>
                <p14:nvPr/>
              </p14:nvContentPartPr>
              <p14:xfrm>
                <a:off x="2415734" y="3881381"/>
                <a:ext cx="71640" cy="95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A37352-932B-8A05-57D5-25907FEC79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09614" y="3875261"/>
                  <a:ext cx="838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A61AD7A-80A8-B6C6-8212-2A30E1139101}"/>
              </a:ext>
            </a:extLst>
          </p:cNvPr>
          <p:cNvGrpSpPr/>
          <p:nvPr/>
        </p:nvGrpSpPr>
        <p:grpSpPr>
          <a:xfrm>
            <a:off x="2889854" y="3887501"/>
            <a:ext cx="206280" cy="110880"/>
            <a:chOff x="2889854" y="3887501"/>
            <a:chExt cx="206280" cy="1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A1FE721-FD6A-F450-5583-A5EAF7433391}"/>
                    </a:ext>
                  </a:extLst>
                </p14:cNvPr>
                <p14:cNvContentPartPr/>
                <p14:nvPr/>
              </p14:nvContentPartPr>
              <p14:xfrm>
                <a:off x="2889854" y="3887501"/>
                <a:ext cx="85320" cy="101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A1FE721-FD6A-F450-5583-A5EAF74333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83734" y="3881381"/>
                  <a:ext cx="97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39BDDE2-FF0D-FDDD-D6DC-539ECCE78674}"/>
                    </a:ext>
                  </a:extLst>
                </p14:cNvPr>
                <p14:cNvContentPartPr/>
                <p14:nvPr/>
              </p14:nvContentPartPr>
              <p14:xfrm>
                <a:off x="3024854" y="3956261"/>
                <a:ext cx="5400" cy="42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39BDDE2-FF0D-FDDD-D6DC-539ECCE786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18734" y="3950141"/>
                  <a:ext cx="17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45A7C1-99A0-CF42-24F8-1FD4C3A3DAB9}"/>
                    </a:ext>
                  </a:extLst>
                </p14:cNvPr>
                <p14:cNvContentPartPr/>
                <p14:nvPr/>
              </p14:nvContentPartPr>
              <p14:xfrm>
                <a:off x="3085694" y="3889301"/>
                <a:ext cx="10440" cy="87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45A7C1-99A0-CF42-24F8-1FD4C3A3DA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9574" y="3883181"/>
                  <a:ext cx="226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5129F8-F801-411A-FF8E-781A6D91CE85}"/>
              </a:ext>
            </a:extLst>
          </p:cNvPr>
          <p:cNvGrpSpPr/>
          <p:nvPr/>
        </p:nvGrpSpPr>
        <p:grpSpPr>
          <a:xfrm>
            <a:off x="3434534" y="3879941"/>
            <a:ext cx="248400" cy="114840"/>
            <a:chOff x="3434534" y="3879941"/>
            <a:chExt cx="24840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84CA67-0D70-6686-251E-8558633C9C82}"/>
                    </a:ext>
                  </a:extLst>
                </p14:cNvPr>
                <p14:cNvContentPartPr/>
                <p14:nvPr/>
              </p14:nvContentPartPr>
              <p14:xfrm>
                <a:off x="3434534" y="3879941"/>
                <a:ext cx="71280" cy="11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84CA67-0D70-6686-251E-8558633C9C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8414" y="3873821"/>
                  <a:ext cx="83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A28C9E3-DE7B-85F5-65EB-EF1566A9A3C1}"/>
                    </a:ext>
                  </a:extLst>
                </p14:cNvPr>
                <p14:cNvContentPartPr/>
                <p14:nvPr/>
              </p14:nvContentPartPr>
              <p14:xfrm>
                <a:off x="3548654" y="3949421"/>
                <a:ext cx="6480" cy="42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A28C9E3-DE7B-85F5-65EB-EF1566A9A3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42534" y="3943301"/>
                  <a:ext cx="18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159D12-C411-F1F9-DA5F-133A3285E160}"/>
                    </a:ext>
                  </a:extLst>
                </p14:cNvPr>
                <p14:cNvContentPartPr/>
                <p14:nvPr/>
              </p14:nvContentPartPr>
              <p14:xfrm>
                <a:off x="3601934" y="3897221"/>
                <a:ext cx="81000" cy="68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8159D12-C411-F1F9-DA5F-133A3285E1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95814" y="3891101"/>
                  <a:ext cx="932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BB1CABA-A44E-C830-E9B8-E95578D807F0}"/>
              </a:ext>
            </a:extLst>
          </p:cNvPr>
          <p:cNvGrpSpPr/>
          <p:nvPr/>
        </p:nvGrpSpPr>
        <p:grpSpPr>
          <a:xfrm>
            <a:off x="4083254" y="3881021"/>
            <a:ext cx="247320" cy="105840"/>
            <a:chOff x="4083254" y="3881021"/>
            <a:chExt cx="24732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FB324D-2E1F-02A7-7CAF-5EDE11E0C8F4}"/>
                    </a:ext>
                  </a:extLst>
                </p14:cNvPr>
                <p14:cNvContentPartPr/>
                <p14:nvPr/>
              </p14:nvContentPartPr>
              <p14:xfrm>
                <a:off x="4083254" y="3881021"/>
                <a:ext cx="85320" cy="102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FB324D-2E1F-02A7-7CAF-5EDE11E0C8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7134" y="3874901"/>
                  <a:ext cx="97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C8322B-EBBF-FA3C-6589-3F7568234D66}"/>
                    </a:ext>
                  </a:extLst>
                </p14:cNvPr>
                <p14:cNvContentPartPr/>
                <p14:nvPr/>
              </p14:nvContentPartPr>
              <p14:xfrm>
                <a:off x="4221854" y="3949781"/>
                <a:ext cx="10080" cy="3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C8322B-EBBF-FA3C-6589-3F7568234D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15734" y="3943661"/>
                  <a:ext cx="22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D232EB-F937-23B7-D99A-8D8A21769F5F}"/>
                    </a:ext>
                  </a:extLst>
                </p14:cNvPr>
                <p14:cNvContentPartPr/>
                <p14:nvPr/>
              </p14:nvContentPartPr>
              <p14:xfrm>
                <a:off x="4263974" y="3888221"/>
                <a:ext cx="66600" cy="79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D232EB-F937-23B7-D99A-8D8A21769F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7854" y="3882101"/>
                  <a:ext cx="788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BEB1DE5-5888-3EA6-C269-F12229B81D57}"/>
              </a:ext>
            </a:extLst>
          </p:cNvPr>
          <p:cNvGrpSpPr/>
          <p:nvPr/>
        </p:nvGrpSpPr>
        <p:grpSpPr>
          <a:xfrm>
            <a:off x="4643331" y="3873752"/>
            <a:ext cx="216720" cy="102600"/>
            <a:chOff x="4643331" y="3873752"/>
            <a:chExt cx="216720" cy="10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5B9D0A-662B-C9AA-8C4F-54A019E2043A}"/>
                    </a:ext>
                  </a:extLst>
                </p14:cNvPr>
                <p14:cNvContentPartPr/>
                <p14:nvPr/>
              </p14:nvContentPartPr>
              <p14:xfrm>
                <a:off x="4643331" y="3879872"/>
                <a:ext cx="75600" cy="60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5B9D0A-662B-C9AA-8C4F-54A019E204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7211" y="3873752"/>
                  <a:ext cx="87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C31B584-D9D2-9484-1596-767212A11821}"/>
                    </a:ext>
                  </a:extLst>
                </p14:cNvPr>
                <p14:cNvContentPartPr/>
                <p14:nvPr/>
              </p14:nvContentPartPr>
              <p14:xfrm>
                <a:off x="4708131" y="3873752"/>
                <a:ext cx="10800" cy="88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C31B584-D9D2-9484-1596-767212A1182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02011" y="3867632"/>
                  <a:ext cx="23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1667EC-EBDF-318B-A501-98FEE4E82A0E}"/>
                    </a:ext>
                  </a:extLst>
                </p14:cNvPr>
                <p14:cNvContentPartPr/>
                <p14:nvPr/>
              </p14:nvContentPartPr>
              <p14:xfrm>
                <a:off x="4748091" y="3944672"/>
                <a:ext cx="13680" cy="31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1667EC-EBDF-318B-A501-98FEE4E82A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41971" y="3938552"/>
                  <a:ext cx="25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E26F5D7-0C08-035F-D9F1-EF5F9BDF831C}"/>
                    </a:ext>
                  </a:extLst>
                </p14:cNvPr>
                <p14:cNvContentPartPr/>
                <p14:nvPr/>
              </p14:nvContentPartPr>
              <p14:xfrm>
                <a:off x="4787691" y="3882392"/>
                <a:ext cx="72360" cy="66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E26F5D7-0C08-035F-D9F1-EF5F9BDF83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81571" y="3876272"/>
                  <a:ext cx="8460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9A1CF34-19D1-A3DA-9DE9-D9A1F377B88B}"/>
              </a:ext>
            </a:extLst>
          </p:cNvPr>
          <p:cNvGrpSpPr/>
          <p:nvPr/>
        </p:nvGrpSpPr>
        <p:grpSpPr>
          <a:xfrm>
            <a:off x="5340450" y="3901967"/>
            <a:ext cx="147960" cy="105480"/>
            <a:chOff x="5340450" y="3901967"/>
            <a:chExt cx="14796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8830D0-5901-FB16-960B-7FE95618D203}"/>
                    </a:ext>
                  </a:extLst>
                </p14:cNvPr>
                <p14:cNvContentPartPr/>
                <p14:nvPr/>
              </p14:nvContentPartPr>
              <p14:xfrm>
                <a:off x="5340450" y="3903407"/>
                <a:ext cx="52560" cy="4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8830D0-5901-FB16-960B-7FE95618D2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4330" y="3897287"/>
                  <a:ext cx="64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30AF01-021F-4ED3-32EB-4E66CB936F8F}"/>
                    </a:ext>
                  </a:extLst>
                </p14:cNvPr>
                <p14:cNvContentPartPr/>
                <p14:nvPr/>
              </p14:nvContentPartPr>
              <p14:xfrm>
                <a:off x="5382210" y="3901967"/>
                <a:ext cx="28080" cy="91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30AF01-021F-4ED3-32EB-4E66CB936F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76090" y="3895847"/>
                  <a:ext cx="40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A5FD8D-3EEF-E0D2-2B27-01D06CAE494B}"/>
                    </a:ext>
                  </a:extLst>
                </p14:cNvPr>
                <p14:cNvContentPartPr/>
                <p14:nvPr/>
              </p14:nvContentPartPr>
              <p14:xfrm>
                <a:off x="5432970" y="3977207"/>
                <a:ext cx="6840" cy="30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A5FD8D-3EEF-E0D2-2B27-01D06CAE49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6850" y="3971087"/>
                  <a:ext cx="19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AEE5E8-4AC5-6D02-4C51-256880480C04}"/>
                    </a:ext>
                  </a:extLst>
                </p14:cNvPr>
                <p14:cNvContentPartPr/>
                <p14:nvPr/>
              </p14:nvContentPartPr>
              <p14:xfrm>
                <a:off x="5474370" y="3909167"/>
                <a:ext cx="14040" cy="75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AEE5E8-4AC5-6D02-4C51-256880480C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68250" y="3903047"/>
                  <a:ext cx="262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DBE0B95-5283-56D0-2DC5-73CBE24629C7}"/>
              </a:ext>
            </a:extLst>
          </p:cNvPr>
          <p:cNvGrpSpPr/>
          <p:nvPr/>
        </p:nvGrpSpPr>
        <p:grpSpPr>
          <a:xfrm>
            <a:off x="5860292" y="3887541"/>
            <a:ext cx="204840" cy="120960"/>
            <a:chOff x="5860292" y="3887541"/>
            <a:chExt cx="20484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C1D82B6-E1AB-6907-FCA5-C5A97F9EB9F0}"/>
                    </a:ext>
                  </a:extLst>
                </p14:cNvPr>
                <p14:cNvContentPartPr/>
                <p14:nvPr/>
              </p14:nvContentPartPr>
              <p14:xfrm>
                <a:off x="5860292" y="3893661"/>
                <a:ext cx="68760" cy="64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C1D82B6-E1AB-6907-FCA5-C5A97F9EB9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54172" y="3887541"/>
                  <a:ext cx="81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E37AB70-54CF-6B72-3DA7-1BBFC1B59FE3}"/>
                    </a:ext>
                  </a:extLst>
                </p14:cNvPr>
                <p14:cNvContentPartPr/>
                <p14:nvPr/>
              </p14:nvContentPartPr>
              <p14:xfrm>
                <a:off x="5910332" y="3887541"/>
                <a:ext cx="32400" cy="120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E37AB70-54CF-6B72-3DA7-1BBFC1B59F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4212" y="3881421"/>
                  <a:ext cx="44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6BC3A34-7B35-E1CC-304F-4834D038575F}"/>
                    </a:ext>
                  </a:extLst>
                </p14:cNvPr>
                <p14:cNvContentPartPr/>
                <p14:nvPr/>
              </p14:nvContentPartPr>
              <p14:xfrm>
                <a:off x="5965052" y="3977901"/>
                <a:ext cx="4680" cy="2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6BC3A34-7B35-E1CC-304F-4834D03857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58932" y="3971781"/>
                  <a:ext cx="16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5F16CB-9409-3DCD-103D-C662D5D99CFA}"/>
                    </a:ext>
                  </a:extLst>
                </p14:cNvPr>
                <p14:cNvContentPartPr/>
                <p14:nvPr/>
              </p14:nvContentPartPr>
              <p14:xfrm>
                <a:off x="6000692" y="3913821"/>
                <a:ext cx="64440" cy="52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5F16CB-9409-3DCD-103D-C662D5D99C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94572" y="3907701"/>
                  <a:ext cx="766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CF6B23E-FCA6-0049-4E01-A46D6188C9CA}"/>
              </a:ext>
            </a:extLst>
          </p:cNvPr>
          <p:cNvGrpSpPr/>
          <p:nvPr/>
        </p:nvGrpSpPr>
        <p:grpSpPr>
          <a:xfrm>
            <a:off x="6507943" y="3889560"/>
            <a:ext cx="226080" cy="128160"/>
            <a:chOff x="6507943" y="3889560"/>
            <a:chExt cx="22608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136B31-5DDF-2D27-47B8-2558CC64B632}"/>
                    </a:ext>
                  </a:extLst>
                </p14:cNvPr>
                <p14:cNvContentPartPr/>
                <p14:nvPr/>
              </p14:nvContentPartPr>
              <p14:xfrm>
                <a:off x="6507943" y="3889560"/>
                <a:ext cx="73800" cy="68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136B31-5DDF-2D27-47B8-2558CC64B63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01823" y="3883440"/>
                  <a:ext cx="86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5087F3-18D0-FE79-1F65-B9166EDD3E25}"/>
                    </a:ext>
                  </a:extLst>
                </p14:cNvPr>
                <p14:cNvContentPartPr/>
                <p14:nvPr/>
              </p14:nvContentPartPr>
              <p14:xfrm>
                <a:off x="6554383" y="3900720"/>
                <a:ext cx="16560" cy="117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5087F3-18D0-FE79-1F65-B9166EDD3E2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48263" y="3894600"/>
                  <a:ext cx="28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3156F6-96B2-B497-43FC-A2DC2CCE4B25}"/>
                    </a:ext>
                  </a:extLst>
                </p14:cNvPr>
                <p14:cNvContentPartPr/>
                <p14:nvPr/>
              </p14:nvContentPartPr>
              <p14:xfrm>
                <a:off x="6613423" y="3990720"/>
                <a:ext cx="8640" cy="24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3156F6-96B2-B497-43FC-A2DC2CCE4B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07303" y="3984600"/>
                  <a:ext cx="20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73B1FE7-67F4-C063-422E-6FEA5256C5FF}"/>
                    </a:ext>
                  </a:extLst>
                </p14:cNvPr>
                <p14:cNvContentPartPr/>
                <p14:nvPr/>
              </p14:nvContentPartPr>
              <p14:xfrm>
                <a:off x="6647983" y="3920160"/>
                <a:ext cx="86040" cy="75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73B1FE7-67F4-C063-422E-6FEA5256C5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41863" y="3914040"/>
                  <a:ext cx="98280" cy="8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1EC18B2-3815-1374-9D2A-CC5B7E7BB775}"/>
                  </a:ext>
                </a:extLst>
              </p14:cNvPr>
              <p14:cNvContentPartPr/>
              <p14:nvPr/>
            </p14:nvContentPartPr>
            <p14:xfrm>
              <a:off x="2381720" y="4140480"/>
              <a:ext cx="71280" cy="9612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1EC18B2-3815-1374-9D2A-CC5B7E7BB77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3720" y="4122480"/>
                <a:ext cx="106920" cy="9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6F10E27-5F22-9870-2DDD-00267C73CB26}"/>
                  </a:ext>
                </a:extLst>
              </p14:cNvPr>
              <p14:cNvContentPartPr/>
              <p14:nvPr/>
            </p14:nvContentPartPr>
            <p14:xfrm>
              <a:off x="2390000" y="4996920"/>
              <a:ext cx="104400" cy="928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6F10E27-5F22-9870-2DDD-00267C73CB2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72000" y="4979280"/>
                <a:ext cx="1400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05F79A79-D758-6AB0-C487-1564CBBEDAF7}"/>
                  </a:ext>
                </a:extLst>
              </p14:cNvPr>
              <p14:cNvContentPartPr/>
              <p14:nvPr/>
            </p14:nvContentPartPr>
            <p14:xfrm>
              <a:off x="3024680" y="4098720"/>
              <a:ext cx="74520" cy="10036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05F79A79-D758-6AB0-C487-1564CBBEDAF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06680" y="4080720"/>
                <a:ext cx="11016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68C52F9-E17B-E6FF-00BF-1DCB5CAB4366}"/>
                  </a:ext>
                </a:extLst>
              </p14:cNvPr>
              <p14:cNvContentPartPr/>
              <p14:nvPr/>
            </p14:nvContentPartPr>
            <p14:xfrm>
              <a:off x="3044840" y="4988280"/>
              <a:ext cx="120960" cy="1058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68C52F9-E17B-E6FF-00BF-1DCB5CAB436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26840" y="4970640"/>
                <a:ext cx="1566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24AC901-4060-DECE-C940-2F26EAA481BF}"/>
                  </a:ext>
                </a:extLst>
              </p14:cNvPr>
              <p14:cNvContentPartPr/>
              <p14:nvPr/>
            </p14:nvContentPartPr>
            <p14:xfrm>
              <a:off x="3562880" y="4101240"/>
              <a:ext cx="84240" cy="9774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24AC901-4060-DECE-C940-2F26EAA481B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4880" y="4083240"/>
                <a:ext cx="119880" cy="10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AEC0061-233B-3FD6-7AA8-C5947A5E8678}"/>
                  </a:ext>
                </a:extLst>
              </p14:cNvPr>
              <p14:cNvContentPartPr/>
              <p14:nvPr/>
            </p14:nvContentPartPr>
            <p14:xfrm>
              <a:off x="3585200" y="4973880"/>
              <a:ext cx="122400" cy="1112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AEC0061-233B-3FD6-7AA8-C5947A5E86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67560" y="4955880"/>
                <a:ext cx="1580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FCD25AA-E15B-CB74-0119-DB328B3AEECB}"/>
                  </a:ext>
                </a:extLst>
              </p14:cNvPr>
              <p14:cNvContentPartPr/>
              <p14:nvPr/>
            </p14:nvContentPartPr>
            <p14:xfrm>
              <a:off x="4210520" y="4089720"/>
              <a:ext cx="56880" cy="10036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FCD25AA-E15B-CB74-0119-DB328B3AEEC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92520" y="4071720"/>
                <a:ext cx="9252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D035F0A-FE5A-E764-EE1E-879323E6FA45}"/>
                  </a:ext>
                </a:extLst>
              </p14:cNvPr>
              <p14:cNvContentPartPr/>
              <p14:nvPr/>
            </p14:nvContentPartPr>
            <p14:xfrm>
              <a:off x="4210880" y="4965960"/>
              <a:ext cx="151560" cy="1216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D035F0A-FE5A-E764-EE1E-879323E6FA4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92880" y="4948320"/>
                <a:ext cx="1872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F7EE398-C00D-FD0B-148B-6020C574DE7D}"/>
                  </a:ext>
                </a:extLst>
              </p14:cNvPr>
              <p14:cNvContentPartPr/>
              <p14:nvPr/>
            </p14:nvContentPartPr>
            <p14:xfrm>
              <a:off x="4784720" y="4060920"/>
              <a:ext cx="55440" cy="10339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F7EE398-C00D-FD0B-148B-6020C574DE7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766720" y="4042920"/>
                <a:ext cx="91080" cy="10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A0044CD-C9BB-BE49-4813-D19E065D56E8}"/>
                  </a:ext>
                </a:extLst>
              </p14:cNvPr>
              <p14:cNvContentPartPr/>
              <p14:nvPr/>
            </p14:nvContentPartPr>
            <p14:xfrm>
              <a:off x="4794440" y="4993680"/>
              <a:ext cx="116280" cy="1252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A0044CD-C9BB-BE49-4813-D19E065D56E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76800" y="4976040"/>
                <a:ext cx="1519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9030E51-79E2-260F-178B-5339118AE0F8}"/>
                  </a:ext>
                </a:extLst>
              </p14:cNvPr>
              <p14:cNvContentPartPr/>
              <p14:nvPr/>
            </p14:nvContentPartPr>
            <p14:xfrm>
              <a:off x="5417240" y="4087560"/>
              <a:ext cx="65160" cy="10072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9030E51-79E2-260F-178B-5339118AE0F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99240" y="4069560"/>
                <a:ext cx="100800" cy="10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7EA7A08-8FEB-41A9-352C-0DEDC9C5CC2C}"/>
                  </a:ext>
                </a:extLst>
              </p14:cNvPr>
              <p14:cNvContentPartPr/>
              <p14:nvPr/>
            </p14:nvContentPartPr>
            <p14:xfrm>
              <a:off x="5427680" y="5000160"/>
              <a:ext cx="130320" cy="98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7EA7A08-8FEB-41A9-352C-0DEDC9C5CC2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09680" y="4982520"/>
                <a:ext cx="1659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6A26F23-9026-E37A-C74E-DAE0E67A6F36}"/>
                  </a:ext>
                </a:extLst>
              </p14:cNvPr>
              <p14:cNvContentPartPr/>
              <p14:nvPr/>
            </p14:nvContentPartPr>
            <p14:xfrm>
              <a:off x="5968400" y="4090800"/>
              <a:ext cx="40680" cy="9979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6A26F23-9026-E37A-C74E-DAE0E67A6F3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950400" y="4072800"/>
                <a:ext cx="7632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992B778-2B66-0740-0CFD-04B401FCA149}"/>
                  </a:ext>
                </a:extLst>
              </p14:cNvPr>
              <p14:cNvContentPartPr/>
              <p14:nvPr/>
            </p14:nvContentPartPr>
            <p14:xfrm>
              <a:off x="5947160" y="4998000"/>
              <a:ext cx="133200" cy="910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992B778-2B66-0740-0CFD-04B401FCA1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929160" y="4980360"/>
                <a:ext cx="1688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9300355-6747-EAEF-A56C-A09B53B6A19F}"/>
                  </a:ext>
                </a:extLst>
              </p14:cNvPr>
              <p14:cNvContentPartPr/>
              <p14:nvPr/>
            </p14:nvContentPartPr>
            <p14:xfrm>
              <a:off x="2367320" y="2309880"/>
              <a:ext cx="81000" cy="12002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9300355-6747-EAEF-A56C-A09B53B6A19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49320" y="2291880"/>
                <a:ext cx="116640" cy="12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54A9036-2249-4148-1138-EEDF2102C5B6}"/>
                  </a:ext>
                </a:extLst>
              </p14:cNvPr>
              <p14:cNvContentPartPr/>
              <p14:nvPr/>
            </p14:nvContentPartPr>
            <p14:xfrm>
              <a:off x="2310800" y="3380520"/>
              <a:ext cx="149760" cy="1202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54A9036-2249-4148-1138-EEDF2102C5B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292800" y="3362880"/>
                <a:ext cx="185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E114E7C-34AC-3C98-E6B8-7164DF2F3161}"/>
                  </a:ext>
                </a:extLst>
              </p14:cNvPr>
              <p14:cNvContentPartPr/>
              <p14:nvPr/>
            </p14:nvContentPartPr>
            <p14:xfrm>
              <a:off x="3032960" y="2312400"/>
              <a:ext cx="100440" cy="1220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E114E7C-34AC-3C98-E6B8-7164DF2F316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015320" y="2294400"/>
                <a:ext cx="136080" cy="12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6016408-C256-09C0-8B39-93538CC0E8A5}"/>
                  </a:ext>
                </a:extLst>
              </p14:cNvPr>
              <p14:cNvContentPartPr/>
              <p14:nvPr/>
            </p14:nvContentPartPr>
            <p14:xfrm>
              <a:off x="2975720" y="3419400"/>
              <a:ext cx="111600" cy="1087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6016408-C256-09C0-8B39-93538CC0E8A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957720" y="3401400"/>
                <a:ext cx="147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55A9667-B9F1-0AF1-E48C-EC49DDB95EE5}"/>
                  </a:ext>
                </a:extLst>
              </p14:cNvPr>
              <p14:cNvContentPartPr/>
              <p14:nvPr/>
            </p14:nvContentPartPr>
            <p14:xfrm>
              <a:off x="3575480" y="2356320"/>
              <a:ext cx="74520" cy="11401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55A9667-B9F1-0AF1-E48C-EC49DDB95EE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57480" y="2338320"/>
                <a:ext cx="110160" cy="11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707916A-DA3F-DD40-6E17-8696F66FF616}"/>
                  </a:ext>
                </a:extLst>
              </p14:cNvPr>
              <p14:cNvContentPartPr/>
              <p14:nvPr/>
            </p14:nvContentPartPr>
            <p14:xfrm>
              <a:off x="3518600" y="3385560"/>
              <a:ext cx="149400" cy="1069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707916A-DA3F-DD40-6E17-8696F66FF61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00600" y="3367560"/>
                <a:ext cx="1850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F3A1313-5094-2072-E5CB-72888FA0D60A}"/>
                  </a:ext>
                </a:extLst>
              </p14:cNvPr>
              <p14:cNvContentPartPr/>
              <p14:nvPr/>
            </p14:nvContentPartPr>
            <p14:xfrm>
              <a:off x="4201520" y="2310240"/>
              <a:ext cx="112680" cy="12096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F3A1313-5094-2072-E5CB-72888FA0D60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183520" y="2292240"/>
                <a:ext cx="148320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B6D42FA-5EC1-2D08-1561-6067BFBADB72}"/>
                  </a:ext>
                </a:extLst>
              </p14:cNvPr>
              <p14:cNvContentPartPr/>
              <p14:nvPr/>
            </p14:nvContentPartPr>
            <p14:xfrm>
              <a:off x="4148600" y="3378720"/>
              <a:ext cx="120960" cy="1389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B6D42FA-5EC1-2D08-1561-6067BFBADB7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130960" y="3361080"/>
                <a:ext cx="1566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F2793AA-5840-BB10-078D-A5A46CC2A194}"/>
                  </a:ext>
                </a:extLst>
              </p14:cNvPr>
              <p14:cNvContentPartPr/>
              <p14:nvPr/>
            </p14:nvContentPartPr>
            <p14:xfrm>
              <a:off x="4740800" y="2330760"/>
              <a:ext cx="106200" cy="11833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F2793AA-5840-BB10-078D-A5A46CC2A19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22800" y="2312760"/>
                <a:ext cx="141840" cy="12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1FC432A-248E-9829-05D7-193C429CFF2A}"/>
                  </a:ext>
                </a:extLst>
              </p14:cNvPr>
              <p14:cNvContentPartPr/>
              <p14:nvPr/>
            </p14:nvContentPartPr>
            <p14:xfrm>
              <a:off x="4673120" y="3364680"/>
              <a:ext cx="135360" cy="1393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1FC432A-248E-9829-05D7-193C429CFF2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55120" y="3346680"/>
                <a:ext cx="1710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FDB4E16-B3EB-58CA-051B-7D745A3E0C3B}"/>
                  </a:ext>
                </a:extLst>
              </p14:cNvPr>
              <p14:cNvContentPartPr/>
              <p14:nvPr/>
            </p14:nvContentPartPr>
            <p14:xfrm>
              <a:off x="5388800" y="2301960"/>
              <a:ext cx="101880" cy="1233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FDB4E16-B3EB-58CA-051B-7D745A3E0C3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70800" y="2283960"/>
                <a:ext cx="137520" cy="12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DF21BAF-FEDC-EDD1-D14B-2C4E4297BE43}"/>
                  </a:ext>
                </a:extLst>
              </p14:cNvPr>
              <p14:cNvContentPartPr/>
              <p14:nvPr/>
            </p14:nvContentPartPr>
            <p14:xfrm>
              <a:off x="5320400" y="3414720"/>
              <a:ext cx="177120" cy="1296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DF21BAF-FEDC-EDD1-D14B-2C4E4297BE4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302400" y="3397080"/>
                <a:ext cx="2127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097F66E-5E4A-9A8F-84FC-64ED7D091C6E}"/>
                  </a:ext>
                </a:extLst>
              </p14:cNvPr>
              <p14:cNvContentPartPr/>
              <p14:nvPr/>
            </p14:nvContentPartPr>
            <p14:xfrm>
              <a:off x="5963240" y="2340907"/>
              <a:ext cx="78480" cy="11487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097F66E-5E4A-9A8F-84FC-64ED7D091C6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45600" y="2322907"/>
                <a:ext cx="114120" cy="11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8B84F18-74D6-917E-EB08-D516B58CB648}"/>
                  </a:ext>
                </a:extLst>
              </p14:cNvPr>
              <p14:cNvContentPartPr/>
              <p14:nvPr/>
            </p14:nvContentPartPr>
            <p14:xfrm>
              <a:off x="6588920" y="2305267"/>
              <a:ext cx="110520" cy="11988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8B84F18-74D6-917E-EB08-D516B58CB6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71280" y="2287267"/>
                <a:ext cx="146160" cy="12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1227825-F486-7BDD-7043-78E55E7680B7}"/>
                  </a:ext>
                </a:extLst>
              </p14:cNvPr>
              <p14:cNvContentPartPr/>
              <p14:nvPr/>
            </p14:nvContentPartPr>
            <p14:xfrm>
              <a:off x="6560480" y="3398947"/>
              <a:ext cx="108360" cy="10944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1227825-F486-7BDD-7043-78E55E7680B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542840" y="3380947"/>
                <a:ext cx="14400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561B37B-1918-F29B-53FD-5477F9C53602}"/>
              </a:ext>
            </a:extLst>
          </p:cNvPr>
          <p:cNvGrpSpPr/>
          <p:nvPr/>
        </p:nvGrpSpPr>
        <p:grpSpPr>
          <a:xfrm>
            <a:off x="5910320" y="3372667"/>
            <a:ext cx="136080" cy="122400"/>
            <a:chOff x="5910320" y="3372667"/>
            <a:chExt cx="13608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77BF835-FEDA-2E9F-8448-D81E0438B329}"/>
                    </a:ext>
                  </a:extLst>
                </p14:cNvPr>
                <p14:cNvContentPartPr/>
                <p14:nvPr/>
              </p14:nvContentPartPr>
              <p14:xfrm>
                <a:off x="5921480" y="3425227"/>
                <a:ext cx="360" cy="21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77BF835-FEDA-2E9F-8448-D81E0438B32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03840" y="3407227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68351FF-3646-DDDF-AA99-CAF15C298034}"/>
                    </a:ext>
                  </a:extLst>
                </p14:cNvPr>
                <p14:cNvContentPartPr/>
                <p14:nvPr/>
              </p14:nvContentPartPr>
              <p14:xfrm>
                <a:off x="5910320" y="3372667"/>
                <a:ext cx="136080" cy="122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68351FF-3646-DDDF-AA99-CAF15C298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92680" y="3355027"/>
                  <a:ext cx="1717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33E1ECE-4C85-9863-B082-B141AEC93A36}"/>
                  </a:ext>
                </a:extLst>
              </p14:cNvPr>
              <p14:cNvContentPartPr/>
              <p14:nvPr/>
            </p14:nvContentPartPr>
            <p14:xfrm>
              <a:off x="6586760" y="4117507"/>
              <a:ext cx="60480" cy="9604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33E1ECE-4C85-9863-B082-B141AEC93A3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68760" y="4099507"/>
                <a:ext cx="96120" cy="9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EB1F475-1847-1365-B217-D2B69C8FE303}"/>
                  </a:ext>
                </a:extLst>
              </p14:cNvPr>
              <p14:cNvContentPartPr/>
              <p14:nvPr/>
            </p14:nvContentPartPr>
            <p14:xfrm>
              <a:off x="6579560" y="4987267"/>
              <a:ext cx="119880" cy="975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EB1F475-1847-1365-B217-D2B69C8FE30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561920" y="4969627"/>
                <a:ext cx="15552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18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58C4-ADD4-48FB-2C1C-646AEB9D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3049-FEF5-8D7D-EB5B-FAE7B772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DLT:  02.1 (</a:t>
            </a:r>
            <a:r>
              <a:rPr lang="en-US" dirty="0">
                <a:ea typeface="+mj-lt"/>
                <a:cs typeface="+mj-lt"/>
              </a:rPr>
              <a:t>student_dlt_c_array_2d)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AC00BA-2492-CFD4-EB15-C4F70A105AB6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55BF1C-879F-D044-2493-301F84CCB2FD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4594C2-67F9-3989-9E5A-3BEA19A37A73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1F52D4-C377-9E92-F71E-7EA76035DAE8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AC55A6-66B1-D987-E227-CA4C6F4229AA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2A6756-902F-97A1-5411-1CDECFD0E7A9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770740-90F2-032D-8735-F1F97C97C0AF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7F5181-E53A-EEFB-49FB-AB84C4BFAAF8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70F684-0FF6-F4B5-B3B9-101AD6CFD9BF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2CABDE-EFB1-EA53-AC63-ED9038FDECA5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C2648E-7F2B-1DBC-49F4-F1E19E317011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20DC8B-C49A-A82B-27FA-E9EDA0488C39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D5BC24-3173-65E4-7E19-CA7CD221A34C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8B4C64-5BE4-7E09-401C-5D6879B0E2B2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A986BC-0385-1C61-109F-27CA6FC6ABAE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E65867-CD4F-D816-6C77-7DDC38CF95B2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266A42-2E56-2574-7149-3092C2D5A0D2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EF948A-6BC1-14BF-A669-11C48DC14773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875C80-EFA1-58E0-376D-85E54AC2F877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21A91-1BCD-37E5-09A2-9EB0AF87B880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C1F4C2-9D51-F4C0-7D02-9C81B19DA0C8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0B95713-9D7E-19F1-A92E-8D6416613514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9D40B0-0E3B-5196-0BB4-072B6877C6A4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1E89CF0-97AE-3E08-5354-8721ECB0F7AD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E74CA42-056E-857E-1864-C15AD807D52F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FF74E27-C9D4-1FD2-FF3C-A203674C1874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3B9799-3E69-0D90-1E48-5246BFFDEC33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1FFDFB-F9AF-7548-909C-9031C6219A64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C754037-C9AE-0E1C-69F9-4C0570B882AE}"/>
              </a:ext>
            </a:extLst>
          </p:cNvPr>
          <p:cNvGrpSpPr/>
          <p:nvPr/>
        </p:nvGrpSpPr>
        <p:grpSpPr>
          <a:xfrm>
            <a:off x="2276691" y="3921244"/>
            <a:ext cx="181080" cy="138600"/>
            <a:chOff x="2276691" y="3921244"/>
            <a:chExt cx="18108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FE7965-97DB-D85F-6A8D-EBE9CD6D39E6}"/>
                    </a:ext>
                  </a:extLst>
                </p14:cNvPr>
                <p14:cNvContentPartPr/>
                <p14:nvPr/>
              </p14:nvContentPartPr>
              <p14:xfrm>
                <a:off x="2276691" y="3929884"/>
                <a:ext cx="50760" cy="10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FE7965-97DB-D85F-6A8D-EBE9CD6D39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0571" y="3923764"/>
                  <a:ext cx="63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B16139C-737D-E9C1-97E2-E3C99D0C29E0}"/>
                    </a:ext>
                  </a:extLst>
                </p14:cNvPr>
                <p14:cNvContentPartPr/>
                <p14:nvPr/>
              </p14:nvContentPartPr>
              <p14:xfrm>
                <a:off x="2359851" y="3996844"/>
                <a:ext cx="5400" cy="6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B16139C-737D-E9C1-97E2-E3C99D0C29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3731" y="3990724"/>
                  <a:ext cx="17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4D941C-76CE-8F27-4E8D-7063FB371149}"/>
                    </a:ext>
                  </a:extLst>
                </p14:cNvPr>
                <p14:cNvContentPartPr/>
                <p14:nvPr/>
              </p14:nvContentPartPr>
              <p14:xfrm>
                <a:off x="2401971" y="3921244"/>
                <a:ext cx="55800" cy="9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4D941C-76CE-8F27-4E8D-7063FB3711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5851" y="3915124"/>
                  <a:ext cx="6804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2F2AFA-D810-8B0D-E512-00EC8F60F0CA}"/>
              </a:ext>
            </a:extLst>
          </p:cNvPr>
          <p:cNvGrpSpPr/>
          <p:nvPr/>
        </p:nvGrpSpPr>
        <p:grpSpPr>
          <a:xfrm>
            <a:off x="2921091" y="3917284"/>
            <a:ext cx="232200" cy="123480"/>
            <a:chOff x="2921091" y="3917284"/>
            <a:chExt cx="23220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F57DCBB-3682-1660-50DE-BAE5E5D554FA}"/>
                    </a:ext>
                  </a:extLst>
                </p14:cNvPr>
                <p14:cNvContentPartPr/>
                <p14:nvPr/>
              </p14:nvContentPartPr>
              <p14:xfrm>
                <a:off x="2921091" y="3917284"/>
                <a:ext cx="63720" cy="97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F57DCBB-3682-1660-50DE-BAE5E5D554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14971" y="3911164"/>
                  <a:ext cx="75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F167ED-2BF3-D06F-9084-A93AA6ADAB16}"/>
                    </a:ext>
                  </a:extLst>
                </p14:cNvPr>
                <p14:cNvContentPartPr/>
                <p14:nvPr/>
              </p14:nvContentPartPr>
              <p14:xfrm>
                <a:off x="3048171" y="4002244"/>
                <a:ext cx="1800" cy="38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F167ED-2BF3-D06F-9084-A93AA6ADAB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42051" y="3996124"/>
                  <a:ext cx="14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7B33E2-06EC-7AEE-BF34-22F1687C6308}"/>
                    </a:ext>
                  </a:extLst>
                </p14:cNvPr>
                <p14:cNvContentPartPr/>
                <p14:nvPr/>
              </p14:nvContentPartPr>
              <p14:xfrm>
                <a:off x="3084891" y="3937444"/>
                <a:ext cx="54000" cy="5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7B33E2-06EC-7AEE-BF34-22F1687C63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8771" y="3931324"/>
                  <a:ext cx="66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442602-C301-9AE0-424F-AF2B051C45FA}"/>
                    </a:ext>
                  </a:extLst>
                </p14:cNvPr>
                <p14:cNvContentPartPr/>
                <p14:nvPr/>
              </p14:nvContentPartPr>
              <p14:xfrm>
                <a:off x="3132411" y="3924484"/>
                <a:ext cx="20880" cy="9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442602-C301-9AE0-424F-AF2B051C45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6291" y="3918364"/>
                  <a:ext cx="3312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D48223-6D88-07B1-C4E1-BCD8CA3E2D42}"/>
              </a:ext>
            </a:extLst>
          </p:cNvPr>
          <p:cNvGrpSpPr/>
          <p:nvPr/>
        </p:nvGrpSpPr>
        <p:grpSpPr>
          <a:xfrm>
            <a:off x="3502491" y="3934924"/>
            <a:ext cx="183600" cy="115200"/>
            <a:chOff x="3502491" y="3934924"/>
            <a:chExt cx="18360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F20B96-EA2F-5451-5DC9-9AA16F61CC72}"/>
                    </a:ext>
                  </a:extLst>
                </p14:cNvPr>
                <p14:cNvContentPartPr/>
                <p14:nvPr/>
              </p14:nvContentPartPr>
              <p14:xfrm>
                <a:off x="3502491" y="3934924"/>
                <a:ext cx="20160" cy="87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F20B96-EA2F-5451-5DC9-9AA16F61CC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6371" y="3928804"/>
                  <a:ext cx="32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BA6B34-CBF1-A71B-9ACC-BF857F81C54C}"/>
                    </a:ext>
                  </a:extLst>
                </p14:cNvPr>
                <p14:cNvContentPartPr/>
                <p14:nvPr/>
              </p14:nvContentPartPr>
              <p14:xfrm>
                <a:off x="3579531" y="4004044"/>
                <a:ext cx="5400" cy="46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BA6B34-CBF1-A71B-9ACC-BF857F81C5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3411" y="3997924"/>
                  <a:ext cx="176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11CA1A-C187-62FC-7D45-FF994665D35E}"/>
                    </a:ext>
                  </a:extLst>
                </p14:cNvPr>
                <p14:cNvContentPartPr/>
                <p14:nvPr/>
              </p14:nvContentPartPr>
              <p14:xfrm>
                <a:off x="3623451" y="3939604"/>
                <a:ext cx="62640" cy="87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11CA1A-C187-62FC-7D45-FF994665D3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17331" y="3933484"/>
                  <a:ext cx="748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1954958-B139-7BE5-5812-8F4BD9399A8F}"/>
              </a:ext>
            </a:extLst>
          </p:cNvPr>
          <p:cNvGrpSpPr/>
          <p:nvPr/>
        </p:nvGrpSpPr>
        <p:grpSpPr>
          <a:xfrm>
            <a:off x="4120748" y="3934174"/>
            <a:ext cx="176040" cy="114840"/>
            <a:chOff x="4120748" y="3934174"/>
            <a:chExt cx="17604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0CF879-D925-09C2-5570-BBE2C99B8819}"/>
                    </a:ext>
                  </a:extLst>
                </p14:cNvPr>
                <p14:cNvContentPartPr/>
                <p14:nvPr/>
              </p14:nvContentPartPr>
              <p14:xfrm>
                <a:off x="4120748" y="3934174"/>
                <a:ext cx="9360" cy="97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0CF879-D925-09C2-5570-BBE2C99B88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4628" y="3928054"/>
                  <a:ext cx="21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7DCBB0-922C-F379-3D52-FC82A0643C2B}"/>
                    </a:ext>
                  </a:extLst>
                </p14:cNvPr>
                <p14:cNvContentPartPr/>
                <p14:nvPr/>
              </p14:nvContentPartPr>
              <p14:xfrm>
                <a:off x="4175468" y="3999694"/>
                <a:ext cx="1440" cy="49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7DCBB0-922C-F379-3D52-FC82A0643C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9348" y="3993574"/>
                  <a:ext cx="13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ACD500-3DDE-2A65-7C39-29D64961350C}"/>
                    </a:ext>
                  </a:extLst>
                </p14:cNvPr>
                <p14:cNvContentPartPr/>
                <p14:nvPr/>
              </p14:nvContentPartPr>
              <p14:xfrm>
                <a:off x="4223708" y="3955414"/>
                <a:ext cx="59040" cy="54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ACD500-3DDE-2A65-7C39-29D6496135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7588" y="3949294"/>
                  <a:ext cx="71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F1C50B-1ACA-4741-96A2-AB00B3A642F3}"/>
                    </a:ext>
                  </a:extLst>
                </p14:cNvPr>
                <p14:cNvContentPartPr/>
                <p14:nvPr/>
              </p14:nvContentPartPr>
              <p14:xfrm>
                <a:off x="4279148" y="3935614"/>
                <a:ext cx="17640" cy="105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F1C50B-1ACA-4741-96A2-AB00B3A642F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73028" y="3929494"/>
                  <a:ext cx="298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5F69D1-4816-993B-F4D6-B67BCFCF7DEE}"/>
              </a:ext>
            </a:extLst>
          </p:cNvPr>
          <p:cNvGrpSpPr/>
          <p:nvPr/>
        </p:nvGrpSpPr>
        <p:grpSpPr>
          <a:xfrm>
            <a:off x="4642748" y="3950734"/>
            <a:ext cx="230040" cy="100440"/>
            <a:chOff x="4642748" y="3950734"/>
            <a:chExt cx="23004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27E086-5DE0-1124-6D33-31C8F24C0792}"/>
                    </a:ext>
                  </a:extLst>
                </p14:cNvPr>
                <p14:cNvContentPartPr/>
                <p14:nvPr/>
              </p14:nvContentPartPr>
              <p14:xfrm>
                <a:off x="4642748" y="3959734"/>
                <a:ext cx="97560" cy="9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27E086-5DE0-1124-6D33-31C8F24C07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6628" y="3953614"/>
                  <a:ext cx="109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40F5A7-DBC7-B890-9F0C-09C8383BDE75}"/>
                    </a:ext>
                  </a:extLst>
                </p14:cNvPr>
                <p14:cNvContentPartPr/>
                <p14:nvPr/>
              </p14:nvContentPartPr>
              <p14:xfrm>
                <a:off x="4755788" y="4006174"/>
                <a:ext cx="7920" cy="34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40F5A7-DBC7-B890-9F0C-09C8383BDE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9668" y="4000054"/>
                  <a:ext cx="20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B0530B7-03FB-B271-685F-4895DC331559}"/>
                    </a:ext>
                  </a:extLst>
                </p14:cNvPr>
                <p14:cNvContentPartPr/>
                <p14:nvPr/>
              </p14:nvContentPartPr>
              <p14:xfrm>
                <a:off x="4797908" y="3950734"/>
                <a:ext cx="74880" cy="86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B0530B7-03FB-B271-685F-4895DC33155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1788" y="3944614"/>
                  <a:ext cx="871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2516481-D152-0FA5-1BFA-552290817A30}"/>
              </a:ext>
            </a:extLst>
          </p:cNvPr>
          <p:cNvGrpSpPr/>
          <p:nvPr/>
        </p:nvGrpSpPr>
        <p:grpSpPr>
          <a:xfrm>
            <a:off x="5321045" y="3961415"/>
            <a:ext cx="199440" cy="100080"/>
            <a:chOff x="5321045" y="3961415"/>
            <a:chExt cx="19944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AD78E4-F468-090D-666F-4AA04C2CF882}"/>
                    </a:ext>
                  </a:extLst>
                </p14:cNvPr>
                <p14:cNvContentPartPr/>
                <p14:nvPr/>
              </p14:nvContentPartPr>
              <p14:xfrm>
                <a:off x="5321045" y="3961415"/>
                <a:ext cx="42480" cy="96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AD78E4-F468-090D-666F-4AA04C2CF8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4925" y="3955295"/>
                  <a:ext cx="54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E674AD-5B8A-8C20-E328-CC205626CE1A}"/>
                    </a:ext>
                  </a:extLst>
                </p14:cNvPr>
                <p14:cNvContentPartPr/>
                <p14:nvPr/>
              </p14:nvContentPartPr>
              <p14:xfrm>
                <a:off x="5409965" y="4024775"/>
                <a:ext cx="8640" cy="36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E674AD-5B8A-8C20-E328-CC205626CE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03845" y="4018655"/>
                  <a:ext cx="20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AED2925-5395-3FB4-6E07-0B01BA812A69}"/>
                    </a:ext>
                  </a:extLst>
                </p14:cNvPr>
                <p14:cNvContentPartPr/>
                <p14:nvPr/>
              </p14:nvContentPartPr>
              <p14:xfrm>
                <a:off x="5456765" y="3971135"/>
                <a:ext cx="52560" cy="5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AED2925-5395-3FB4-6E07-0B01BA812A6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50645" y="3965015"/>
                  <a:ext cx="64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C66F941-30B4-95BD-3137-22B73EF934AB}"/>
                    </a:ext>
                  </a:extLst>
                </p14:cNvPr>
                <p14:cNvContentPartPr/>
                <p14:nvPr/>
              </p14:nvContentPartPr>
              <p14:xfrm>
                <a:off x="5512565" y="3961775"/>
                <a:ext cx="7920" cy="9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C66F941-30B4-95BD-3137-22B73EF934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06445" y="3955655"/>
                  <a:ext cx="2016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37105D9-BE7C-E4A2-7AEE-1F1AC49007EA}"/>
              </a:ext>
            </a:extLst>
          </p:cNvPr>
          <p:cNvGrpSpPr/>
          <p:nvPr/>
        </p:nvGrpSpPr>
        <p:grpSpPr>
          <a:xfrm>
            <a:off x="5861405" y="3936215"/>
            <a:ext cx="236520" cy="101160"/>
            <a:chOff x="5861405" y="3936215"/>
            <a:chExt cx="23652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81170B-3EB3-2DD1-1E1F-9E984E1606D4}"/>
                    </a:ext>
                  </a:extLst>
                </p14:cNvPr>
                <p14:cNvContentPartPr/>
                <p14:nvPr/>
              </p14:nvContentPartPr>
              <p14:xfrm>
                <a:off x="5861405" y="3948815"/>
                <a:ext cx="77760" cy="87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81170B-3EB3-2DD1-1E1F-9E984E1606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55285" y="3942695"/>
                  <a:ext cx="90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5353929-AF86-A4A8-7DEB-55295657893E}"/>
                    </a:ext>
                  </a:extLst>
                </p14:cNvPr>
                <p14:cNvContentPartPr/>
                <p14:nvPr/>
              </p14:nvContentPartPr>
              <p14:xfrm>
                <a:off x="5973725" y="3996695"/>
                <a:ext cx="12240" cy="39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5353929-AF86-A4A8-7DEB-5529565789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67605" y="3990575"/>
                  <a:ext cx="24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4AFCBB-625F-018F-C5E0-A7DBC5D1DDD8}"/>
                    </a:ext>
                  </a:extLst>
                </p14:cNvPr>
                <p14:cNvContentPartPr/>
                <p14:nvPr/>
              </p14:nvContentPartPr>
              <p14:xfrm>
                <a:off x="6017645" y="3936215"/>
                <a:ext cx="80280" cy="101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4AFCBB-625F-018F-C5E0-A7DBC5D1DDD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11525" y="3930095"/>
                  <a:ext cx="925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C9A58F4-3560-6780-8D72-57DEFF726D2F}"/>
              </a:ext>
            </a:extLst>
          </p:cNvPr>
          <p:cNvGrpSpPr/>
          <p:nvPr/>
        </p:nvGrpSpPr>
        <p:grpSpPr>
          <a:xfrm>
            <a:off x="6532006" y="3925463"/>
            <a:ext cx="183240" cy="108720"/>
            <a:chOff x="6532006" y="3925463"/>
            <a:chExt cx="18324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9F92C4-0907-BA23-4C4D-855B3DFB3E1A}"/>
                    </a:ext>
                  </a:extLst>
                </p14:cNvPr>
                <p14:cNvContentPartPr/>
                <p14:nvPr/>
              </p14:nvContentPartPr>
              <p14:xfrm>
                <a:off x="6532006" y="3925463"/>
                <a:ext cx="50400" cy="93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9F92C4-0907-BA23-4C4D-855B3DFB3E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25886" y="3919343"/>
                  <a:ext cx="62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A955BE-CE2C-545E-06B6-F801AAA9EE13}"/>
                    </a:ext>
                  </a:extLst>
                </p14:cNvPr>
                <p14:cNvContentPartPr/>
                <p14:nvPr/>
              </p14:nvContentPartPr>
              <p14:xfrm>
                <a:off x="6607966" y="3981263"/>
                <a:ext cx="21240" cy="49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A955BE-CE2C-545E-06B6-F801AAA9EE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01846" y="3975143"/>
                  <a:ext cx="33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A74952-8D30-7D54-E8E6-FD9AC08073C9}"/>
                    </a:ext>
                  </a:extLst>
                </p14:cNvPr>
                <p14:cNvContentPartPr/>
                <p14:nvPr/>
              </p14:nvContentPartPr>
              <p14:xfrm>
                <a:off x="6652606" y="3948503"/>
                <a:ext cx="57960" cy="33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A74952-8D30-7D54-E8E6-FD9AC08073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46486" y="3942383"/>
                  <a:ext cx="70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C4C87C-FC5A-FD00-1D8A-96A640FCE682}"/>
                    </a:ext>
                  </a:extLst>
                </p14:cNvPr>
                <p14:cNvContentPartPr/>
                <p14:nvPr/>
              </p14:nvContentPartPr>
              <p14:xfrm>
                <a:off x="6706966" y="3931583"/>
                <a:ext cx="8280" cy="102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C4C87C-FC5A-FD00-1D8A-96A640FCE6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00846" y="3925463"/>
                  <a:ext cx="20520" cy="11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1471590-DB42-3E90-6BEB-6A6370221A92}"/>
                  </a:ext>
                </a:extLst>
              </p14:cNvPr>
              <p14:cNvContentPartPr/>
              <p14:nvPr/>
            </p14:nvContentPartPr>
            <p14:xfrm>
              <a:off x="2403054" y="4197987"/>
              <a:ext cx="720" cy="849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1471590-DB42-3E90-6BEB-6A6370221A9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7054" y="4179987"/>
                <a:ext cx="72000" cy="88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3374659-C600-33DE-5561-4FB78F068D6E}"/>
                  </a:ext>
                </a:extLst>
              </p14:cNvPr>
              <p14:cNvContentPartPr/>
              <p14:nvPr/>
            </p14:nvContentPartPr>
            <p14:xfrm>
              <a:off x="2329974" y="4921227"/>
              <a:ext cx="123840" cy="140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3374659-C600-33DE-5561-4FB78F068D6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11974" y="4903227"/>
                <a:ext cx="1594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11F07B8-859D-D6C1-1002-57CB52AF3F80}"/>
                  </a:ext>
                </a:extLst>
              </p14:cNvPr>
              <p14:cNvContentPartPr/>
              <p14:nvPr/>
            </p14:nvContentPartPr>
            <p14:xfrm>
              <a:off x="3175974" y="4109427"/>
              <a:ext cx="397440" cy="10159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11F07B8-859D-D6C1-1002-57CB52AF3F8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57974" y="4091427"/>
                <a:ext cx="43308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2FA5F0D-F014-6726-EABD-28A0118BC4D1}"/>
                  </a:ext>
                </a:extLst>
              </p14:cNvPr>
              <p14:cNvContentPartPr/>
              <p14:nvPr/>
            </p14:nvContentPartPr>
            <p14:xfrm>
              <a:off x="3142854" y="5001867"/>
              <a:ext cx="123480" cy="124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2FA5F0D-F014-6726-EABD-28A0118BC4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25214" y="4984227"/>
                <a:ext cx="1591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A47BBE3D-D61F-008A-551A-EBB816E214F9}"/>
                  </a:ext>
                </a:extLst>
              </p14:cNvPr>
              <p14:cNvContentPartPr/>
              <p14:nvPr/>
            </p14:nvContentPartPr>
            <p14:xfrm>
              <a:off x="3760614" y="4144347"/>
              <a:ext cx="952560" cy="9525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A47BBE3D-D61F-008A-551A-EBB816E214F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742614" y="4126347"/>
                <a:ext cx="988200" cy="9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A4ADE84-ADC4-DBED-3F3F-B0D340A14EAE}"/>
                  </a:ext>
                </a:extLst>
              </p14:cNvPr>
              <p14:cNvContentPartPr/>
              <p14:nvPr/>
            </p14:nvContentPartPr>
            <p14:xfrm>
              <a:off x="3741534" y="4982067"/>
              <a:ext cx="110880" cy="1288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A4ADE84-ADC4-DBED-3F3F-B0D340A14E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23534" y="4964427"/>
                <a:ext cx="1465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A27CB26-AA4D-AD31-A70F-00221232DDA0}"/>
                  </a:ext>
                </a:extLst>
              </p14:cNvPr>
              <p14:cNvContentPartPr/>
              <p14:nvPr/>
            </p14:nvContentPartPr>
            <p14:xfrm>
              <a:off x="4947174" y="4112307"/>
              <a:ext cx="932400" cy="1051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A27CB26-AA4D-AD31-A70F-00221232DDA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29174" y="4094307"/>
                <a:ext cx="968040" cy="10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D5E3934-D068-6672-5F6C-F187037D9938}"/>
                  </a:ext>
                </a:extLst>
              </p14:cNvPr>
              <p14:cNvContentPartPr/>
              <p14:nvPr/>
            </p14:nvContentPartPr>
            <p14:xfrm>
              <a:off x="4930614" y="5059107"/>
              <a:ext cx="126720" cy="1314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D5E3934-D068-6672-5F6C-F187037D993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12974" y="5041467"/>
                <a:ext cx="1623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6C5DE4F-23B1-7F8A-F821-4B8500B4B4E7}"/>
                  </a:ext>
                </a:extLst>
              </p14:cNvPr>
              <p14:cNvContentPartPr/>
              <p14:nvPr/>
            </p14:nvContentPartPr>
            <p14:xfrm>
              <a:off x="3131086" y="4088187"/>
              <a:ext cx="1040040" cy="10400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6C5DE4F-23B1-7F8A-F821-4B8500B4B4E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13086" y="4070187"/>
                <a:ext cx="1075680" cy="10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441C458-3B3E-1C51-CCD7-5ACC21DAD7E8}"/>
                  </a:ext>
                </a:extLst>
              </p14:cNvPr>
              <p14:cNvContentPartPr/>
              <p14:nvPr/>
            </p14:nvContentPartPr>
            <p14:xfrm>
              <a:off x="4084006" y="5008347"/>
              <a:ext cx="122040" cy="123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441C458-3B3E-1C51-CCD7-5ACC21DAD7E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066366" y="4990707"/>
                <a:ext cx="1576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89DF441-DAB3-B2F4-0402-67877D497C1C}"/>
                  </a:ext>
                </a:extLst>
              </p14:cNvPr>
              <p14:cNvContentPartPr/>
              <p14:nvPr/>
            </p14:nvContentPartPr>
            <p14:xfrm>
              <a:off x="4380646" y="4102587"/>
              <a:ext cx="990360" cy="990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89DF441-DAB3-B2F4-0402-67877D497C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62646" y="4084587"/>
                <a:ext cx="1026000" cy="10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23F350E-DD8D-0D28-8AA3-912224BD6507}"/>
                  </a:ext>
                </a:extLst>
              </p14:cNvPr>
              <p14:cNvContentPartPr/>
              <p14:nvPr/>
            </p14:nvContentPartPr>
            <p14:xfrm>
              <a:off x="5296126" y="4984227"/>
              <a:ext cx="125640" cy="134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23F350E-DD8D-0D28-8AA3-912224BD65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278486" y="4966227"/>
                <a:ext cx="1612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DC41828-BA81-CDBC-609C-13968044EA2D}"/>
                  </a:ext>
                </a:extLst>
              </p14:cNvPr>
              <p14:cNvContentPartPr/>
              <p14:nvPr/>
            </p14:nvContentPartPr>
            <p14:xfrm>
              <a:off x="5432566" y="4142547"/>
              <a:ext cx="519840" cy="9651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DC41828-BA81-CDBC-609C-13968044EA2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14566" y="4124547"/>
                <a:ext cx="555480" cy="10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6A0C59F-C97E-BE86-C25F-4B8D0D881DF9}"/>
                  </a:ext>
                </a:extLst>
              </p14:cNvPr>
              <p14:cNvContentPartPr/>
              <p14:nvPr/>
            </p14:nvContentPartPr>
            <p14:xfrm>
              <a:off x="5863846" y="5008707"/>
              <a:ext cx="145440" cy="107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6A0C59F-C97E-BE86-C25F-4B8D0D881DF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46206" y="4991067"/>
                <a:ext cx="1810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A523D71-5A48-58E7-9D64-ADFCAE448495}"/>
                  </a:ext>
                </a:extLst>
              </p14:cNvPr>
              <p14:cNvContentPartPr/>
              <p14:nvPr/>
            </p14:nvContentPartPr>
            <p14:xfrm>
              <a:off x="6667726" y="4132107"/>
              <a:ext cx="720" cy="9878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A523D71-5A48-58E7-9D64-ADFCAE44849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31726" y="4114107"/>
                <a:ext cx="72000" cy="10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4FC6084-1BE5-4DCD-E0FA-064C52C03124}"/>
                  </a:ext>
                </a:extLst>
              </p14:cNvPr>
              <p14:cNvContentPartPr/>
              <p14:nvPr/>
            </p14:nvContentPartPr>
            <p14:xfrm>
              <a:off x="6604726" y="5033187"/>
              <a:ext cx="125640" cy="954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4FC6084-1BE5-4DCD-E0FA-064C52C0312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87086" y="5015547"/>
                <a:ext cx="1612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D948B94-D8A4-8914-0A55-2EF623ADFEF6}"/>
                  </a:ext>
                </a:extLst>
              </p14:cNvPr>
              <p14:cNvContentPartPr/>
              <p14:nvPr/>
            </p14:nvContentPartPr>
            <p14:xfrm>
              <a:off x="6610846" y="2368467"/>
              <a:ext cx="61200" cy="114948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D948B94-D8A4-8914-0A55-2EF623ADFEF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593206" y="2350467"/>
                <a:ext cx="96840" cy="11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3B4EBC6-D99A-4264-0CD0-8D11DF17C93E}"/>
                  </a:ext>
                </a:extLst>
              </p14:cNvPr>
              <p14:cNvContentPartPr/>
              <p14:nvPr/>
            </p14:nvContentPartPr>
            <p14:xfrm>
              <a:off x="6570526" y="3409947"/>
              <a:ext cx="126720" cy="918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3B4EBC6-D99A-4264-0CD0-8D11DF17C93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52886" y="3391947"/>
                <a:ext cx="1623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45134D8C-4CA8-C078-A366-B85B4D7A8B9E}"/>
                  </a:ext>
                </a:extLst>
              </p14:cNvPr>
              <p14:cNvContentPartPr/>
              <p14:nvPr/>
            </p14:nvContentPartPr>
            <p14:xfrm>
              <a:off x="5979406" y="2303307"/>
              <a:ext cx="88200" cy="12175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45134D8C-4CA8-C078-A366-B85B4D7A8B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61406" y="2285307"/>
                <a:ext cx="123840" cy="12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E446AEB-33D9-9615-CE9A-15D06DE2A735}"/>
                  </a:ext>
                </a:extLst>
              </p14:cNvPr>
              <p14:cNvContentPartPr/>
              <p14:nvPr/>
            </p14:nvContentPartPr>
            <p14:xfrm>
              <a:off x="5923246" y="3422547"/>
              <a:ext cx="148320" cy="795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E446AEB-33D9-9615-CE9A-15D06DE2A73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905606" y="3404907"/>
                <a:ext cx="1839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2B8005D-4100-696B-5862-67E3EEF1C8B1}"/>
                  </a:ext>
                </a:extLst>
              </p14:cNvPr>
              <p14:cNvContentPartPr/>
              <p14:nvPr/>
            </p14:nvContentPartPr>
            <p14:xfrm>
              <a:off x="5404126" y="2323467"/>
              <a:ext cx="88560" cy="11998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2B8005D-4100-696B-5862-67E3EEF1C8B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386486" y="2305467"/>
                <a:ext cx="124200" cy="12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4DA9AB9-4B7C-C3F3-23F5-90818B17BCCE}"/>
                  </a:ext>
                </a:extLst>
              </p14:cNvPr>
              <p14:cNvContentPartPr/>
              <p14:nvPr/>
            </p14:nvContentPartPr>
            <p14:xfrm>
              <a:off x="5354806" y="3439107"/>
              <a:ext cx="129240" cy="90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4DA9AB9-4B7C-C3F3-23F5-90818B17BCC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337166" y="3421107"/>
                <a:ext cx="1648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965EFCA-6D56-A3B3-DCB3-858E9EC852A1}"/>
                  </a:ext>
                </a:extLst>
              </p14:cNvPr>
              <p14:cNvContentPartPr/>
              <p14:nvPr/>
            </p14:nvContentPartPr>
            <p14:xfrm>
              <a:off x="4757566" y="2321667"/>
              <a:ext cx="70200" cy="120708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965EFCA-6D56-A3B3-DCB3-858E9EC852A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39566" y="2303667"/>
                <a:ext cx="105840" cy="12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1386D1F-8B19-C687-33A4-31058ED2C221}"/>
                  </a:ext>
                </a:extLst>
              </p14:cNvPr>
              <p14:cNvContentPartPr/>
              <p14:nvPr/>
            </p14:nvContentPartPr>
            <p14:xfrm>
              <a:off x="4714726" y="3413547"/>
              <a:ext cx="137160" cy="1065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1386D1F-8B19-C687-33A4-31058ED2C22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97086" y="3395547"/>
                <a:ext cx="172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B2CD646-498C-F6CC-DDBD-F038DD31A4F1}"/>
                  </a:ext>
                </a:extLst>
              </p14:cNvPr>
              <p14:cNvContentPartPr/>
              <p14:nvPr/>
            </p14:nvContentPartPr>
            <p14:xfrm>
              <a:off x="4198126" y="2327427"/>
              <a:ext cx="87840" cy="1211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B2CD646-498C-F6CC-DDBD-F038DD31A4F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180486" y="2309427"/>
                <a:ext cx="123480" cy="12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EC80C0F-D3C1-434A-F240-CACE40541491}"/>
                  </a:ext>
                </a:extLst>
              </p14:cNvPr>
              <p14:cNvContentPartPr/>
              <p14:nvPr/>
            </p14:nvContentPartPr>
            <p14:xfrm>
              <a:off x="4154566" y="3412107"/>
              <a:ext cx="124560" cy="112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EC80C0F-D3C1-434A-F240-CACE4054149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136926" y="3394467"/>
                <a:ext cx="16020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BA1E4F4-6E3B-AB63-B028-3D3D11C2C3A4}"/>
                  </a:ext>
                </a:extLst>
              </p14:cNvPr>
              <p14:cNvContentPartPr/>
              <p14:nvPr/>
            </p14:nvContentPartPr>
            <p14:xfrm>
              <a:off x="3584968" y="2331027"/>
              <a:ext cx="88200" cy="11714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BA1E4F4-6E3B-AB63-B028-3D3D11C2C3A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66968" y="2313027"/>
                <a:ext cx="123840" cy="12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788131E-C277-51FD-CBE3-F60166955DB4}"/>
                  </a:ext>
                </a:extLst>
              </p14:cNvPr>
              <p14:cNvContentPartPr/>
              <p14:nvPr/>
            </p14:nvContentPartPr>
            <p14:xfrm>
              <a:off x="3517648" y="3408507"/>
              <a:ext cx="155520" cy="1040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788131E-C277-51FD-CBE3-F60166955DB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00008" y="3390867"/>
                <a:ext cx="1911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FB708CE7-9EC9-DEC1-F6D8-D10A208321A9}"/>
                  </a:ext>
                </a:extLst>
              </p14:cNvPr>
              <p14:cNvContentPartPr/>
              <p14:nvPr/>
            </p14:nvContentPartPr>
            <p14:xfrm>
              <a:off x="3024808" y="2331027"/>
              <a:ext cx="87120" cy="11631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FB708CE7-9EC9-DEC1-F6D8-D10A208321A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006808" y="2313027"/>
                <a:ext cx="122760" cy="11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3908FB7-D482-2C16-B1A1-4FBCAF94CCEA}"/>
                  </a:ext>
                </a:extLst>
              </p14:cNvPr>
              <p14:cNvContentPartPr/>
              <p14:nvPr/>
            </p14:nvContentPartPr>
            <p14:xfrm>
              <a:off x="2976928" y="3382947"/>
              <a:ext cx="142200" cy="1220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43908FB7-D482-2C16-B1A1-4FBCAF94CC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959288" y="3365307"/>
                <a:ext cx="1778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C936D657-D214-DE80-F4F5-D60B3CBFB2C7}"/>
                  </a:ext>
                </a:extLst>
              </p14:cNvPr>
              <p14:cNvContentPartPr/>
              <p14:nvPr/>
            </p14:nvContentPartPr>
            <p14:xfrm>
              <a:off x="2387968" y="2296467"/>
              <a:ext cx="77760" cy="12376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C936D657-D214-DE80-F4F5-D60B3CBFB2C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369968" y="2278467"/>
                <a:ext cx="113400" cy="12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E6698B3-36A4-591B-ECD4-058F08071036}"/>
                  </a:ext>
                </a:extLst>
              </p14:cNvPr>
              <p14:cNvContentPartPr/>
              <p14:nvPr/>
            </p14:nvContentPartPr>
            <p14:xfrm>
              <a:off x="2331808" y="3397707"/>
              <a:ext cx="122040" cy="1234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E6698B3-36A4-591B-ECD4-058F0807103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13808" y="3379707"/>
                <a:ext cx="15768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414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0C80-F3E5-9D04-8432-CB6C359A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B24F-BE1F-AE5F-6CA8-53D2171B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03.0 (</a:t>
            </a:r>
            <a:r>
              <a:rPr lang="en-US" dirty="0">
                <a:ea typeface="+mj-lt"/>
                <a:cs typeface="+mj-lt"/>
              </a:rPr>
              <a:t>student_dlt_c_array_linearized_2d)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2389169-9D98-2A26-D236-FF929056AC15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83C350-23BD-889F-1718-261AB94656D8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C2F758B-8794-B94C-6092-53452C47E309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8350BB-DDDC-95DD-D800-3D3CACCD714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85DA78-0A5D-A129-B6D9-0A9896B210A0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C7DC44-A12F-BDBA-AA0D-4499E4E84D9C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63BA5F-3594-08B9-BCDC-81963A189683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4751DC-BC33-E1D7-595C-BCEE8B20334C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351DB8-2F72-DB3B-F6A4-7ECA52CBAB55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F7BEE7-52A7-991A-5135-39D4C060E7FB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31C9B5-1C22-6D52-D9F6-A401630C8E3E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9DB07E-0259-A6E3-08ED-E21F42C0A767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8D2392-53CE-03F9-75DE-C069F1B7D4C0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9D20A4-F607-8364-D788-7B7CF1451420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710CFC-2856-A979-9224-607926F9AC85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A612B6-EDBB-CECA-9A3F-46388544A4E8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39A859-DE7A-8FD2-44B4-32D4AFACD7E2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7F893B-809C-5014-2164-D6F495E343FE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81FA7-AB9D-4A88-6B0D-0C069CF40AE6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C93D3-F359-42BF-0A64-48A82F1D20C0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0A0B05-E9A7-46AB-F725-A3151F730B6F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3A7E7B1-1F32-6F2F-D5D6-EE2B8A1B70E7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4EE501A-F736-B9C1-5720-576078CABF01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F197B03-1D1F-A07B-22AC-407F815B842A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D56570-F2ED-BB27-86CE-210D0D44390C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3BFBE6E-5E2A-75FB-315C-92C686DBEC10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F36400-27EF-4247-85F9-B401A5DC09C9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980BDB-B6C9-B6F3-5DC2-64F0380E40A8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B3FABEE-9AE9-2215-D0AC-A565020E2B45}"/>
              </a:ext>
            </a:extLst>
          </p:cNvPr>
          <p:cNvGrpSpPr/>
          <p:nvPr/>
        </p:nvGrpSpPr>
        <p:grpSpPr>
          <a:xfrm>
            <a:off x="2256787" y="3872176"/>
            <a:ext cx="215640" cy="108000"/>
            <a:chOff x="2256787" y="3872176"/>
            <a:chExt cx="21564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0F4276C-E112-1CB6-97CC-81788FAB8600}"/>
                    </a:ext>
                  </a:extLst>
                </p14:cNvPr>
                <p14:cNvContentPartPr/>
                <p14:nvPr/>
              </p14:nvContentPartPr>
              <p14:xfrm>
                <a:off x="2256787" y="3872176"/>
                <a:ext cx="67680" cy="93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0F4276C-E112-1CB6-97CC-81788FAB86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50667" y="3866056"/>
                  <a:ext cx="79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167C42-892E-6E2F-2AEB-CA8F48B85013}"/>
                    </a:ext>
                  </a:extLst>
                </p14:cNvPr>
                <p14:cNvContentPartPr/>
                <p14:nvPr/>
              </p14:nvContentPartPr>
              <p14:xfrm>
                <a:off x="2360827" y="3933376"/>
                <a:ext cx="6480" cy="46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167C42-892E-6E2F-2AEB-CA8F48B850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4707" y="3927256"/>
                  <a:ext cx="18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CE37D37-F695-31C0-60F6-165968D810CB}"/>
                    </a:ext>
                  </a:extLst>
                </p14:cNvPr>
                <p14:cNvContentPartPr/>
                <p14:nvPr/>
              </p14:nvContentPartPr>
              <p14:xfrm>
                <a:off x="2402947" y="3876856"/>
                <a:ext cx="69480" cy="77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CE37D37-F695-31C0-60F6-165968D810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6827" y="3870736"/>
                  <a:ext cx="8172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4AB401-4C2E-41F2-0F5A-FD70F32C1E12}"/>
              </a:ext>
            </a:extLst>
          </p:cNvPr>
          <p:cNvGrpSpPr/>
          <p:nvPr/>
        </p:nvGrpSpPr>
        <p:grpSpPr>
          <a:xfrm>
            <a:off x="2902987" y="3889456"/>
            <a:ext cx="188280" cy="119880"/>
            <a:chOff x="2902987" y="3889456"/>
            <a:chExt cx="18828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0C0AE0-540D-0B54-785F-4BC30B33D5F2}"/>
                    </a:ext>
                  </a:extLst>
                </p14:cNvPr>
                <p14:cNvContentPartPr/>
                <p14:nvPr/>
              </p14:nvContentPartPr>
              <p14:xfrm>
                <a:off x="2902987" y="3889456"/>
                <a:ext cx="78840" cy="108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0C0AE0-540D-0B54-785F-4BC30B33D5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96867" y="3883336"/>
                  <a:ext cx="91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F376C70-172E-7887-7983-EBB20653DD1E}"/>
                    </a:ext>
                  </a:extLst>
                </p14:cNvPr>
                <p14:cNvContentPartPr/>
                <p14:nvPr/>
              </p14:nvContentPartPr>
              <p14:xfrm>
                <a:off x="3028267" y="3966496"/>
                <a:ext cx="11160" cy="4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F376C70-172E-7887-7983-EBB20653DD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22147" y="3960376"/>
                  <a:ext cx="23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664C6F-2044-A263-63AE-EA25D623EB16}"/>
                    </a:ext>
                  </a:extLst>
                </p14:cNvPr>
                <p14:cNvContentPartPr/>
                <p14:nvPr/>
              </p14:nvContentPartPr>
              <p14:xfrm>
                <a:off x="3074707" y="3897016"/>
                <a:ext cx="16560" cy="86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664C6F-2044-A263-63AE-EA25D623EB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68587" y="3890896"/>
                  <a:ext cx="288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29435AB-CF19-8C07-EC37-E3E49665C9DF}"/>
              </a:ext>
            </a:extLst>
          </p:cNvPr>
          <p:cNvGrpSpPr/>
          <p:nvPr/>
        </p:nvGrpSpPr>
        <p:grpSpPr>
          <a:xfrm>
            <a:off x="3492667" y="3893056"/>
            <a:ext cx="249480" cy="112680"/>
            <a:chOff x="3492667" y="3893056"/>
            <a:chExt cx="24948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707D2B-D641-3E72-3346-D36D8B3C561F}"/>
                    </a:ext>
                  </a:extLst>
                </p14:cNvPr>
                <p14:cNvContentPartPr/>
                <p14:nvPr/>
              </p14:nvContentPartPr>
              <p14:xfrm>
                <a:off x="3492667" y="3893056"/>
                <a:ext cx="63720" cy="90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707D2B-D641-3E72-3346-D36D8B3C56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86547" y="3886936"/>
                  <a:ext cx="7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9E44E3-04A6-3F97-6559-717AAA01A81A}"/>
                    </a:ext>
                  </a:extLst>
                </p14:cNvPr>
                <p14:cNvContentPartPr/>
                <p14:nvPr/>
              </p14:nvContentPartPr>
              <p14:xfrm>
                <a:off x="3607867" y="3967936"/>
                <a:ext cx="13680" cy="37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9E44E3-04A6-3F97-6559-717AAA01A8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01747" y="3961816"/>
                  <a:ext cx="25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56A376-35EC-C5F1-BFDF-C210B114AD88}"/>
                    </a:ext>
                  </a:extLst>
                </p14:cNvPr>
                <p14:cNvContentPartPr/>
                <p14:nvPr/>
              </p14:nvContentPartPr>
              <p14:xfrm>
                <a:off x="3642067" y="3902056"/>
                <a:ext cx="100080" cy="9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56A376-35EC-C5F1-BFDF-C210B114AD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5947" y="3895936"/>
                  <a:ext cx="1123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8C994F9-352B-81BA-FD3F-8CB229C02949}"/>
              </a:ext>
            </a:extLst>
          </p:cNvPr>
          <p:cNvGrpSpPr/>
          <p:nvPr/>
        </p:nvGrpSpPr>
        <p:grpSpPr>
          <a:xfrm>
            <a:off x="4132387" y="3881536"/>
            <a:ext cx="228960" cy="122040"/>
            <a:chOff x="4132387" y="3881536"/>
            <a:chExt cx="22896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69C588-CDED-28B4-EEFA-D679EFDA0828}"/>
                    </a:ext>
                  </a:extLst>
                </p14:cNvPr>
                <p14:cNvContentPartPr/>
                <p14:nvPr/>
              </p14:nvContentPartPr>
              <p14:xfrm>
                <a:off x="4132387" y="3881536"/>
                <a:ext cx="84600" cy="11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69C588-CDED-28B4-EEFA-D679EFDA08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26267" y="3875416"/>
                  <a:ext cx="96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B6959A-748E-9989-48DD-9C0FC7478817}"/>
                    </a:ext>
                  </a:extLst>
                </p14:cNvPr>
                <p14:cNvContentPartPr/>
                <p14:nvPr/>
              </p14:nvContentPartPr>
              <p14:xfrm>
                <a:off x="4244707" y="3960016"/>
                <a:ext cx="4320" cy="43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B6959A-748E-9989-48DD-9C0FC74788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38587" y="3953896"/>
                  <a:ext cx="16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FC7D8F-8E33-9E2A-DC57-076E5EFBB6AB}"/>
                    </a:ext>
                  </a:extLst>
                </p14:cNvPr>
                <p14:cNvContentPartPr/>
                <p14:nvPr/>
              </p14:nvContentPartPr>
              <p14:xfrm>
                <a:off x="4271707" y="3895216"/>
                <a:ext cx="89640" cy="91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FC7D8F-8E33-9E2A-DC57-076E5EFBB6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5587" y="3889096"/>
                  <a:ext cx="10188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9EC967C-CCF0-D458-BF4C-458C85BFC5CA}"/>
              </a:ext>
            </a:extLst>
          </p:cNvPr>
          <p:cNvGrpSpPr/>
          <p:nvPr/>
        </p:nvGrpSpPr>
        <p:grpSpPr>
          <a:xfrm>
            <a:off x="4644639" y="3852821"/>
            <a:ext cx="243000" cy="115560"/>
            <a:chOff x="4644639" y="3852821"/>
            <a:chExt cx="243000" cy="11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134205E-D566-8348-B8F6-D29319756F22}"/>
                    </a:ext>
                  </a:extLst>
                </p14:cNvPr>
                <p14:cNvContentPartPr/>
                <p14:nvPr/>
              </p14:nvContentPartPr>
              <p14:xfrm>
                <a:off x="4644639" y="3852821"/>
                <a:ext cx="64800" cy="65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134205E-D566-8348-B8F6-D29319756F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38519" y="3846701"/>
                  <a:ext cx="770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BD3DC7-05C9-0415-558B-E556281A3A7A}"/>
                    </a:ext>
                  </a:extLst>
                </p14:cNvPr>
                <p14:cNvContentPartPr/>
                <p14:nvPr/>
              </p14:nvContentPartPr>
              <p14:xfrm>
                <a:off x="4710159" y="3853181"/>
                <a:ext cx="11160" cy="97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BD3DC7-05C9-0415-558B-E556281A3A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04039" y="3847061"/>
                  <a:ext cx="23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E6A399-6D06-E53F-1D84-D9C3119F2A73}"/>
                    </a:ext>
                  </a:extLst>
                </p14:cNvPr>
                <p14:cNvContentPartPr/>
                <p14:nvPr/>
              </p14:nvContentPartPr>
              <p14:xfrm>
                <a:off x="4774239" y="3923021"/>
                <a:ext cx="4680" cy="45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E6A399-6D06-E53F-1D84-D9C3119F2A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68119" y="3916901"/>
                  <a:ext cx="16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CFBD1B-5E81-A87E-E828-CB64DD81F678}"/>
                    </a:ext>
                  </a:extLst>
                </p14:cNvPr>
                <p14:cNvContentPartPr/>
                <p14:nvPr/>
              </p14:nvContentPartPr>
              <p14:xfrm>
                <a:off x="4806639" y="3853181"/>
                <a:ext cx="81000" cy="91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CFBD1B-5E81-A87E-E828-CB64DD81F6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00519" y="3847061"/>
                  <a:ext cx="932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7041A20-8A7D-68E8-AFFA-6EB88F80F0DA}"/>
              </a:ext>
            </a:extLst>
          </p:cNvPr>
          <p:cNvGrpSpPr/>
          <p:nvPr/>
        </p:nvGrpSpPr>
        <p:grpSpPr>
          <a:xfrm>
            <a:off x="5289747" y="3874466"/>
            <a:ext cx="198000" cy="126000"/>
            <a:chOff x="5289747" y="3874466"/>
            <a:chExt cx="198000" cy="1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BA638C3-3715-B24E-6B51-14CDD0D2A5CF}"/>
                    </a:ext>
                  </a:extLst>
                </p14:cNvPr>
                <p14:cNvContentPartPr/>
                <p14:nvPr/>
              </p14:nvContentPartPr>
              <p14:xfrm>
                <a:off x="5289747" y="3874466"/>
                <a:ext cx="65880" cy="7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BA638C3-3715-B24E-6B51-14CDD0D2A5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83627" y="3868346"/>
                  <a:ext cx="78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29996FC-863A-1DD0-EFF9-215ABF149282}"/>
                    </a:ext>
                  </a:extLst>
                </p14:cNvPr>
                <p14:cNvContentPartPr/>
                <p14:nvPr/>
              </p14:nvContentPartPr>
              <p14:xfrm>
                <a:off x="5357427" y="3881666"/>
                <a:ext cx="11880" cy="111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29996FC-863A-1DD0-EFF9-215ABF1492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51307" y="3875546"/>
                  <a:ext cx="24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224356-D435-D4BB-7149-865F8E08E938}"/>
                    </a:ext>
                  </a:extLst>
                </p14:cNvPr>
                <p14:cNvContentPartPr/>
                <p14:nvPr/>
              </p14:nvContentPartPr>
              <p14:xfrm>
                <a:off x="5409267" y="3963026"/>
                <a:ext cx="8280" cy="37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224356-D435-D4BB-7149-865F8E08E93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03147" y="3956906"/>
                  <a:ext cx="20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CFE02C-DA69-C0B4-FBAD-1A6664C637A1}"/>
                    </a:ext>
                  </a:extLst>
                </p14:cNvPr>
                <p14:cNvContentPartPr/>
                <p14:nvPr/>
              </p14:nvContentPartPr>
              <p14:xfrm>
                <a:off x="5462187" y="3881306"/>
                <a:ext cx="25560" cy="106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CFE02C-DA69-C0B4-FBAD-1A6664C637A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56067" y="3875186"/>
                  <a:ext cx="378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C3702C6-4F2A-6371-108E-9C7EB792F131}"/>
              </a:ext>
            </a:extLst>
          </p:cNvPr>
          <p:cNvGrpSpPr/>
          <p:nvPr/>
        </p:nvGrpSpPr>
        <p:grpSpPr>
          <a:xfrm>
            <a:off x="5862649" y="3869041"/>
            <a:ext cx="199440" cy="131040"/>
            <a:chOff x="5862649" y="3869041"/>
            <a:chExt cx="19944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40E031D-4DA8-248B-4174-34B0E65AF51E}"/>
                    </a:ext>
                  </a:extLst>
                </p14:cNvPr>
                <p14:cNvContentPartPr/>
                <p14:nvPr/>
              </p14:nvContentPartPr>
              <p14:xfrm>
                <a:off x="5862649" y="3871201"/>
                <a:ext cx="58320" cy="68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40E031D-4DA8-248B-4174-34B0E65AF5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56529" y="3865081"/>
                  <a:ext cx="70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50BACB2-41C8-8FC5-53A4-AAE45FCE3911}"/>
                    </a:ext>
                  </a:extLst>
                </p14:cNvPr>
                <p14:cNvContentPartPr/>
                <p14:nvPr/>
              </p14:nvContentPartPr>
              <p14:xfrm>
                <a:off x="5905849" y="3869041"/>
                <a:ext cx="9360" cy="117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50BACB2-41C8-8FC5-53A4-AAE45FCE39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99729" y="3862921"/>
                  <a:ext cx="21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D8AD58-6158-5CC7-679F-9F68DB0230FE}"/>
                    </a:ext>
                  </a:extLst>
                </p14:cNvPr>
                <p14:cNvContentPartPr/>
                <p14:nvPr/>
              </p14:nvContentPartPr>
              <p14:xfrm>
                <a:off x="5940409" y="3956161"/>
                <a:ext cx="8640" cy="43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D8AD58-6158-5CC7-679F-9F68DB0230F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34289" y="3950041"/>
                  <a:ext cx="20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DB75E0-EF5D-BF7B-72DD-B48BBD1466BE}"/>
                    </a:ext>
                  </a:extLst>
                </p14:cNvPr>
                <p14:cNvContentPartPr/>
                <p14:nvPr/>
              </p14:nvContentPartPr>
              <p14:xfrm>
                <a:off x="5973169" y="3893161"/>
                <a:ext cx="88920" cy="9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DB75E0-EF5D-BF7B-72DD-B48BBD1466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67049" y="3887041"/>
                  <a:ext cx="1011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4BCB81B-7AB7-6A3C-BEC4-62B586733D95}"/>
              </a:ext>
            </a:extLst>
          </p:cNvPr>
          <p:cNvGrpSpPr/>
          <p:nvPr/>
        </p:nvGrpSpPr>
        <p:grpSpPr>
          <a:xfrm>
            <a:off x="6501289" y="3866161"/>
            <a:ext cx="222480" cy="118080"/>
            <a:chOff x="6501289" y="3866161"/>
            <a:chExt cx="22248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E4E7620-E6B8-6E05-09AE-C253E9D40DF0}"/>
                    </a:ext>
                  </a:extLst>
                </p14:cNvPr>
                <p14:cNvContentPartPr/>
                <p14:nvPr/>
              </p14:nvContentPartPr>
              <p14:xfrm>
                <a:off x="6501289" y="3866161"/>
                <a:ext cx="53640" cy="69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E4E7620-E6B8-6E05-09AE-C253E9D40DF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95169" y="3860041"/>
                  <a:ext cx="65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0C5A4F-3122-492B-68CE-15467412E522}"/>
                    </a:ext>
                  </a:extLst>
                </p14:cNvPr>
                <p14:cNvContentPartPr/>
                <p14:nvPr/>
              </p14:nvContentPartPr>
              <p14:xfrm>
                <a:off x="6549529" y="3877321"/>
                <a:ext cx="10800" cy="9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0C5A4F-3122-492B-68CE-15467412E5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43409" y="3871201"/>
                  <a:ext cx="23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79FB12C-8934-45AB-0CE5-19C8DDB11A69}"/>
                    </a:ext>
                  </a:extLst>
                </p14:cNvPr>
                <p14:cNvContentPartPr/>
                <p14:nvPr/>
              </p14:nvContentPartPr>
              <p14:xfrm>
                <a:off x="6592009" y="3950761"/>
                <a:ext cx="6480" cy="33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79FB12C-8934-45AB-0CE5-19C8DDB11A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85889" y="3944641"/>
                  <a:ext cx="1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58DEA68-79E6-4D5F-7DF7-EA3898D6E165}"/>
                    </a:ext>
                  </a:extLst>
                </p14:cNvPr>
                <p14:cNvContentPartPr/>
                <p14:nvPr/>
              </p14:nvContentPartPr>
              <p14:xfrm>
                <a:off x="6624769" y="3885961"/>
                <a:ext cx="99000" cy="91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58DEA68-79E6-4D5F-7DF7-EA3898D6E16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18649" y="3879841"/>
                  <a:ext cx="11124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27A611B-1CD7-F078-B5DF-6B8210767A2C}"/>
                  </a:ext>
                </a:extLst>
              </p14:cNvPr>
              <p14:cNvContentPartPr/>
              <p14:nvPr/>
            </p14:nvContentPartPr>
            <p14:xfrm>
              <a:off x="2377938" y="2395134"/>
              <a:ext cx="95040" cy="1064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27A611B-1CD7-F078-B5DF-6B8210767A2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59938" y="2377134"/>
                <a:ext cx="130680" cy="11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823F0FB-16F3-A6EB-D95F-CC44C24B9DAA}"/>
                  </a:ext>
                </a:extLst>
              </p14:cNvPr>
              <p14:cNvContentPartPr/>
              <p14:nvPr/>
            </p14:nvContentPartPr>
            <p14:xfrm>
              <a:off x="2330778" y="3369294"/>
              <a:ext cx="114840" cy="972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823F0FB-16F3-A6EB-D95F-CC44C24B9D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12778" y="3351654"/>
                <a:ext cx="150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4834E3A-07BE-A91F-AD4E-412EC2C49B9E}"/>
                  </a:ext>
                </a:extLst>
              </p14:cNvPr>
              <p14:cNvContentPartPr/>
              <p14:nvPr/>
            </p14:nvContentPartPr>
            <p14:xfrm>
              <a:off x="2337978" y="4126374"/>
              <a:ext cx="77040" cy="9579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4834E3A-07BE-A91F-AD4E-412EC2C49B9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19978" y="4108374"/>
                <a:ext cx="11268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BE5D77-B750-A09F-1D03-C4956653E889}"/>
                  </a:ext>
                </a:extLst>
              </p14:cNvPr>
              <p14:cNvContentPartPr/>
              <p14:nvPr/>
            </p14:nvContentPartPr>
            <p14:xfrm>
              <a:off x="2347698" y="4977774"/>
              <a:ext cx="112320" cy="115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BE5D77-B750-A09F-1D03-C4956653E88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30058" y="4959774"/>
                <a:ext cx="1479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0AEDAFD-69AD-6780-4B0A-0CD689AFD33A}"/>
                  </a:ext>
                </a:extLst>
              </p14:cNvPr>
              <p14:cNvContentPartPr/>
              <p14:nvPr/>
            </p14:nvContentPartPr>
            <p14:xfrm>
              <a:off x="3021978" y="2316294"/>
              <a:ext cx="96480" cy="1186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0AEDAFD-69AD-6780-4B0A-0CD689AFD3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003978" y="2298294"/>
                <a:ext cx="132120" cy="12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CBE11A1-567C-EE7F-EB85-0047D44E11C7}"/>
                  </a:ext>
                </a:extLst>
              </p14:cNvPr>
              <p14:cNvContentPartPr/>
              <p14:nvPr/>
            </p14:nvContentPartPr>
            <p14:xfrm>
              <a:off x="2976978" y="3410334"/>
              <a:ext cx="97920" cy="1004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CBE11A1-567C-EE7F-EB85-0047D44E11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59338" y="3392694"/>
                <a:ext cx="1335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4764804-1F28-439D-8611-24ED77096205}"/>
                  </a:ext>
                </a:extLst>
              </p14:cNvPr>
              <p14:cNvContentPartPr/>
              <p14:nvPr/>
            </p14:nvContentPartPr>
            <p14:xfrm>
              <a:off x="2998578" y="4114494"/>
              <a:ext cx="79920" cy="9626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4764804-1F28-439D-8611-24ED7709620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80578" y="4096494"/>
                <a:ext cx="115560" cy="9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4121CAA-4FA6-23D3-4A97-19951778249A}"/>
                  </a:ext>
                </a:extLst>
              </p14:cNvPr>
              <p14:cNvContentPartPr/>
              <p14:nvPr/>
            </p14:nvContentPartPr>
            <p14:xfrm>
              <a:off x="3020898" y="4970214"/>
              <a:ext cx="111600" cy="1148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4121CAA-4FA6-23D3-4A97-19951778249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03258" y="4952214"/>
                <a:ext cx="1472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C74FA7E-0C97-6B76-C4F0-34D0F42DFD90}"/>
                  </a:ext>
                </a:extLst>
              </p14:cNvPr>
              <p14:cNvContentPartPr/>
              <p14:nvPr/>
            </p14:nvContentPartPr>
            <p14:xfrm>
              <a:off x="3563418" y="2331774"/>
              <a:ext cx="100080" cy="11728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C74FA7E-0C97-6B76-C4F0-34D0F42DFD9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45778" y="2313774"/>
                <a:ext cx="135720" cy="12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AA6CEA4-2BD7-30A8-CFE6-D6354FFB9DCC}"/>
                  </a:ext>
                </a:extLst>
              </p14:cNvPr>
              <p14:cNvContentPartPr/>
              <p14:nvPr/>
            </p14:nvContentPartPr>
            <p14:xfrm>
              <a:off x="3527058" y="3420414"/>
              <a:ext cx="101520" cy="889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AA6CEA4-2BD7-30A8-CFE6-D6354FFB9DC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509418" y="3402414"/>
                <a:ext cx="1371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9C2DA00-AB50-1620-0241-F158C8EDCD41}"/>
                  </a:ext>
                </a:extLst>
              </p14:cNvPr>
              <p14:cNvContentPartPr/>
              <p14:nvPr/>
            </p14:nvContentPartPr>
            <p14:xfrm>
              <a:off x="3586458" y="4130334"/>
              <a:ext cx="46800" cy="954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9C2DA00-AB50-1620-0241-F158C8EDCD4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68458" y="4112334"/>
                <a:ext cx="8244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388DDB9-6523-E8C1-36A9-B9313562DD85}"/>
                  </a:ext>
                </a:extLst>
              </p14:cNvPr>
              <p14:cNvContentPartPr/>
              <p14:nvPr/>
            </p14:nvContentPartPr>
            <p14:xfrm>
              <a:off x="3574938" y="4974894"/>
              <a:ext cx="114480" cy="107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388DDB9-6523-E8C1-36A9-B9313562DD8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56938" y="4957254"/>
                <a:ext cx="1501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B95E092-827F-8293-78F9-D9554795E621}"/>
                  </a:ext>
                </a:extLst>
              </p14:cNvPr>
              <p14:cNvContentPartPr/>
              <p14:nvPr/>
            </p14:nvContentPartPr>
            <p14:xfrm>
              <a:off x="4220418" y="2296854"/>
              <a:ext cx="78120" cy="11966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B95E092-827F-8293-78F9-D9554795E62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02418" y="2278854"/>
                <a:ext cx="113760" cy="12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0379AFB-7D4F-AD22-E05E-D6E55AC5668B}"/>
                  </a:ext>
                </a:extLst>
              </p14:cNvPr>
              <p14:cNvContentPartPr/>
              <p14:nvPr/>
            </p14:nvContentPartPr>
            <p14:xfrm>
              <a:off x="4168938" y="3401694"/>
              <a:ext cx="99720" cy="1004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0379AFB-7D4F-AD22-E05E-D6E55AC5668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50938" y="3383694"/>
                <a:ext cx="1353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6A0C94C-C0E0-ACE9-0855-27E02862583A}"/>
                  </a:ext>
                </a:extLst>
              </p14:cNvPr>
              <p14:cNvContentPartPr/>
              <p14:nvPr/>
            </p14:nvContentPartPr>
            <p14:xfrm>
              <a:off x="4235898" y="4145454"/>
              <a:ext cx="49320" cy="924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6A0C94C-C0E0-ACE9-0855-27E02862583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17898" y="4127454"/>
                <a:ext cx="84960" cy="9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28C8BC1-C09A-90A7-C581-C42BD3DD92FC}"/>
                  </a:ext>
                </a:extLst>
              </p14:cNvPr>
              <p14:cNvContentPartPr/>
              <p14:nvPr/>
            </p14:nvContentPartPr>
            <p14:xfrm>
              <a:off x="4200618" y="4954374"/>
              <a:ext cx="131760" cy="1126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28C8BC1-C09A-90A7-C581-C42BD3DD92F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182978" y="4936374"/>
                <a:ext cx="1674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023731E-58CA-3735-7966-DC194E7C9C68}"/>
                  </a:ext>
                </a:extLst>
              </p14:cNvPr>
              <p14:cNvContentPartPr/>
              <p14:nvPr/>
            </p14:nvContentPartPr>
            <p14:xfrm>
              <a:off x="4752558" y="2307839"/>
              <a:ext cx="87480" cy="12067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023731E-58CA-3735-7966-DC194E7C9C6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34558" y="2289839"/>
                <a:ext cx="123120" cy="12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FC997C0-387A-EAD2-0650-60041FC6774C}"/>
                  </a:ext>
                </a:extLst>
              </p14:cNvPr>
              <p14:cNvContentPartPr/>
              <p14:nvPr/>
            </p14:nvContentPartPr>
            <p14:xfrm>
              <a:off x="4701798" y="3393959"/>
              <a:ext cx="131760" cy="1206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FC997C0-387A-EAD2-0650-60041FC6774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684158" y="3375959"/>
                <a:ext cx="1674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F17D160-A541-D53D-095D-9380032F0399}"/>
                  </a:ext>
                </a:extLst>
              </p14:cNvPr>
              <p14:cNvContentPartPr/>
              <p14:nvPr/>
            </p14:nvContentPartPr>
            <p14:xfrm>
              <a:off x="4755438" y="4092719"/>
              <a:ext cx="57600" cy="9824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F17D160-A541-D53D-095D-9380032F039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37438" y="4074719"/>
                <a:ext cx="93240" cy="10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15868D7-0511-A0CC-FA04-D28008FD1C14}"/>
                  </a:ext>
                </a:extLst>
              </p14:cNvPr>
              <p14:cNvContentPartPr/>
              <p14:nvPr/>
            </p14:nvContentPartPr>
            <p14:xfrm>
              <a:off x="4755438" y="4989839"/>
              <a:ext cx="111240" cy="100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15868D7-0511-A0CC-FA04-D28008FD1C1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737798" y="4971839"/>
                <a:ext cx="1468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75F408B-737A-A825-E66B-ADC0D30A424F}"/>
                  </a:ext>
                </a:extLst>
              </p14:cNvPr>
              <p14:cNvContentPartPr/>
              <p14:nvPr/>
            </p14:nvContentPartPr>
            <p14:xfrm>
              <a:off x="5381838" y="2331599"/>
              <a:ext cx="93600" cy="11329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75F408B-737A-A825-E66B-ADC0D30A424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364198" y="2313599"/>
                <a:ext cx="129240" cy="11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1D114EB-6D10-94C7-8810-7A16B58A14D2}"/>
                  </a:ext>
                </a:extLst>
              </p14:cNvPr>
              <p14:cNvContentPartPr/>
              <p14:nvPr/>
            </p14:nvContentPartPr>
            <p14:xfrm>
              <a:off x="5350878" y="3383159"/>
              <a:ext cx="93960" cy="1058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1D114EB-6D10-94C7-8810-7A16B58A14D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332878" y="3365519"/>
                <a:ext cx="1296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D3BC360-07E9-C074-7134-BB36AB10014D}"/>
                  </a:ext>
                </a:extLst>
              </p14:cNvPr>
              <p14:cNvContentPartPr/>
              <p14:nvPr/>
            </p14:nvContentPartPr>
            <p14:xfrm>
              <a:off x="5949198" y="2323679"/>
              <a:ext cx="111600" cy="11782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D3BC360-07E9-C074-7134-BB36AB1001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931558" y="2305679"/>
                <a:ext cx="147240" cy="12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5A5F46E-4A9B-BE2F-8D87-1F11E1C43705}"/>
                  </a:ext>
                </a:extLst>
              </p14:cNvPr>
              <p14:cNvContentPartPr/>
              <p14:nvPr/>
            </p14:nvContentPartPr>
            <p14:xfrm>
              <a:off x="5902038" y="3401519"/>
              <a:ext cx="105840" cy="982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5A5F46E-4A9B-BE2F-8D87-1F11E1C4370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884398" y="3383519"/>
                <a:ext cx="1414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58BCFB5-3D24-27EC-7E3F-389E5C09AD53}"/>
                  </a:ext>
                </a:extLst>
              </p14:cNvPr>
              <p14:cNvContentPartPr/>
              <p14:nvPr/>
            </p14:nvContentPartPr>
            <p14:xfrm>
              <a:off x="6574518" y="2350319"/>
              <a:ext cx="126000" cy="11631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58BCFB5-3D24-27EC-7E3F-389E5C09AD5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56518" y="2332319"/>
                <a:ext cx="161640" cy="11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F209EA1-75DF-2589-208F-35DD2B7B84DB}"/>
                  </a:ext>
                </a:extLst>
              </p14:cNvPr>
              <p14:cNvContentPartPr/>
              <p14:nvPr/>
            </p14:nvContentPartPr>
            <p14:xfrm>
              <a:off x="6524118" y="3418079"/>
              <a:ext cx="125280" cy="914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F209EA1-75DF-2589-208F-35DD2B7B84D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06118" y="3400439"/>
                <a:ext cx="1609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34598FA-5E65-C5F7-4C2B-9C8740F4E248}"/>
                  </a:ext>
                </a:extLst>
              </p14:cNvPr>
              <p14:cNvContentPartPr/>
              <p14:nvPr/>
            </p14:nvContentPartPr>
            <p14:xfrm>
              <a:off x="5402358" y="4106399"/>
              <a:ext cx="59760" cy="9619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34598FA-5E65-C5F7-4C2B-9C8740F4E24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384358" y="4088399"/>
                <a:ext cx="9540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36056470-D83D-58BE-79D0-1DCB12AFAFD8}"/>
                  </a:ext>
                </a:extLst>
              </p14:cNvPr>
              <p14:cNvContentPartPr/>
              <p14:nvPr/>
            </p14:nvContentPartPr>
            <p14:xfrm>
              <a:off x="5399118" y="4972199"/>
              <a:ext cx="125640" cy="1220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36056470-D83D-58BE-79D0-1DCB12AFAFD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381118" y="4954559"/>
                <a:ext cx="1612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03BBB509-3E43-7984-36E9-3A8E08DB86CF}"/>
                  </a:ext>
                </a:extLst>
              </p14:cNvPr>
              <p14:cNvContentPartPr/>
              <p14:nvPr/>
            </p14:nvContentPartPr>
            <p14:xfrm>
              <a:off x="5961798" y="4193519"/>
              <a:ext cx="53640" cy="8690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03BBB509-3E43-7984-36E9-3A8E08DB86C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943798" y="4175519"/>
                <a:ext cx="8928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F5BC058-C250-AE98-A990-E247AB84658D}"/>
                  </a:ext>
                </a:extLst>
              </p14:cNvPr>
              <p14:cNvContentPartPr/>
              <p14:nvPr/>
            </p14:nvContentPartPr>
            <p14:xfrm>
              <a:off x="5935158" y="4985519"/>
              <a:ext cx="127080" cy="100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F5BC058-C250-AE98-A990-E247AB84658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17518" y="4967879"/>
                <a:ext cx="1627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6544313-698B-BB61-B0E7-B7BAF8C7B2A1}"/>
                  </a:ext>
                </a:extLst>
              </p14:cNvPr>
              <p14:cNvContentPartPr/>
              <p14:nvPr/>
            </p14:nvContentPartPr>
            <p14:xfrm>
              <a:off x="6580998" y="4127999"/>
              <a:ext cx="78480" cy="9579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6544313-698B-BB61-B0E7-B7BAF8C7B2A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62998" y="4109999"/>
                <a:ext cx="11412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2198956-4266-4EA0-A43D-3514EAC7AF4A}"/>
                  </a:ext>
                </a:extLst>
              </p14:cNvPr>
              <p14:cNvContentPartPr/>
              <p14:nvPr/>
            </p14:nvContentPartPr>
            <p14:xfrm>
              <a:off x="6589638" y="4997039"/>
              <a:ext cx="117720" cy="820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2198956-4266-4EA0-A43D-3514EAC7AF4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71638" y="4979039"/>
                <a:ext cx="153360" cy="1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272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DF4D-7799-E635-25EA-AD5B075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9D11-9102-8A4B-5528-DFC6485E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03.1 (</a:t>
            </a:r>
            <a:r>
              <a:rPr lang="en-US" dirty="0">
                <a:ea typeface="+mj-lt"/>
                <a:cs typeface="+mj-lt"/>
              </a:rPr>
              <a:t>student_dlt_c_array_linearized_2d)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A98D8C-1216-BD1B-1315-DBD580CBF1F6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63BD1D-D261-2EB9-4E0F-3D24519B0975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453008-EE62-682C-3F14-013275950D28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0519A4-357D-2FFB-EF9F-99865FCFF56F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ABF09A-BD3E-E653-B4D7-808F3D3CF797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804F9A-DD79-0298-0801-AB3F9CEAF239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EE27A9-EE48-198E-80F1-5474029BF3D2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86D9EC-7ECC-1D9E-B9FF-0D9708B61D41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4E25F6-3BB9-79E0-CF8D-705105F02C05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EF487F-460E-3477-051F-FAB4F0864832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A457FD-AA74-2837-E042-68C6E8D1F5C2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DB46B7-47DD-3384-4870-AA95A75CCDAB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35C828-9D15-9C9A-8D34-B94A874CE069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96F081-2A37-594F-5AE5-57AE2AF9EF59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4AC12A-D283-5203-5168-069499B74224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AFE7AC-7ED3-7644-8AF1-F601C7515A13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9ED173-EAC5-5375-85DD-FDBF9371335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EBD813-6970-DE53-EDE2-BF1C24ECA362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EA2BC5-1DF6-5A72-6526-A25C84F9E200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36298-D68D-B96B-859F-1EF21C4DE67D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D019898-0140-9B90-F39C-CC36F21A1E89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A0A68CE-25CD-48C8-46D7-6EE4D1354D95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6759B6-A123-3E3C-1185-0248DE7F8D16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0A142F-64F8-1495-63A5-B42134F418DF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DBD6EC-802C-61F9-F7ED-45B777E993E7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8680DFB-275C-E193-C9A9-8D53FEB8D44C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B86A64-BBDD-2529-5582-03057C452A5A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B9DB94-C63C-B5BB-1455-A309A4E14E02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3DC5CD-B2C3-D2D8-A3E7-41AD31102A13}"/>
              </a:ext>
            </a:extLst>
          </p:cNvPr>
          <p:cNvGrpSpPr/>
          <p:nvPr/>
        </p:nvGrpSpPr>
        <p:grpSpPr>
          <a:xfrm>
            <a:off x="2261308" y="3874175"/>
            <a:ext cx="215280" cy="124200"/>
            <a:chOff x="2261308" y="3874175"/>
            <a:chExt cx="21528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FB49563-6A73-604E-78D9-BF799D957919}"/>
                    </a:ext>
                  </a:extLst>
                </p14:cNvPr>
                <p14:cNvContentPartPr/>
                <p14:nvPr/>
              </p14:nvContentPartPr>
              <p14:xfrm>
                <a:off x="2261308" y="3874175"/>
                <a:ext cx="74880" cy="113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FB49563-6A73-604E-78D9-BF799D9579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55188" y="3868055"/>
                  <a:ext cx="87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008CAA9-D7AB-C2B1-642F-E3688AF3790F}"/>
                    </a:ext>
                  </a:extLst>
                </p14:cNvPr>
                <p14:cNvContentPartPr/>
                <p14:nvPr/>
              </p14:nvContentPartPr>
              <p14:xfrm>
                <a:off x="2356708" y="3947615"/>
                <a:ext cx="18000" cy="5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008CAA9-D7AB-C2B1-642F-E3688AF379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0588" y="3941495"/>
                  <a:ext cx="30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67776C-3E58-30DD-D5EA-69DCB0F7580A}"/>
                    </a:ext>
                  </a:extLst>
                </p14:cNvPr>
                <p14:cNvContentPartPr/>
                <p14:nvPr/>
              </p14:nvContentPartPr>
              <p14:xfrm>
                <a:off x="2393068" y="3874535"/>
                <a:ext cx="83520" cy="97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67776C-3E58-30DD-D5EA-69DCB0F758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86948" y="3868415"/>
                  <a:ext cx="9576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613FC6-3C6A-A9DE-2A51-BB148A9175D9}"/>
              </a:ext>
            </a:extLst>
          </p:cNvPr>
          <p:cNvGrpSpPr/>
          <p:nvPr/>
        </p:nvGrpSpPr>
        <p:grpSpPr>
          <a:xfrm>
            <a:off x="2883028" y="3887135"/>
            <a:ext cx="201960" cy="119880"/>
            <a:chOff x="2883028" y="3887135"/>
            <a:chExt cx="20196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F3396E3-6175-EEF5-8258-6B643BEE047D}"/>
                    </a:ext>
                  </a:extLst>
                </p14:cNvPr>
                <p14:cNvContentPartPr/>
                <p14:nvPr/>
              </p14:nvContentPartPr>
              <p14:xfrm>
                <a:off x="2883028" y="3887135"/>
                <a:ext cx="70920" cy="9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F3396E3-6175-EEF5-8258-6B643BEE04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76908" y="3881015"/>
                  <a:ext cx="83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885FFD-8AB9-5F38-978C-0EB848BB2B80}"/>
                    </a:ext>
                  </a:extLst>
                </p14:cNvPr>
                <p14:cNvContentPartPr/>
                <p14:nvPr/>
              </p14:nvContentPartPr>
              <p14:xfrm>
                <a:off x="2972308" y="3957335"/>
                <a:ext cx="10800" cy="49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885FFD-8AB9-5F38-978C-0EB848BB2B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6188" y="3951215"/>
                  <a:ext cx="23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E36014-EF70-33DB-61D8-77FF3ADBF11A}"/>
                    </a:ext>
                  </a:extLst>
                </p14:cNvPr>
                <p14:cNvContentPartPr/>
                <p14:nvPr/>
              </p14:nvContentPartPr>
              <p14:xfrm>
                <a:off x="3023428" y="3906935"/>
                <a:ext cx="59400" cy="47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E36014-EF70-33DB-61D8-77FF3ADBF1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17308" y="3900815"/>
                  <a:ext cx="71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AD0B5B8-EDF6-7F91-FDC4-4691073AF46E}"/>
                    </a:ext>
                  </a:extLst>
                </p14:cNvPr>
                <p14:cNvContentPartPr/>
                <p14:nvPr/>
              </p14:nvContentPartPr>
              <p14:xfrm>
                <a:off x="3073108" y="3892175"/>
                <a:ext cx="11880" cy="102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AD0B5B8-EDF6-7F91-FDC4-4691073AF4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66988" y="3886055"/>
                  <a:ext cx="241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E3669AF-6935-1C17-B91A-03FFCD12B008}"/>
              </a:ext>
            </a:extLst>
          </p:cNvPr>
          <p:cNvGrpSpPr/>
          <p:nvPr/>
        </p:nvGrpSpPr>
        <p:grpSpPr>
          <a:xfrm>
            <a:off x="3517708" y="3866255"/>
            <a:ext cx="180360" cy="121320"/>
            <a:chOff x="3517708" y="3866255"/>
            <a:chExt cx="180360" cy="12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719195C-0835-CFCB-24D3-64D9C94A5B6A}"/>
                    </a:ext>
                  </a:extLst>
                </p14:cNvPr>
                <p14:cNvContentPartPr/>
                <p14:nvPr/>
              </p14:nvContentPartPr>
              <p14:xfrm>
                <a:off x="3517708" y="3866255"/>
                <a:ext cx="10440" cy="97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719195C-0835-CFCB-24D3-64D9C94A5B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11588" y="3860135"/>
                  <a:ext cx="22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4846FE-033B-9940-757C-CA670D68E845}"/>
                    </a:ext>
                  </a:extLst>
                </p14:cNvPr>
                <p14:cNvContentPartPr/>
                <p14:nvPr/>
              </p14:nvContentPartPr>
              <p14:xfrm>
                <a:off x="3559108" y="3932855"/>
                <a:ext cx="14040" cy="54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4846FE-033B-9940-757C-CA670D68E8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52988" y="3926735"/>
                  <a:ext cx="26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D2A7B8-C6FA-C71E-D867-3673EA4D479A}"/>
                    </a:ext>
                  </a:extLst>
                </p14:cNvPr>
                <p14:cNvContentPartPr/>
                <p14:nvPr/>
              </p14:nvContentPartPr>
              <p14:xfrm>
                <a:off x="3605908" y="3872375"/>
                <a:ext cx="92160" cy="92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D2A7B8-C6FA-C71E-D867-3673EA4D47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99788" y="3866255"/>
                  <a:ext cx="1044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6A757E3-CDC5-1E4C-8EC4-023EDD1667E2}"/>
              </a:ext>
            </a:extLst>
          </p:cNvPr>
          <p:cNvGrpSpPr/>
          <p:nvPr/>
        </p:nvGrpSpPr>
        <p:grpSpPr>
          <a:xfrm>
            <a:off x="4114228" y="3886055"/>
            <a:ext cx="189720" cy="122400"/>
            <a:chOff x="4114228" y="3886055"/>
            <a:chExt cx="18972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4C753A-D8C3-CDD4-818A-41CD14E91931}"/>
                    </a:ext>
                  </a:extLst>
                </p14:cNvPr>
                <p14:cNvContentPartPr/>
                <p14:nvPr/>
              </p14:nvContentPartPr>
              <p14:xfrm>
                <a:off x="4114228" y="3897935"/>
                <a:ext cx="10800" cy="86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4C753A-D8C3-CDD4-818A-41CD14E919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08108" y="3891815"/>
                  <a:ext cx="2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1565A5A-D9F2-15EE-CC9F-253DA58AB716}"/>
                    </a:ext>
                  </a:extLst>
                </p14:cNvPr>
                <p14:cNvContentPartPr/>
                <p14:nvPr/>
              </p14:nvContentPartPr>
              <p14:xfrm>
                <a:off x="4171108" y="3963095"/>
                <a:ext cx="9000" cy="45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1565A5A-D9F2-15EE-CC9F-253DA58AB7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4988" y="3956975"/>
                  <a:ext cx="21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DBE9834-7830-2E23-AF6E-18825959964C}"/>
                    </a:ext>
                  </a:extLst>
                </p14:cNvPr>
                <p14:cNvContentPartPr/>
                <p14:nvPr/>
              </p14:nvContentPartPr>
              <p14:xfrm>
                <a:off x="4220788" y="3906935"/>
                <a:ext cx="83160" cy="39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DBE9834-7830-2E23-AF6E-1882595996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4668" y="3900815"/>
                  <a:ext cx="95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3196AB-00C0-618E-4460-A6CA341BDA03}"/>
                    </a:ext>
                  </a:extLst>
                </p14:cNvPr>
                <p14:cNvContentPartPr/>
                <p14:nvPr/>
              </p14:nvContentPartPr>
              <p14:xfrm>
                <a:off x="4287748" y="3886055"/>
                <a:ext cx="15120" cy="99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3196AB-00C0-618E-4460-A6CA341BDA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81628" y="3879935"/>
                  <a:ext cx="273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289811A-9294-F229-0D82-823389D434F8}"/>
              </a:ext>
            </a:extLst>
          </p:cNvPr>
          <p:cNvGrpSpPr/>
          <p:nvPr/>
        </p:nvGrpSpPr>
        <p:grpSpPr>
          <a:xfrm>
            <a:off x="4666933" y="3878439"/>
            <a:ext cx="212040" cy="101520"/>
            <a:chOff x="4666933" y="3878439"/>
            <a:chExt cx="21204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D4D7AF-4E74-A429-B024-68B91DE861C8}"/>
                    </a:ext>
                  </a:extLst>
                </p14:cNvPr>
                <p14:cNvContentPartPr/>
                <p14:nvPr/>
              </p14:nvContentPartPr>
              <p14:xfrm>
                <a:off x="4666933" y="3878439"/>
                <a:ext cx="74520" cy="92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D4D7AF-4E74-A429-B024-68B91DE861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60813" y="3872319"/>
                  <a:ext cx="86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C7E096-E2CA-FCAC-A140-6FE5E26FCA75}"/>
                    </a:ext>
                  </a:extLst>
                </p14:cNvPr>
                <p14:cNvContentPartPr/>
                <p14:nvPr/>
              </p14:nvContentPartPr>
              <p14:xfrm>
                <a:off x="4768453" y="3943599"/>
                <a:ext cx="9360" cy="36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C7E096-E2CA-FCAC-A140-6FE5E26FCA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62333" y="3937479"/>
                  <a:ext cx="21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3D82BF9-BC0F-8FEF-329F-90194E917439}"/>
                    </a:ext>
                  </a:extLst>
                </p14:cNvPr>
                <p14:cNvContentPartPr/>
                <p14:nvPr/>
              </p14:nvContentPartPr>
              <p14:xfrm>
                <a:off x="4800853" y="3894279"/>
                <a:ext cx="78120" cy="71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3D82BF9-BC0F-8FEF-329F-90194E9174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4733" y="3888159"/>
                  <a:ext cx="90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BA5784-EF97-8A0D-97AA-03362900C192}"/>
              </a:ext>
            </a:extLst>
          </p:cNvPr>
          <p:cNvGrpSpPr/>
          <p:nvPr/>
        </p:nvGrpSpPr>
        <p:grpSpPr>
          <a:xfrm>
            <a:off x="5301589" y="3875284"/>
            <a:ext cx="194760" cy="102960"/>
            <a:chOff x="5301589" y="3875284"/>
            <a:chExt cx="194760" cy="10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C862760-F3E4-78EB-2635-3B608E766656}"/>
                    </a:ext>
                  </a:extLst>
                </p14:cNvPr>
                <p14:cNvContentPartPr/>
                <p14:nvPr/>
              </p14:nvContentPartPr>
              <p14:xfrm>
                <a:off x="5301589" y="3879244"/>
                <a:ext cx="64800" cy="9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C862760-F3E4-78EB-2635-3B608E7666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5469" y="3873124"/>
                  <a:ext cx="77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D2EF5A-2970-0E1E-D748-211472D6A3CD}"/>
                    </a:ext>
                  </a:extLst>
                </p14:cNvPr>
                <p14:cNvContentPartPr/>
                <p14:nvPr/>
              </p14:nvContentPartPr>
              <p14:xfrm>
                <a:off x="5398429" y="3939364"/>
                <a:ext cx="7560" cy="38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D2EF5A-2970-0E1E-D748-211472D6A3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92309" y="3933244"/>
                  <a:ext cx="19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E709AF-459D-8ABA-F4F2-680135548A28}"/>
                    </a:ext>
                  </a:extLst>
                </p14:cNvPr>
                <p14:cNvContentPartPr/>
                <p14:nvPr/>
              </p14:nvContentPartPr>
              <p14:xfrm>
                <a:off x="5436229" y="3884284"/>
                <a:ext cx="60120" cy="55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E709AF-459D-8ABA-F4F2-680135548A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0109" y="3878164"/>
                  <a:ext cx="72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30631B-DB96-333C-E92B-E50C53F83B5B}"/>
                    </a:ext>
                  </a:extLst>
                </p14:cNvPr>
                <p14:cNvContentPartPr/>
                <p14:nvPr/>
              </p14:nvContentPartPr>
              <p14:xfrm>
                <a:off x="5488429" y="3875284"/>
                <a:ext cx="6480" cy="98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30631B-DB96-333C-E92B-E50C53F83B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82309" y="3869164"/>
                  <a:ext cx="1872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8A00367-140E-30F3-94D2-FAFFD9FB3446}"/>
              </a:ext>
            </a:extLst>
          </p:cNvPr>
          <p:cNvGrpSpPr/>
          <p:nvPr/>
        </p:nvGrpSpPr>
        <p:grpSpPr>
          <a:xfrm>
            <a:off x="5873919" y="3881815"/>
            <a:ext cx="231480" cy="109800"/>
            <a:chOff x="5873919" y="3881815"/>
            <a:chExt cx="23148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8B28F6-9AD4-60E7-5230-946A8542267B}"/>
                    </a:ext>
                  </a:extLst>
                </p14:cNvPr>
                <p14:cNvContentPartPr/>
                <p14:nvPr/>
              </p14:nvContentPartPr>
              <p14:xfrm>
                <a:off x="5873919" y="3881815"/>
                <a:ext cx="62640" cy="94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8B28F6-9AD4-60E7-5230-946A854226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67799" y="3875695"/>
                  <a:ext cx="74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72B841-85F7-0790-897A-6D83731F3970}"/>
                    </a:ext>
                  </a:extLst>
                </p14:cNvPr>
                <p14:cNvContentPartPr/>
                <p14:nvPr/>
              </p14:nvContentPartPr>
              <p14:xfrm>
                <a:off x="5954919" y="3949135"/>
                <a:ext cx="29520" cy="4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72B841-85F7-0790-897A-6D83731F39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8799" y="3943015"/>
                  <a:ext cx="41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BC45BB5-BA18-B339-B692-95B86458A7E8}"/>
                    </a:ext>
                  </a:extLst>
                </p14:cNvPr>
                <p14:cNvContentPartPr/>
                <p14:nvPr/>
              </p14:nvContentPartPr>
              <p14:xfrm>
                <a:off x="6027279" y="3886135"/>
                <a:ext cx="78120" cy="70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BC45BB5-BA18-B339-B692-95B86458A7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21159" y="3880015"/>
                  <a:ext cx="903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F74C448-AFD5-8B94-1FA2-5C9396F209F4}"/>
              </a:ext>
            </a:extLst>
          </p:cNvPr>
          <p:cNvGrpSpPr/>
          <p:nvPr/>
        </p:nvGrpSpPr>
        <p:grpSpPr>
          <a:xfrm>
            <a:off x="6472854" y="3886586"/>
            <a:ext cx="212400" cy="97560"/>
            <a:chOff x="6472854" y="3886586"/>
            <a:chExt cx="212400" cy="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BF8F9-62D4-F486-74F1-1DD612D4AE7C}"/>
                    </a:ext>
                  </a:extLst>
                </p14:cNvPr>
                <p14:cNvContentPartPr/>
                <p14:nvPr/>
              </p14:nvContentPartPr>
              <p14:xfrm>
                <a:off x="6472854" y="3886586"/>
                <a:ext cx="70920" cy="86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BF8F9-62D4-F486-74F1-1DD612D4AE7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66734" y="3880466"/>
                  <a:ext cx="83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EE6BB1-A19D-7256-032B-905B6699A458}"/>
                    </a:ext>
                  </a:extLst>
                </p14:cNvPr>
                <p14:cNvContentPartPr/>
                <p14:nvPr/>
              </p14:nvContentPartPr>
              <p14:xfrm>
                <a:off x="6571134" y="3944186"/>
                <a:ext cx="10080" cy="39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EE6BB1-A19D-7256-032B-905B6699A45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65014" y="3938066"/>
                  <a:ext cx="22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4C73B2-2E6C-D281-58EE-AB2D0B5C1521}"/>
                    </a:ext>
                  </a:extLst>
                </p14:cNvPr>
                <p14:cNvContentPartPr/>
                <p14:nvPr/>
              </p14:nvContentPartPr>
              <p14:xfrm>
                <a:off x="6612894" y="3893786"/>
                <a:ext cx="62640" cy="48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4C73B2-2E6C-D281-58EE-AB2D0B5C15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06774" y="3887666"/>
                  <a:ext cx="748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61455D-90B9-689B-E030-8B3BB411B1D2}"/>
                    </a:ext>
                  </a:extLst>
                </p14:cNvPr>
                <p14:cNvContentPartPr/>
                <p14:nvPr/>
              </p14:nvContentPartPr>
              <p14:xfrm>
                <a:off x="6667974" y="3887306"/>
                <a:ext cx="17280" cy="92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61455D-90B9-689B-E030-8B3BB411B1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1854" y="3881186"/>
                  <a:ext cx="2952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754D69C-55CB-1FCD-5631-287665801867}"/>
                  </a:ext>
                </a:extLst>
              </p14:cNvPr>
              <p14:cNvContentPartPr/>
              <p14:nvPr/>
            </p14:nvContentPartPr>
            <p14:xfrm>
              <a:off x="2370621" y="2332315"/>
              <a:ext cx="84960" cy="1165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754D69C-55CB-1FCD-5631-28766580186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52981" y="2314315"/>
                <a:ext cx="120600" cy="12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78D9347-E661-6363-650C-D71ED25CA925}"/>
                  </a:ext>
                </a:extLst>
              </p14:cNvPr>
              <p14:cNvContentPartPr/>
              <p14:nvPr/>
            </p14:nvContentPartPr>
            <p14:xfrm>
              <a:off x="2315541" y="3383875"/>
              <a:ext cx="107280" cy="1267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78D9347-E661-6363-650C-D71ED25CA92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297901" y="3366235"/>
                <a:ext cx="1429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4BFD730-F1DA-F89E-A097-CEBC7F248BF1}"/>
                  </a:ext>
                </a:extLst>
              </p14:cNvPr>
              <p14:cNvContentPartPr/>
              <p14:nvPr/>
            </p14:nvContentPartPr>
            <p14:xfrm>
              <a:off x="2344341" y="4123315"/>
              <a:ext cx="97920" cy="982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4BFD730-F1DA-F89E-A097-CEBC7F248BF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26341" y="4105315"/>
                <a:ext cx="133560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1D551D3-8DB3-1D8F-4BA0-3B56247185FE}"/>
                  </a:ext>
                </a:extLst>
              </p14:cNvPr>
              <p14:cNvContentPartPr/>
              <p14:nvPr/>
            </p14:nvContentPartPr>
            <p14:xfrm>
              <a:off x="2373861" y="5002795"/>
              <a:ext cx="117360" cy="964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1D551D3-8DB3-1D8F-4BA0-3B56247185F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55861" y="4985155"/>
                <a:ext cx="1530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076671E-1B64-037E-2F70-1A4D86657D9C}"/>
                  </a:ext>
                </a:extLst>
              </p14:cNvPr>
              <p14:cNvContentPartPr/>
              <p14:nvPr/>
            </p14:nvContentPartPr>
            <p14:xfrm>
              <a:off x="3176661" y="2327635"/>
              <a:ext cx="344880" cy="11574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076671E-1B64-037E-2F70-1A4D86657D9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58661" y="2309635"/>
                <a:ext cx="380520" cy="11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4283EDF-2E16-80B2-CAB9-82942F3B8FA0}"/>
                  </a:ext>
                </a:extLst>
              </p14:cNvPr>
              <p14:cNvContentPartPr/>
              <p14:nvPr/>
            </p14:nvContentPartPr>
            <p14:xfrm>
              <a:off x="3434061" y="3395755"/>
              <a:ext cx="103680" cy="986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4283EDF-2E16-80B2-CAB9-82942F3B8FA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16421" y="3377755"/>
                <a:ext cx="1393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9EFAF8C-3D87-547A-4500-851FC9753E2C}"/>
                  </a:ext>
                </a:extLst>
              </p14:cNvPr>
              <p14:cNvContentPartPr/>
              <p14:nvPr/>
            </p14:nvContentPartPr>
            <p14:xfrm>
              <a:off x="3132021" y="4087675"/>
              <a:ext cx="349920" cy="1018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9EFAF8C-3D87-547A-4500-851FC9753E2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14021" y="4069675"/>
                <a:ext cx="385560" cy="10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BDB0BAC-1A63-23D0-D267-632CA45197CC}"/>
                  </a:ext>
                </a:extLst>
              </p14:cNvPr>
              <p14:cNvContentPartPr/>
              <p14:nvPr/>
            </p14:nvContentPartPr>
            <p14:xfrm>
              <a:off x="3098901" y="5009635"/>
              <a:ext cx="101880" cy="1054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BDB0BAC-1A63-23D0-D267-632CA45197C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81261" y="4991995"/>
                <a:ext cx="1375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597DB3E-8A70-89EA-E74F-DC890B946619}"/>
                  </a:ext>
                </a:extLst>
              </p14:cNvPr>
              <p14:cNvContentPartPr/>
              <p14:nvPr/>
            </p14:nvContentPartPr>
            <p14:xfrm>
              <a:off x="3755190" y="2330582"/>
              <a:ext cx="899280" cy="11934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597DB3E-8A70-89EA-E74F-DC890B9466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37190" y="2312582"/>
                <a:ext cx="934920" cy="12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15210C4-989B-0EEE-BDE0-174D6B81021D}"/>
                  </a:ext>
                </a:extLst>
              </p14:cNvPr>
              <p14:cNvContentPartPr/>
              <p14:nvPr/>
            </p14:nvContentPartPr>
            <p14:xfrm>
              <a:off x="4561590" y="3424622"/>
              <a:ext cx="96120" cy="1206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15210C4-989B-0EEE-BDE0-174D6B81021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43590" y="3406982"/>
                <a:ext cx="1317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5DBE8D1-516D-A7EA-B3A7-F9A75CB5ADAE}"/>
                  </a:ext>
                </a:extLst>
              </p14:cNvPr>
              <p14:cNvContentPartPr/>
              <p14:nvPr/>
            </p14:nvContentPartPr>
            <p14:xfrm>
              <a:off x="3731790" y="4074422"/>
              <a:ext cx="885240" cy="10278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5DBE8D1-516D-A7EA-B3A7-F9A75CB5AD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13790" y="4056422"/>
                <a:ext cx="92088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FDD209F-810E-A783-EEB0-82196A4692F4}"/>
                  </a:ext>
                </a:extLst>
              </p14:cNvPr>
              <p14:cNvContentPartPr/>
              <p14:nvPr/>
            </p14:nvContentPartPr>
            <p14:xfrm>
              <a:off x="3720630" y="5009702"/>
              <a:ext cx="96120" cy="997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FDD209F-810E-A783-EEB0-82196A4692F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02630" y="4992062"/>
                <a:ext cx="1317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11CA0E1-7A8F-96F8-C69F-4D0FE6FA2792}"/>
                  </a:ext>
                </a:extLst>
              </p14:cNvPr>
              <p14:cNvContentPartPr/>
              <p14:nvPr/>
            </p14:nvContentPartPr>
            <p14:xfrm>
              <a:off x="4431990" y="2320142"/>
              <a:ext cx="1395360" cy="12240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11CA0E1-7A8F-96F8-C69F-4D0FE6FA279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13990" y="2302142"/>
                <a:ext cx="1431000" cy="12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764CA15A-A27E-9F76-1FD5-08B921466366}"/>
                  </a:ext>
                </a:extLst>
              </p14:cNvPr>
              <p14:cNvContentPartPr/>
              <p14:nvPr/>
            </p14:nvContentPartPr>
            <p14:xfrm>
              <a:off x="5734470" y="3437582"/>
              <a:ext cx="90360" cy="1119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764CA15A-A27E-9F76-1FD5-08B92146636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716470" y="3419582"/>
                <a:ext cx="1260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76A0EAF-E829-1D46-F111-CD91C7917819}"/>
                  </a:ext>
                </a:extLst>
              </p14:cNvPr>
              <p14:cNvContentPartPr/>
              <p14:nvPr/>
            </p14:nvContentPartPr>
            <p14:xfrm>
              <a:off x="4440630" y="4066862"/>
              <a:ext cx="1342080" cy="10681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76A0EAF-E829-1D46-F111-CD91C791781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422630" y="4048862"/>
                <a:ext cx="1377720" cy="11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AB95092-DEB0-D3A9-B859-6E19D38DBED7}"/>
                  </a:ext>
                </a:extLst>
              </p14:cNvPr>
              <p14:cNvContentPartPr/>
              <p14:nvPr/>
            </p14:nvContentPartPr>
            <p14:xfrm>
              <a:off x="4416150" y="5035262"/>
              <a:ext cx="122040" cy="1152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AB95092-DEB0-D3A9-B859-6E19D38DBED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398150" y="5017622"/>
                <a:ext cx="1576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C66015B-5495-D8D3-118C-940AA2345ECD}"/>
                  </a:ext>
                </a:extLst>
              </p14:cNvPr>
              <p14:cNvContentPartPr/>
              <p14:nvPr/>
            </p14:nvContentPartPr>
            <p14:xfrm>
              <a:off x="6590190" y="2332742"/>
              <a:ext cx="93600" cy="11570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C66015B-5495-D8D3-118C-940AA2345EC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572190" y="2314742"/>
                <a:ext cx="129240" cy="11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720E6E6-BB32-A9A6-4DE6-8FF21821C409}"/>
                  </a:ext>
                </a:extLst>
              </p14:cNvPr>
              <p14:cNvContentPartPr/>
              <p14:nvPr/>
            </p14:nvContentPartPr>
            <p14:xfrm>
              <a:off x="6543390" y="3423542"/>
              <a:ext cx="96840" cy="766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720E6E6-BB32-A9A6-4DE6-8FF21821C4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25390" y="3405902"/>
                <a:ext cx="1324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04A3254-E4BE-36F3-EFE8-7D517044BC38}"/>
                  </a:ext>
                </a:extLst>
              </p14:cNvPr>
              <p14:cNvContentPartPr/>
              <p14:nvPr/>
            </p14:nvContentPartPr>
            <p14:xfrm>
              <a:off x="6605310" y="4108622"/>
              <a:ext cx="55440" cy="9842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04A3254-E4BE-36F3-EFE8-7D517044BC3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87310" y="4090622"/>
                <a:ext cx="91080" cy="10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986A3DC-04D2-97BF-C9F7-96735962432D}"/>
                  </a:ext>
                </a:extLst>
              </p14:cNvPr>
              <p14:cNvContentPartPr/>
              <p14:nvPr/>
            </p14:nvContentPartPr>
            <p14:xfrm>
              <a:off x="6598110" y="5010422"/>
              <a:ext cx="104760" cy="846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986A3DC-04D2-97BF-C9F7-96735962432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580110" y="4992422"/>
                <a:ext cx="1404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2DA2DB3-9ED6-B53A-249D-014E59E97946}"/>
                  </a:ext>
                </a:extLst>
              </p14:cNvPr>
              <p14:cNvContentPartPr/>
              <p14:nvPr/>
            </p14:nvContentPartPr>
            <p14:xfrm>
              <a:off x="3110273" y="2316267"/>
              <a:ext cx="1650240" cy="1242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2DA2DB3-9ED6-B53A-249D-014E59E9794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092273" y="2298267"/>
                <a:ext cx="1685880" cy="12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52BE386-B9FB-A8F9-D427-7897068DBA50}"/>
                  </a:ext>
                </a:extLst>
              </p14:cNvPr>
              <p14:cNvContentPartPr/>
              <p14:nvPr/>
            </p14:nvContentPartPr>
            <p14:xfrm>
              <a:off x="3092993" y="3495987"/>
              <a:ext cx="77400" cy="874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52BE386-B9FB-A8F9-D427-7897068DBA5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75353" y="3478347"/>
                <a:ext cx="1130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8EA5D08-D431-5E4A-9271-9525D3E3FEB6}"/>
                  </a:ext>
                </a:extLst>
              </p14:cNvPr>
              <p14:cNvContentPartPr/>
              <p14:nvPr/>
            </p14:nvContentPartPr>
            <p14:xfrm>
              <a:off x="3167153" y="4044267"/>
              <a:ext cx="1569960" cy="10692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8EA5D08-D431-5E4A-9271-9525D3E3FEB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149153" y="4026267"/>
                <a:ext cx="1605600" cy="11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692C522-4643-5702-B56F-B9C68D1355EA}"/>
                  </a:ext>
                </a:extLst>
              </p14:cNvPr>
              <p14:cNvContentPartPr/>
              <p14:nvPr/>
            </p14:nvContentPartPr>
            <p14:xfrm>
              <a:off x="4696433" y="5061987"/>
              <a:ext cx="61560" cy="784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692C522-4643-5702-B56F-B9C68D1355E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78433" y="5043987"/>
                <a:ext cx="972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FF44842-E56A-04B5-2E5A-DF67FAA2394C}"/>
                  </a:ext>
                </a:extLst>
              </p14:cNvPr>
              <p14:cNvContentPartPr/>
              <p14:nvPr/>
            </p14:nvContentPartPr>
            <p14:xfrm>
              <a:off x="4347233" y="2351547"/>
              <a:ext cx="1058760" cy="12060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FF44842-E56A-04B5-2E5A-DF67FAA2394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329593" y="2333547"/>
                <a:ext cx="1094400" cy="12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FBEE465-4AEA-79F3-47E6-CFB7CD97029B}"/>
                  </a:ext>
                </a:extLst>
              </p14:cNvPr>
              <p14:cNvContentPartPr/>
              <p14:nvPr/>
            </p14:nvContentPartPr>
            <p14:xfrm>
              <a:off x="4322033" y="3477987"/>
              <a:ext cx="116280" cy="907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FBEE465-4AEA-79F3-47E6-CFB7CD97029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304033" y="3459987"/>
                <a:ext cx="1519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53915B9-3E86-95CF-D59D-8B93953AD1D5}"/>
                  </a:ext>
                </a:extLst>
              </p14:cNvPr>
              <p14:cNvContentPartPr/>
              <p14:nvPr/>
            </p14:nvContentPartPr>
            <p14:xfrm>
              <a:off x="4298633" y="4066587"/>
              <a:ext cx="1046880" cy="10468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53915B9-3E86-95CF-D59D-8B93953AD1D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280633" y="4048587"/>
                <a:ext cx="1082520" cy="10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E9A069A-A695-9342-37D9-C2C3E7AC467D}"/>
                  </a:ext>
                </a:extLst>
              </p14:cNvPr>
              <p14:cNvContentPartPr/>
              <p14:nvPr/>
            </p14:nvContentPartPr>
            <p14:xfrm>
              <a:off x="5270633" y="4998267"/>
              <a:ext cx="106560" cy="1425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E9A069A-A695-9342-37D9-C2C3E7AC467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52993" y="4980267"/>
                <a:ext cx="1422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EDE49F1-CE1D-A41C-B41C-5F8C150B9DD0}"/>
                  </a:ext>
                </a:extLst>
              </p14:cNvPr>
              <p14:cNvContentPartPr/>
              <p14:nvPr/>
            </p14:nvContentPartPr>
            <p14:xfrm>
              <a:off x="5465393" y="2329587"/>
              <a:ext cx="524160" cy="1197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EDE49F1-CE1D-A41C-B41C-5F8C150B9DD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47393" y="2311587"/>
                <a:ext cx="559800" cy="12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7943D55-CAEC-8186-B551-02336236A3DA}"/>
                  </a:ext>
                </a:extLst>
              </p14:cNvPr>
              <p14:cNvContentPartPr/>
              <p14:nvPr/>
            </p14:nvContentPartPr>
            <p14:xfrm>
              <a:off x="5429393" y="3453147"/>
              <a:ext cx="102600" cy="1162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7943D55-CAEC-8186-B551-02336236A3D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11753" y="3435507"/>
                <a:ext cx="1382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1A57EDF-48C8-4D49-2A8B-FAADB994447E}"/>
                  </a:ext>
                </a:extLst>
              </p14:cNvPr>
              <p14:cNvContentPartPr/>
              <p14:nvPr/>
            </p14:nvContentPartPr>
            <p14:xfrm>
              <a:off x="5481953" y="4048227"/>
              <a:ext cx="720" cy="18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1A57EDF-48C8-4D49-2A8B-FAADB994447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64313" y="4030587"/>
                <a:ext cx="363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6B138376-35C6-3C2F-FA04-35CAC046F100}"/>
                  </a:ext>
                </a:extLst>
              </p14:cNvPr>
              <p14:cNvContentPartPr/>
              <p14:nvPr/>
            </p14:nvContentPartPr>
            <p14:xfrm>
              <a:off x="5481233" y="4039587"/>
              <a:ext cx="496080" cy="1089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6B138376-35C6-3C2F-FA04-35CAC046F10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63233" y="4021587"/>
                <a:ext cx="531720" cy="11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8D0584E-B3AF-76C1-5861-E77DB83511BF}"/>
                  </a:ext>
                </a:extLst>
              </p14:cNvPr>
              <p14:cNvContentPartPr/>
              <p14:nvPr/>
            </p14:nvContentPartPr>
            <p14:xfrm>
              <a:off x="5890193" y="4987827"/>
              <a:ext cx="141480" cy="1663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8D0584E-B3AF-76C1-5861-E77DB83511B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872193" y="4970187"/>
                <a:ext cx="177120" cy="2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050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2D01-2CB6-B8AA-5CE8-4BE8A037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5AF3-914B-7524-EF30-BD86ECDB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04.0 (</a:t>
            </a:r>
            <a:r>
              <a:rPr lang="en-US" dirty="0">
                <a:ea typeface="+mj-lt"/>
                <a:cs typeface="+mj-lt"/>
              </a:rPr>
              <a:t>student_dlt_inc_2d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E89CD7-9AC5-FA08-F12E-9103EA4FF878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4A6027-64DA-C354-08FE-8E7E65F22F6C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AD9254-1371-3B0D-0A58-DDF19954DAE9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EF8603-80BC-DDFD-A520-168EA7F81019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D8D84C-E65F-56F3-9654-2B6E32077EEB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6FA95E-E5D4-0596-4040-2CA5604A9CCB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56C66C-3A5F-66AC-0282-08E7CF7D56C2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BB4B9F-1DB8-BBCC-161F-2C1F6A1435EA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AD855E-879E-5E19-3B3C-05A4145C2693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F3B722-DF27-C953-4629-5EDDCDA63F5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38216C-71AE-2079-0BF8-0E189EBF4348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C8AE95-2800-5D7D-CD9B-25F31CE1F57D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281DDB-B110-C0EF-8412-3F8851D9A65F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93A27B-B66C-D6DA-2F09-DCF8FAEFAFC2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15FC39-0304-F502-D62F-32087DACC109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7EF998-1A04-3E9C-249F-7DC88AA53E3D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246F6F-7C6E-3CE8-15F1-9F70E973D4B9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5749C2-24EB-FEED-7E69-DBBEA58F1356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28FA65-F6DC-6EC5-13EF-AD0447D9C053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1DA59-9742-E5E7-8DF6-4E80C4F92E5F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BF96579-692A-A66D-CB6B-39CC844BA674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2FB9A71-CC2F-6896-BF0A-BEADA1259880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1C12C4-19FB-4667-5F61-A189BD9C238A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635F2E-952A-46EA-056B-24180DE719CC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08FBF1-1956-CE4C-A444-153678510872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4210ED2-FA48-7032-A711-92F62F0D0C3B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33C7DD-4A3E-C717-1F53-7E77AFB5FBB8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AB12F9F-0B62-55B9-6661-1F5CEBE5902F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DA047B-EC25-52A0-CAA0-52AF82C399E4}"/>
              </a:ext>
            </a:extLst>
          </p:cNvPr>
          <p:cNvGrpSpPr/>
          <p:nvPr/>
        </p:nvGrpSpPr>
        <p:grpSpPr>
          <a:xfrm>
            <a:off x="2257476" y="3880879"/>
            <a:ext cx="252720" cy="122400"/>
            <a:chOff x="2257476" y="3880879"/>
            <a:chExt cx="25272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83F6AD-6AFB-956B-F834-0C3176C9A0F2}"/>
                    </a:ext>
                  </a:extLst>
                </p14:cNvPr>
                <p14:cNvContentPartPr/>
                <p14:nvPr/>
              </p14:nvContentPartPr>
              <p14:xfrm>
                <a:off x="2257476" y="3880879"/>
                <a:ext cx="81720" cy="107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83F6AD-6AFB-956B-F834-0C3176C9A0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51356" y="3874759"/>
                  <a:ext cx="93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0D8B3D-D0E1-0275-0274-6CB370D21854}"/>
                    </a:ext>
                  </a:extLst>
                </p14:cNvPr>
                <p14:cNvContentPartPr/>
                <p14:nvPr/>
              </p14:nvContentPartPr>
              <p14:xfrm>
                <a:off x="2384196" y="3940279"/>
                <a:ext cx="11160" cy="6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0D8B3D-D0E1-0275-0274-6CB370D218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78076" y="3934159"/>
                  <a:ext cx="23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551A72-AAF8-1106-3E89-825AB62FF33C}"/>
                    </a:ext>
                  </a:extLst>
                </p14:cNvPr>
                <p14:cNvContentPartPr/>
                <p14:nvPr/>
              </p14:nvContentPartPr>
              <p14:xfrm>
                <a:off x="2424876" y="3888079"/>
                <a:ext cx="85320" cy="87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551A72-AAF8-1106-3E89-825AB62FF3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8756" y="3881959"/>
                  <a:ext cx="9756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A55F32-76D6-3A39-2CF2-AA27F1BF79E4}"/>
              </a:ext>
            </a:extLst>
          </p:cNvPr>
          <p:cNvGrpSpPr/>
          <p:nvPr/>
        </p:nvGrpSpPr>
        <p:grpSpPr>
          <a:xfrm>
            <a:off x="2886036" y="3890959"/>
            <a:ext cx="214560" cy="104040"/>
            <a:chOff x="2886036" y="3890959"/>
            <a:chExt cx="214560" cy="10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D792EA-E1F3-AAC0-9EF2-6E321CA0D5A1}"/>
                    </a:ext>
                  </a:extLst>
                </p14:cNvPr>
                <p14:cNvContentPartPr/>
                <p14:nvPr/>
              </p14:nvContentPartPr>
              <p14:xfrm>
                <a:off x="2886036" y="3890959"/>
                <a:ext cx="95760" cy="87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D792EA-E1F3-AAC0-9EF2-6E321CA0D5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79916" y="3884839"/>
                  <a:ext cx="108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DA7F49-46EA-AC77-E245-BDC10EE4232B}"/>
                    </a:ext>
                  </a:extLst>
                </p14:cNvPr>
                <p14:cNvContentPartPr/>
                <p14:nvPr/>
              </p14:nvContentPartPr>
              <p14:xfrm>
                <a:off x="3010956" y="3957919"/>
                <a:ext cx="13680" cy="37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9DA7F49-46EA-AC77-E245-BDC10EE423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4836" y="3951799"/>
                  <a:ext cx="25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CA19C09-46C3-5E2B-A08E-659B75B92A29}"/>
                    </a:ext>
                  </a:extLst>
                </p14:cNvPr>
                <p14:cNvContentPartPr/>
                <p14:nvPr/>
              </p14:nvContentPartPr>
              <p14:xfrm>
                <a:off x="3082596" y="3900679"/>
                <a:ext cx="18000" cy="73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A19C09-46C3-5E2B-A08E-659B75B92A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6476" y="3894559"/>
                  <a:ext cx="302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5AFDC73-A804-CEE1-98B2-9EB3EDE7E301}"/>
              </a:ext>
            </a:extLst>
          </p:cNvPr>
          <p:cNvGrpSpPr/>
          <p:nvPr/>
        </p:nvGrpSpPr>
        <p:grpSpPr>
          <a:xfrm>
            <a:off x="3484764" y="3883031"/>
            <a:ext cx="234000" cy="96840"/>
            <a:chOff x="3484764" y="3883031"/>
            <a:chExt cx="23400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203FEC9-DF71-368A-F048-FB5BE15126A3}"/>
                    </a:ext>
                  </a:extLst>
                </p14:cNvPr>
                <p14:cNvContentPartPr/>
                <p14:nvPr/>
              </p14:nvContentPartPr>
              <p14:xfrm>
                <a:off x="3484764" y="3883031"/>
                <a:ext cx="79920" cy="83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203FEC9-DF71-368A-F048-FB5BE15126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78644" y="3876911"/>
                  <a:ext cx="92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44AC5A-95A0-C177-6249-50A6ECC3D705}"/>
                    </a:ext>
                  </a:extLst>
                </p14:cNvPr>
                <p14:cNvContentPartPr/>
                <p14:nvPr/>
              </p14:nvContentPartPr>
              <p14:xfrm>
                <a:off x="3582324" y="3934871"/>
                <a:ext cx="8280" cy="45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44AC5A-95A0-C177-6249-50A6ECC3D7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76204" y="3928751"/>
                  <a:ext cx="205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087D51-DA7E-F144-8453-A72BE5358D82}"/>
                    </a:ext>
                  </a:extLst>
                </p14:cNvPr>
                <p14:cNvContentPartPr/>
                <p14:nvPr/>
              </p14:nvContentPartPr>
              <p14:xfrm>
                <a:off x="3605724" y="3889871"/>
                <a:ext cx="113040" cy="68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087D51-DA7E-F144-8453-A72BE5358D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99604" y="3883751"/>
                  <a:ext cx="125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CBEC75C-9E16-7751-1ACB-8F5755692B4A}"/>
              </a:ext>
            </a:extLst>
          </p:cNvPr>
          <p:cNvGrpSpPr/>
          <p:nvPr/>
        </p:nvGrpSpPr>
        <p:grpSpPr>
          <a:xfrm>
            <a:off x="4149598" y="3878968"/>
            <a:ext cx="213840" cy="95400"/>
            <a:chOff x="4149598" y="3878968"/>
            <a:chExt cx="21384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EBA5B57-1590-2487-6FBF-55275B90BDB0}"/>
                    </a:ext>
                  </a:extLst>
                </p14:cNvPr>
                <p14:cNvContentPartPr/>
                <p14:nvPr/>
              </p14:nvContentPartPr>
              <p14:xfrm>
                <a:off x="4149598" y="3885448"/>
                <a:ext cx="77400" cy="75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EBA5B57-1590-2487-6FBF-55275B90BD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43478" y="3879328"/>
                  <a:ext cx="89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B8D80C-3A31-7969-BC6C-F9081C80EA17}"/>
                    </a:ext>
                  </a:extLst>
                </p14:cNvPr>
                <p14:cNvContentPartPr/>
                <p14:nvPr/>
              </p14:nvContentPartPr>
              <p14:xfrm>
                <a:off x="4244638" y="3918208"/>
                <a:ext cx="15120" cy="56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B8D80C-3A31-7969-BC6C-F9081C80EA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38518" y="3912088"/>
                  <a:ext cx="27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6D4625-AD53-3B73-3A9E-2195FF94EC1E}"/>
                    </a:ext>
                  </a:extLst>
                </p14:cNvPr>
                <p14:cNvContentPartPr/>
                <p14:nvPr/>
              </p14:nvContentPartPr>
              <p14:xfrm>
                <a:off x="4275598" y="3878968"/>
                <a:ext cx="87840" cy="74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6D4625-AD53-3B73-3A9E-2195FF94EC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9478" y="3872848"/>
                  <a:ext cx="10008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E965173-0304-228E-249E-160E69FA2832}"/>
              </a:ext>
            </a:extLst>
          </p:cNvPr>
          <p:cNvGrpSpPr/>
          <p:nvPr/>
        </p:nvGrpSpPr>
        <p:grpSpPr>
          <a:xfrm>
            <a:off x="4658638" y="3867448"/>
            <a:ext cx="250560" cy="115200"/>
            <a:chOff x="4658638" y="3867448"/>
            <a:chExt cx="25056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72F09DD-B6D6-53FB-D998-B17954BFAA85}"/>
                    </a:ext>
                  </a:extLst>
                </p14:cNvPr>
                <p14:cNvContentPartPr/>
                <p14:nvPr/>
              </p14:nvContentPartPr>
              <p14:xfrm>
                <a:off x="4658638" y="3867448"/>
                <a:ext cx="63360" cy="59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72F09DD-B6D6-53FB-D998-B17954BFAA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52518" y="3861328"/>
                  <a:ext cx="75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89523D-7E41-E211-9F5C-044107253229}"/>
                    </a:ext>
                  </a:extLst>
                </p14:cNvPr>
                <p14:cNvContentPartPr/>
                <p14:nvPr/>
              </p14:nvContentPartPr>
              <p14:xfrm>
                <a:off x="4710118" y="3869968"/>
                <a:ext cx="12240" cy="104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89523D-7E41-E211-9F5C-0441072532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03998" y="3863848"/>
                  <a:ext cx="24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077DE46-F93C-6EC6-89BE-F60A9E6DCE0A}"/>
                    </a:ext>
                  </a:extLst>
                </p14:cNvPr>
                <p14:cNvContentPartPr/>
                <p14:nvPr/>
              </p14:nvContentPartPr>
              <p14:xfrm>
                <a:off x="4760878" y="3949528"/>
                <a:ext cx="14040" cy="33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077DE46-F93C-6EC6-89BE-F60A9E6DCE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4758" y="3943408"/>
                  <a:ext cx="262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17BE5DB-5365-D177-34EE-38191B5766D0}"/>
                    </a:ext>
                  </a:extLst>
                </p14:cNvPr>
                <p14:cNvContentPartPr/>
                <p14:nvPr/>
              </p14:nvContentPartPr>
              <p14:xfrm>
                <a:off x="4810918" y="3875008"/>
                <a:ext cx="98280" cy="80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17BE5DB-5365-D177-34EE-38191B5766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04798" y="3868888"/>
                  <a:ext cx="11052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5DBF5DB-2705-D547-0AB7-FED90832C639}"/>
              </a:ext>
            </a:extLst>
          </p:cNvPr>
          <p:cNvGrpSpPr/>
          <p:nvPr/>
        </p:nvGrpSpPr>
        <p:grpSpPr>
          <a:xfrm>
            <a:off x="5315906" y="3872907"/>
            <a:ext cx="147240" cy="91080"/>
            <a:chOff x="5315906" y="3872907"/>
            <a:chExt cx="14724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7200E5-8D3D-4E3E-F255-795FFDE76A95}"/>
                    </a:ext>
                  </a:extLst>
                </p14:cNvPr>
                <p14:cNvContentPartPr/>
                <p14:nvPr/>
              </p14:nvContentPartPr>
              <p14:xfrm>
                <a:off x="5315906" y="3872907"/>
                <a:ext cx="54360" cy="4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7200E5-8D3D-4E3E-F255-795FFDE76A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09786" y="3866787"/>
                  <a:ext cx="66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59EE2D-6AF3-444E-B182-87BEBFCB71E5}"/>
                    </a:ext>
                  </a:extLst>
                </p14:cNvPr>
                <p14:cNvContentPartPr/>
                <p14:nvPr/>
              </p14:nvContentPartPr>
              <p14:xfrm>
                <a:off x="5362346" y="3875067"/>
                <a:ext cx="8640" cy="74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59EE2D-6AF3-444E-B182-87BEBFCB71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56226" y="3868947"/>
                  <a:ext cx="20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73A890-3F73-46DA-998A-3CC6C1EF3680}"/>
                    </a:ext>
                  </a:extLst>
                </p14:cNvPr>
                <p14:cNvContentPartPr/>
                <p14:nvPr/>
              </p14:nvContentPartPr>
              <p14:xfrm>
                <a:off x="5393306" y="3932307"/>
                <a:ext cx="14760" cy="3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73A890-3F73-46DA-998A-3CC6C1EF36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87186" y="3926187"/>
                  <a:ext cx="27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C761EE-9902-5C2B-8201-DD75DDBE6999}"/>
                    </a:ext>
                  </a:extLst>
                </p14:cNvPr>
                <p14:cNvContentPartPr/>
                <p14:nvPr/>
              </p14:nvContentPartPr>
              <p14:xfrm>
                <a:off x="5454866" y="3874707"/>
                <a:ext cx="8280" cy="6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C761EE-9902-5C2B-8201-DD75DDBE69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48746" y="3868587"/>
                  <a:ext cx="205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8C9DCA0-67A5-8E83-1E13-C2B8F40B8B4D}"/>
              </a:ext>
            </a:extLst>
          </p:cNvPr>
          <p:cNvGrpSpPr/>
          <p:nvPr/>
        </p:nvGrpSpPr>
        <p:grpSpPr>
          <a:xfrm>
            <a:off x="5864423" y="3868474"/>
            <a:ext cx="221040" cy="100800"/>
            <a:chOff x="5864423" y="3868474"/>
            <a:chExt cx="22104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A0DE92-7B38-91F4-CF08-9D00369C0D07}"/>
                    </a:ext>
                  </a:extLst>
                </p14:cNvPr>
                <p14:cNvContentPartPr/>
                <p14:nvPr/>
              </p14:nvContentPartPr>
              <p14:xfrm>
                <a:off x="5864423" y="3868474"/>
                <a:ext cx="75960" cy="56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A0DE92-7B38-91F4-CF08-9D00369C0D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58303" y="3862354"/>
                  <a:ext cx="88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8FE951A-F9A9-0E77-DF6A-2F15C07393F2}"/>
                    </a:ext>
                  </a:extLst>
                </p14:cNvPr>
                <p14:cNvContentPartPr/>
                <p14:nvPr/>
              </p14:nvContentPartPr>
              <p14:xfrm>
                <a:off x="5933543" y="3870274"/>
                <a:ext cx="9000" cy="92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8FE951A-F9A9-0E77-DF6A-2F15C07393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27423" y="3864154"/>
                  <a:ext cx="21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2012D98-A34E-5F0C-DD82-EA1866EC0907}"/>
                    </a:ext>
                  </a:extLst>
                </p14:cNvPr>
                <p14:cNvContentPartPr/>
                <p14:nvPr/>
              </p14:nvContentPartPr>
              <p14:xfrm>
                <a:off x="5968823" y="3933994"/>
                <a:ext cx="6840" cy="35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2012D98-A34E-5F0C-DD82-EA1866EC09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62703" y="3927874"/>
                  <a:ext cx="19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5ED2F6-F003-229F-A1BA-B62B55C81329}"/>
                    </a:ext>
                  </a:extLst>
                </p14:cNvPr>
                <p14:cNvContentPartPr/>
                <p14:nvPr/>
              </p14:nvContentPartPr>
              <p14:xfrm>
                <a:off x="5990063" y="3874954"/>
                <a:ext cx="95400" cy="75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5ED2F6-F003-229F-A1BA-B62B55C813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3943" y="3868834"/>
                  <a:ext cx="1076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588587B-DDBD-1374-22FB-102525D27D29}"/>
              </a:ext>
            </a:extLst>
          </p:cNvPr>
          <p:cNvGrpSpPr/>
          <p:nvPr/>
        </p:nvGrpSpPr>
        <p:grpSpPr>
          <a:xfrm>
            <a:off x="6516023" y="3900154"/>
            <a:ext cx="177840" cy="95760"/>
            <a:chOff x="6516023" y="3900154"/>
            <a:chExt cx="177840" cy="9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53CBF60-29FB-0EDB-A974-C93AD28E1651}"/>
                    </a:ext>
                  </a:extLst>
                </p14:cNvPr>
                <p14:cNvContentPartPr/>
                <p14:nvPr/>
              </p14:nvContentPartPr>
              <p14:xfrm>
                <a:off x="6516023" y="3900154"/>
                <a:ext cx="42120" cy="51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53CBF60-29FB-0EDB-A974-C93AD28E16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09903" y="3894034"/>
                  <a:ext cx="54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6C0A88-91A9-A8AA-084D-AFA82BC789A1}"/>
                    </a:ext>
                  </a:extLst>
                </p14:cNvPr>
                <p14:cNvContentPartPr/>
                <p14:nvPr/>
              </p14:nvContentPartPr>
              <p14:xfrm>
                <a:off x="6553823" y="3906274"/>
                <a:ext cx="14400" cy="85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6C0A88-91A9-A8AA-084D-AFA82BC789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47703" y="3900154"/>
                  <a:ext cx="26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1CBB22-3268-1D3F-0678-6F75B08E65A4}"/>
                    </a:ext>
                  </a:extLst>
                </p14:cNvPr>
                <p14:cNvContentPartPr/>
                <p14:nvPr/>
              </p14:nvContentPartPr>
              <p14:xfrm>
                <a:off x="6595583" y="3966394"/>
                <a:ext cx="7200" cy="29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1CBB22-3268-1D3F-0678-6F75B08E65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89463" y="3960274"/>
                  <a:ext cx="19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7CA5B6-2593-9BF9-73DD-BCD15040DE1E}"/>
                    </a:ext>
                  </a:extLst>
                </p14:cNvPr>
                <p14:cNvContentPartPr/>
                <p14:nvPr/>
              </p14:nvContentPartPr>
              <p14:xfrm>
                <a:off x="6618623" y="3910954"/>
                <a:ext cx="75240" cy="81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87CA5B6-2593-9BF9-73DD-BCD15040DE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12503" y="3904834"/>
                  <a:ext cx="8748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42F3BE8-A9C2-37BA-F498-B3B330971398}"/>
                  </a:ext>
                </a:extLst>
              </p14:cNvPr>
              <p14:cNvContentPartPr/>
              <p14:nvPr/>
            </p14:nvContentPartPr>
            <p14:xfrm>
              <a:off x="2386576" y="2303662"/>
              <a:ext cx="88560" cy="1208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42F3BE8-A9C2-37BA-F498-B3B33097139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68936" y="2285662"/>
                <a:ext cx="124200" cy="12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F500DB7-A1AA-421F-9151-8A1D546F7A6C}"/>
                  </a:ext>
                </a:extLst>
              </p14:cNvPr>
              <p14:cNvContentPartPr/>
              <p14:nvPr/>
            </p14:nvContentPartPr>
            <p14:xfrm>
              <a:off x="2341216" y="3435862"/>
              <a:ext cx="95040" cy="928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F500DB7-A1AA-421F-9151-8A1D546F7A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23576" y="3417862"/>
                <a:ext cx="1306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270DF1B-3B08-9668-33B5-C8A47A64C03A}"/>
                  </a:ext>
                </a:extLst>
              </p14:cNvPr>
              <p14:cNvContentPartPr/>
              <p14:nvPr/>
            </p14:nvContentPartPr>
            <p14:xfrm>
              <a:off x="2371456" y="4134262"/>
              <a:ext cx="74520" cy="9568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270DF1B-3B08-9668-33B5-C8A47A64C03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53456" y="4116262"/>
                <a:ext cx="110160" cy="9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6B14020-BAF0-A86D-1ECD-0404BAC60AF6}"/>
                  </a:ext>
                </a:extLst>
              </p14:cNvPr>
              <p14:cNvContentPartPr/>
              <p14:nvPr/>
            </p14:nvContentPartPr>
            <p14:xfrm>
              <a:off x="2385136" y="5019862"/>
              <a:ext cx="110160" cy="86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6B14020-BAF0-A86D-1ECD-0404BAC60AF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67496" y="5001862"/>
                <a:ext cx="1458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41D037D-870E-CCB4-D08A-67DBE027B757}"/>
                  </a:ext>
                </a:extLst>
              </p14:cNvPr>
              <p14:cNvContentPartPr/>
              <p14:nvPr/>
            </p14:nvContentPartPr>
            <p14:xfrm>
              <a:off x="3007576" y="2341462"/>
              <a:ext cx="81720" cy="11476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41D037D-870E-CCB4-D08A-67DBE027B75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989936" y="2323462"/>
                <a:ext cx="117360" cy="11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2F0276B-309C-8CAA-F359-6BFC41C7395D}"/>
                  </a:ext>
                </a:extLst>
              </p14:cNvPr>
              <p14:cNvContentPartPr/>
              <p14:nvPr/>
            </p14:nvContentPartPr>
            <p14:xfrm>
              <a:off x="2960776" y="3420022"/>
              <a:ext cx="102240" cy="86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2F0276B-309C-8CAA-F359-6BFC41C7395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42776" y="3402022"/>
                <a:ext cx="13788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EE08AB4-C5B1-013B-9A26-04935DAA69D4}"/>
                  </a:ext>
                </a:extLst>
              </p14:cNvPr>
              <p14:cNvContentPartPr/>
              <p14:nvPr/>
            </p14:nvContentPartPr>
            <p14:xfrm>
              <a:off x="3020536" y="4083142"/>
              <a:ext cx="53280" cy="10090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EE08AB4-C5B1-013B-9A26-04935DAA69D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02536" y="4065142"/>
                <a:ext cx="88920" cy="10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CD298B7-4053-8F8C-4F6C-17AE0B56CCAA}"/>
                  </a:ext>
                </a:extLst>
              </p14:cNvPr>
              <p14:cNvContentPartPr/>
              <p14:nvPr/>
            </p14:nvContentPartPr>
            <p14:xfrm>
              <a:off x="3025936" y="5016262"/>
              <a:ext cx="90720" cy="802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CD298B7-4053-8F8C-4F6C-17AE0B56CCA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07936" y="4998622"/>
                <a:ext cx="1263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F37EF03-9B38-696F-CA74-5A3C5E5E370B}"/>
                  </a:ext>
                </a:extLst>
              </p14:cNvPr>
              <p14:cNvContentPartPr/>
              <p14:nvPr/>
            </p14:nvContentPartPr>
            <p14:xfrm>
              <a:off x="3577456" y="2332102"/>
              <a:ext cx="87840" cy="11725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F37EF03-9B38-696F-CA74-5A3C5E5E370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59816" y="2314102"/>
                <a:ext cx="123480" cy="12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D30BC35-D905-7985-01E0-CC8C2890C852}"/>
                  </a:ext>
                </a:extLst>
              </p14:cNvPr>
              <p14:cNvContentPartPr/>
              <p14:nvPr/>
            </p14:nvContentPartPr>
            <p14:xfrm>
              <a:off x="3531016" y="3426502"/>
              <a:ext cx="118080" cy="788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D30BC35-D905-7985-01E0-CC8C2890C85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513376" y="3408502"/>
                <a:ext cx="15372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2E9B353-13F7-2952-875B-1FD66DE2CF08}"/>
                  </a:ext>
                </a:extLst>
              </p14:cNvPr>
              <p14:cNvContentPartPr/>
              <p14:nvPr/>
            </p14:nvContentPartPr>
            <p14:xfrm>
              <a:off x="3570976" y="4081702"/>
              <a:ext cx="61200" cy="10285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2E9B353-13F7-2952-875B-1FD66DE2CF0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52976" y="4063702"/>
                <a:ext cx="9684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6BC85E6-935F-99B7-5290-3E743FADE191}"/>
                  </a:ext>
                </a:extLst>
              </p14:cNvPr>
              <p14:cNvContentPartPr/>
              <p14:nvPr/>
            </p14:nvContentPartPr>
            <p14:xfrm>
              <a:off x="3583936" y="5028502"/>
              <a:ext cx="104040" cy="774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6BC85E6-935F-99B7-5290-3E743FADE19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66296" y="5010502"/>
                <a:ext cx="1396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51D4D4C-890D-4593-DEB1-243B15652D1C}"/>
                  </a:ext>
                </a:extLst>
              </p14:cNvPr>
              <p14:cNvContentPartPr/>
              <p14:nvPr/>
            </p14:nvContentPartPr>
            <p14:xfrm>
              <a:off x="4195936" y="2351182"/>
              <a:ext cx="95400" cy="115200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51D4D4C-890D-4593-DEB1-243B15652D1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78296" y="2333182"/>
                <a:ext cx="131040" cy="11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56EE889-9AC4-48F2-F827-27E2AA8B4FAD}"/>
                  </a:ext>
                </a:extLst>
              </p14:cNvPr>
              <p14:cNvContentPartPr/>
              <p14:nvPr/>
            </p14:nvContentPartPr>
            <p14:xfrm>
              <a:off x="4141576" y="3420382"/>
              <a:ext cx="115200" cy="928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56EE889-9AC4-48F2-F827-27E2AA8B4FA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123576" y="3402382"/>
                <a:ext cx="1508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94DF321-641A-434E-FF83-1C3B9E1A1002}"/>
                  </a:ext>
                </a:extLst>
              </p14:cNvPr>
              <p14:cNvContentPartPr/>
              <p14:nvPr/>
            </p14:nvContentPartPr>
            <p14:xfrm>
              <a:off x="4256416" y="4070182"/>
              <a:ext cx="27000" cy="10018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94DF321-641A-434E-FF83-1C3B9E1A100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38416" y="4052182"/>
                <a:ext cx="62640" cy="10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2CDF9F6-1C2C-6E47-6BE1-05EB5DDCAFB4}"/>
                  </a:ext>
                </a:extLst>
              </p14:cNvPr>
              <p14:cNvContentPartPr/>
              <p14:nvPr/>
            </p14:nvContentPartPr>
            <p14:xfrm>
              <a:off x="4226176" y="5003662"/>
              <a:ext cx="97200" cy="712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2CDF9F6-1C2C-6E47-6BE1-05EB5DDCAFB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08176" y="4986022"/>
                <a:ext cx="1328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78A490E-6C73-D081-D01A-E49A0A9A4498}"/>
                  </a:ext>
                </a:extLst>
              </p14:cNvPr>
              <p14:cNvContentPartPr/>
              <p14:nvPr/>
            </p14:nvContentPartPr>
            <p14:xfrm>
              <a:off x="4783096" y="2302582"/>
              <a:ext cx="81360" cy="12279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78A490E-6C73-D081-D01A-E49A0A9A449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65096" y="2284582"/>
                <a:ext cx="11700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069BE51-C258-B101-53D2-C7D25415CA83}"/>
                  </a:ext>
                </a:extLst>
              </p14:cNvPr>
              <p14:cNvContentPartPr/>
              <p14:nvPr/>
            </p14:nvContentPartPr>
            <p14:xfrm>
              <a:off x="4729456" y="3447742"/>
              <a:ext cx="108360" cy="83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069BE51-C258-B101-53D2-C7D25415CA8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11456" y="3430102"/>
                <a:ext cx="1440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626EA05-B88E-8308-2B46-A5ACD1C36B4A}"/>
                  </a:ext>
                </a:extLst>
              </p14:cNvPr>
              <p14:cNvContentPartPr/>
              <p14:nvPr/>
            </p14:nvContentPartPr>
            <p14:xfrm>
              <a:off x="4752136" y="4120942"/>
              <a:ext cx="64080" cy="990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626EA05-B88E-8308-2B46-A5ACD1C36B4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34136" y="4102942"/>
                <a:ext cx="99720" cy="10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C2B7F37-596D-B5F8-D0AC-27AB17275DC0}"/>
                  </a:ext>
                </a:extLst>
              </p14:cNvPr>
              <p14:cNvContentPartPr/>
              <p14:nvPr/>
            </p14:nvContentPartPr>
            <p14:xfrm>
              <a:off x="4768336" y="5014462"/>
              <a:ext cx="83520" cy="1090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C2B7F37-596D-B5F8-D0AC-27AB17275DC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750696" y="4996462"/>
                <a:ext cx="1191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02FD6C60-92D8-93C8-1DE0-48A694464D17}"/>
                  </a:ext>
                </a:extLst>
              </p14:cNvPr>
              <p14:cNvContentPartPr/>
              <p14:nvPr/>
            </p14:nvContentPartPr>
            <p14:xfrm>
              <a:off x="5412217" y="2316795"/>
              <a:ext cx="73800" cy="12139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02FD6C60-92D8-93C8-1DE0-48A694464D1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394217" y="2298795"/>
                <a:ext cx="109440" cy="12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EF4A4EB-7A9D-07A9-50CE-B72DF4B91BCA}"/>
                  </a:ext>
                </a:extLst>
              </p14:cNvPr>
              <p14:cNvContentPartPr/>
              <p14:nvPr/>
            </p14:nvContentPartPr>
            <p14:xfrm>
              <a:off x="5366497" y="3442155"/>
              <a:ext cx="110160" cy="853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EF4A4EB-7A9D-07A9-50CE-B72DF4B91BC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348497" y="3424155"/>
                <a:ext cx="1458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6D919F0-F14E-F6C6-F824-CA9E05A2BE37}"/>
                  </a:ext>
                </a:extLst>
              </p14:cNvPr>
              <p14:cNvContentPartPr/>
              <p14:nvPr/>
            </p14:nvContentPartPr>
            <p14:xfrm>
              <a:off x="5371537" y="4068555"/>
              <a:ext cx="101520" cy="10440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6D919F0-F14E-F6C6-F824-CA9E05A2BE3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353537" y="4050555"/>
                <a:ext cx="137160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DD08075-3498-6E27-AB89-20591E59B014}"/>
                  </a:ext>
                </a:extLst>
              </p14:cNvPr>
              <p14:cNvContentPartPr/>
              <p14:nvPr/>
            </p14:nvContentPartPr>
            <p14:xfrm>
              <a:off x="5419057" y="5032275"/>
              <a:ext cx="85320" cy="889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DD08075-3498-6E27-AB89-20591E59B01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401417" y="5014635"/>
                <a:ext cx="12096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9C8DB1E-8505-F1C7-7450-A28081396E72}"/>
                  </a:ext>
                </a:extLst>
              </p14:cNvPr>
              <p14:cNvContentPartPr/>
              <p14:nvPr/>
            </p14:nvContentPartPr>
            <p14:xfrm>
              <a:off x="5975257" y="2331555"/>
              <a:ext cx="76320" cy="12009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9C8DB1E-8505-F1C7-7450-A28081396E7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957617" y="2313555"/>
                <a:ext cx="111960" cy="12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CD9F7FB-086B-0A6E-C226-023EFB6B29A8}"/>
                  </a:ext>
                </a:extLst>
              </p14:cNvPr>
              <p14:cNvContentPartPr/>
              <p14:nvPr/>
            </p14:nvContentPartPr>
            <p14:xfrm>
              <a:off x="5924497" y="3446115"/>
              <a:ext cx="109080" cy="835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CD9F7FB-086B-0A6E-C226-023EFB6B29A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906497" y="3428115"/>
                <a:ext cx="14472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C9F903BC-3118-5844-D9C2-2BD6FBEA3D21}"/>
                  </a:ext>
                </a:extLst>
              </p14:cNvPr>
              <p14:cNvContentPartPr/>
              <p14:nvPr/>
            </p14:nvContentPartPr>
            <p14:xfrm>
              <a:off x="6611737" y="2334075"/>
              <a:ext cx="73440" cy="12034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C9F903BC-3118-5844-D9C2-2BD6FBEA3D2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93737" y="2316075"/>
                <a:ext cx="109080" cy="12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3DA0433-E93F-B9BA-4A91-D8FA0EAE8A0E}"/>
                  </a:ext>
                </a:extLst>
              </p14:cNvPr>
              <p14:cNvContentPartPr/>
              <p14:nvPr/>
            </p14:nvContentPartPr>
            <p14:xfrm>
              <a:off x="6567097" y="3455475"/>
              <a:ext cx="106560" cy="77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3DA0433-E93F-B9BA-4A91-D8FA0EAE8A0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549097" y="3437475"/>
                <a:ext cx="142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0CC07A8-7D1B-5627-ED4A-A8E7FA02F284}"/>
                  </a:ext>
                </a:extLst>
              </p14:cNvPr>
              <p14:cNvContentPartPr/>
              <p14:nvPr/>
            </p14:nvContentPartPr>
            <p14:xfrm>
              <a:off x="5942857" y="4091235"/>
              <a:ext cx="76320" cy="9831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0CC07A8-7D1B-5627-ED4A-A8E7FA02F2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924857" y="4073235"/>
                <a:ext cx="111960" cy="10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BFE54E0-AB6B-D3DB-2B35-DDF695870029}"/>
                  </a:ext>
                </a:extLst>
              </p14:cNvPr>
              <p14:cNvContentPartPr/>
              <p14:nvPr/>
            </p14:nvContentPartPr>
            <p14:xfrm>
              <a:off x="5960857" y="4982235"/>
              <a:ext cx="104040" cy="1026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BFE54E0-AB6B-D3DB-2B35-DDF69587002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43217" y="4964235"/>
                <a:ext cx="1396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266B615-C511-7C9B-7F23-39DAF7C702CF}"/>
                  </a:ext>
                </a:extLst>
              </p14:cNvPr>
              <p14:cNvContentPartPr/>
              <p14:nvPr/>
            </p14:nvContentPartPr>
            <p14:xfrm>
              <a:off x="6604177" y="4109235"/>
              <a:ext cx="62280" cy="9846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266B615-C511-7C9B-7F23-39DAF7C702C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86177" y="4091235"/>
                <a:ext cx="97920" cy="10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2D260BD-1C15-08B8-F5FE-A07DACE6480B}"/>
                  </a:ext>
                </a:extLst>
              </p14:cNvPr>
              <p14:cNvContentPartPr/>
              <p14:nvPr/>
            </p14:nvContentPartPr>
            <p14:xfrm>
              <a:off x="6610297" y="5040195"/>
              <a:ext cx="102600" cy="759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2D260BD-1C15-08B8-F5FE-A07DACE6480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92297" y="5022195"/>
                <a:ext cx="138240" cy="11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1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6E75-93B7-A14E-1081-F35D32B3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A72B-53C8-0BA6-3908-66502548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819" cy="1344148"/>
          </a:xfrm>
        </p:spPr>
        <p:txBody>
          <a:bodyPr/>
          <a:lstStyle/>
          <a:p>
            <a:r>
              <a:rPr lang="en-US" dirty="0"/>
              <a:t>DLT:  04.1 (</a:t>
            </a:r>
            <a:r>
              <a:rPr lang="en-US" dirty="0">
                <a:ea typeface="+mj-lt"/>
                <a:cs typeface="+mj-lt"/>
              </a:rPr>
              <a:t>student_dlt_inc_2d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857E88-5B5E-38F6-9D67-FEDBBAC2AB82}"/>
              </a:ext>
            </a:extLst>
          </p:cNvPr>
          <p:cNvSpPr/>
          <p:nvPr/>
        </p:nvSpPr>
        <p:spPr>
          <a:xfrm>
            <a:off x="2391779" y="203489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4E097E-E841-93FB-C169-99B44D1709EC}"/>
              </a:ext>
            </a:extLst>
          </p:cNvPr>
          <p:cNvSpPr/>
          <p:nvPr/>
        </p:nvSpPr>
        <p:spPr>
          <a:xfrm>
            <a:off x="3032182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61E24F-D2CA-EB43-75D5-67B0126F734A}"/>
              </a:ext>
            </a:extLst>
          </p:cNvPr>
          <p:cNvSpPr/>
          <p:nvPr/>
        </p:nvSpPr>
        <p:spPr>
          <a:xfrm>
            <a:off x="3591523" y="203489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995CDC-4FF1-7714-2BF1-3F3FAA72C9BE}"/>
              </a:ext>
            </a:extLst>
          </p:cNvPr>
          <p:cNvSpPr/>
          <p:nvPr/>
        </p:nvSpPr>
        <p:spPr>
          <a:xfrm>
            <a:off x="4231926" y="203489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BCE7C4-A42D-867D-2CB1-E45AB105893F}"/>
              </a:ext>
            </a:extLst>
          </p:cNvPr>
          <p:cNvSpPr/>
          <p:nvPr/>
        </p:nvSpPr>
        <p:spPr>
          <a:xfrm>
            <a:off x="4775055" y="20430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16B06B-6A6F-EE18-7B63-469D11247F4C}"/>
              </a:ext>
            </a:extLst>
          </p:cNvPr>
          <p:cNvSpPr/>
          <p:nvPr/>
        </p:nvSpPr>
        <p:spPr>
          <a:xfrm>
            <a:off x="5415458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F62437-1A37-4052-7160-933EA2312AAA}"/>
              </a:ext>
            </a:extLst>
          </p:cNvPr>
          <p:cNvSpPr/>
          <p:nvPr/>
        </p:nvSpPr>
        <p:spPr>
          <a:xfrm>
            <a:off x="5974799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43E5FA-1160-7026-84CB-A7CB6748CC30}"/>
              </a:ext>
            </a:extLst>
          </p:cNvPr>
          <p:cNvSpPr/>
          <p:nvPr/>
        </p:nvSpPr>
        <p:spPr>
          <a:xfrm>
            <a:off x="6615202" y="20430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86FFE0-A4AB-F63E-E6B3-E00B00698BAB}"/>
              </a:ext>
            </a:extLst>
          </p:cNvPr>
          <p:cNvSpPr/>
          <p:nvPr/>
        </p:nvSpPr>
        <p:spPr>
          <a:xfrm>
            <a:off x="2361528" y="519025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F0D232-56CA-5FB9-77DC-EA80D85B4059}"/>
              </a:ext>
            </a:extLst>
          </p:cNvPr>
          <p:cNvSpPr/>
          <p:nvPr/>
        </p:nvSpPr>
        <p:spPr>
          <a:xfrm>
            <a:off x="3001931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9E91C42-7B58-0A0E-D23A-9D3029C2969C}"/>
              </a:ext>
            </a:extLst>
          </p:cNvPr>
          <p:cNvSpPr/>
          <p:nvPr/>
        </p:nvSpPr>
        <p:spPr>
          <a:xfrm>
            <a:off x="3561272" y="519025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582608-AD93-1211-1000-7F421221E597}"/>
              </a:ext>
            </a:extLst>
          </p:cNvPr>
          <p:cNvSpPr/>
          <p:nvPr/>
        </p:nvSpPr>
        <p:spPr>
          <a:xfrm>
            <a:off x="4201675" y="519025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AAB388-38EF-83D1-E55E-37135B14B8A1}"/>
              </a:ext>
            </a:extLst>
          </p:cNvPr>
          <p:cNvSpPr/>
          <p:nvPr/>
        </p:nvSpPr>
        <p:spPr>
          <a:xfrm>
            <a:off x="4744804" y="519836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3BDF82-0C48-28A0-F9D4-8C10E67EE0A7}"/>
              </a:ext>
            </a:extLst>
          </p:cNvPr>
          <p:cNvSpPr/>
          <p:nvPr/>
        </p:nvSpPr>
        <p:spPr>
          <a:xfrm>
            <a:off x="5385207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42F1CF-AAA2-C5C1-A998-18EF16EE2870}"/>
              </a:ext>
            </a:extLst>
          </p:cNvPr>
          <p:cNvSpPr/>
          <p:nvPr/>
        </p:nvSpPr>
        <p:spPr>
          <a:xfrm>
            <a:off x="5944548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E4A2EE-EE3E-B1D7-D31F-4738CF085B2D}"/>
              </a:ext>
            </a:extLst>
          </p:cNvPr>
          <p:cNvSpPr/>
          <p:nvPr/>
        </p:nvSpPr>
        <p:spPr>
          <a:xfrm>
            <a:off x="6584951" y="519836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F193D-4A4C-29B7-B69B-231A739A5CC4}"/>
              </a:ext>
            </a:extLst>
          </p:cNvPr>
          <p:cNvSpPr txBox="1"/>
          <p:nvPr/>
        </p:nvSpPr>
        <p:spPr>
          <a:xfrm>
            <a:off x="755673" y="1880087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5FAF5C-A79D-92A2-D783-B0A5A32E0F6D}"/>
              </a:ext>
            </a:extLst>
          </p:cNvPr>
          <p:cNvSpPr txBox="1"/>
          <p:nvPr/>
        </p:nvSpPr>
        <p:spPr>
          <a:xfrm>
            <a:off x="709209" y="5189468"/>
            <a:ext cx="7434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D5C2D-B3BE-F8BD-FD13-38A9F8B960EE}"/>
              </a:ext>
            </a:extLst>
          </p:cNvPr>
          <p:cNvSpPr txBox="1"/>
          <p:nvPr/>
        </p:nvSpPr>
        <p:spPr>
          <a:xfrm>
            <a:off x="2093226" y="1669320"/>
            <a:ext cx="49100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5EA99-BDD8-2170-6903-373A311BBFB6}"/>
              </a:ext>
            </a:extLst>
          </p:cNvPr>
          <p:cNvSpPr txBox="1"/>
          <p:nvPr/>
        </p:nvSpPr>
        <p:spPr>
          <a:xfrm>
            <a:off x="755672" y="343196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Src_dlt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E51472-03A1-57E1-1AAB-9DC4A3D2885F}"/>
              </a:ext>
            </a:extLst>
          </p:cNvPr>
          <p:cNvSpPr/>
          <p:nvPr/>
        </p:nvSpPr>
        <p:spPr>
          <a:xfrm>
            <a:off x="2280267" y="3605362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E6270F-EEF9-CA54-4497-7DDCB3549FB0}"/>
              </a:ext>
            </a:extLst>
          </p:cNvPr>
          <p:cNvSpPr/>
          <p:nvPr/>
        </p:nvSpPr>
        <p:spPr>
          <a:xfrm>
            <a:off x="2920670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4D8972B-F8BC-FE16-B360-9321F877D304}"/>
              </a:ext>
            </a:extLst>
          </p:cNvPr>
          <p:cNvSpPr/>
          <p:nvPr/>
        </p:nvSpPr>
        <p:spPr>
          <a:xfrm>
            <a:off x="3480011" y="3605361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47F4D82-92A6-6DA0-FEB6-51850AF785F0}"/>
              </a:ext>
            </a:extLst>
          </p:cNvPr>
          <p:cNvSpPr/>
          <p:nvPr/>
        </p:nvSpPr>
        <p:spPr>
          <a:xfrm>
            <a:off x="4120414" y="3605360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FA17CDE-2BDB-972E-B4C3-F693DD7229E7}"/>
              </a:ext>
            </a:extLst>
          </p:cNvPr>
          <p:cNvSpPr/>
          <p:nvPr/>
        </p:nvSpPr>
        <p:spPr>
          <a:xfrm>
            <a:off x="4663543" y="3613467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4A4F18-9EC2-4503-50DF-86E4D89802D2}"/>
              </a:ext>
            </a:extLst>
          </p:cNvPr>
          <p:cNvSpPr/>
          <p:nvPr/>
        </p:nvSpPr>
        <p:spPr>
          <a:xfrm>
            <a:off x="5303946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1B6BF69-42A5-B56C-FBEC-3846D47E62CA}"/>
              </a:ext>
            </a:extLst>
          </p:cNvPr>
          <p:cNvSpPr/>
          <p:nvPr/>
        </p:nvSpPr>
        <p:spPr>
          <a:xfrm>
            <a:off x="5863287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311B16-DF5C-B63B-918A-3334DA8D733D}"/>
              </a:ext>
            </a:extLst>
          </p:cNvPr>
          <p:cNvSpPr/>
          <p:nvPr/>
        </p:nvSpPr>
        <p:spPr>
          <a:xfrm>
            <a:off x="6503690" y="3613466"/>
            <a:ext cx="176560" cy="18585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B09FFA9-C04D-EEE2-B908-09BB8460BE97}"/>
              </a:ext>
            </a:extLst>
          </p:cNvPr>
          <p:cNvGrpSpPr/>
          <p:nvPr/>
        </p:nvGrpSpPr>
        <p:grpSpPr>
          <a:xfrm>
            <a:off x="2283880" y="3883601"/>
            <a:ext cx="186840" cy="109800"/>
            <a:chOff x="2283880" y="3883601"/>
            <a:chExt cx="18684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A8488C-2AF6-2AD9-5654-B19E28D4F07F}"/>
                    </a:ext>
                  </a:extLst>
                </p14:cNvPr>
                <p14:cNvContentPartPr/>
                <p14:nvPr/>
              </p14:nvContentPartPr>
              <p14:xfrm>
                <a:off x="2283880" y="3887201"/>
                <a:ext cx="55080" cy="93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A8488C-2AF6-2AD9-5654-B19E28D4F0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77760" y="3881081"/>
                  <a:ext cx="67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5398779-F064-C2AC-999C-9D8A5973526A}"/>
                    </a:ext>
                  </a:extLst>
                </p14:cNvPr>
                <p14:cNvContentPartPr/>
                <p14:nvPr/>
              </p14:nvContentPartPr>
              <p14:xfrm>
                <a:off x="2377840" y="3948041"/>
                <a:ext cx="10440" cy="45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5398779-F064-C2AC-999C-9D8A597352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71720" y="3941921"/>
                  <a:ext cx="22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3BD3BA-8685-EA6B-DCA8-3211FE9AC6E1}"/>
                    </a:ext>
                  </a:extLst>
                </p14:cNvPr>
                <p14:cNvContentPartPr/>
                <p14:nvPr/>
              </p14:nvContentPartPr>
              <p14:xfrm>
                <a:off x="2404480" y="3883601"/>
                <a:ext cx="66240" cy="81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3BD3BA-8685-EA6B-DCA8-3211FE9AC6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98360" y="3877481"/>
                  <a:ext cx="784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2A28E2A-BECC-9F2E-3312-B938E58569F6}"/>
              </a:ext>
            </a:extLst>
          </p:cNvPr>
          <p:cNvGrpSpPr/>
          <p:nvPr/>
        </p:nvGrpSpPr>
        <p:grpSpPr>
          <a:xfrm>
            <a:off x="2922520" y="3909521"/>
            <a:ext cx="191160" cy="106200"/>
            <a:chOff x="2922520" y="3909521"/>
            <a:chExt cx="19116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B25492-0AF3-AF72-0974-6AE48DFAE88C}"/>
                    </a:ext>
                  </a:extLst>
                </p14:cNvPr>
                <p14:cNvContentPartPr/>
                <p14:nvPr/>
              </p14:nvContentPartPr>
              <p14:xfrm>
                <a:off x="2922520" y="3909521"/>
                <a:ext cx="71640" cy="89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B25492-0AF3-AF72-0974-6AE48DFAE88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16400" y="3903401"/>
                  <a:ext cx="83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233822-B436-36A9-CB9C-B75FF72F6999}"/>
                    </a:ext>
                  </a:extLst>
                </p14:cNvPr>
                <p14:cNvContentPartPr/>
                <p14:nvPr/>
              </p14:nvContentPartPr>
              <p14:xfrm>
                <a:off x="3021880" y="3975761"/>
                <a:ext cx="16200" cy="39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233822-B436-36A9-CB9C-B75FF72F69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15760" y="3969641"/>
                  <a:ext cx="284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6C5251-E5D1-8932-91E0-22215D923C98}"/>
                    </a:ext>
                  </a:extLst>
                </p14:cNvPr>
                <p14:cNvContentPartPr/>
                <p14:nvPr/>
              </p14:nvContentPartPr>
              <p14:xfrm>
                <a:off x="3051400" y="3923561"/>
                <a:ext cx="62280" cy="41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6C5251-E5D1-8932-91E0-22215D923C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45280" y="3917441"/>
                  <a:ext cx="74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FFB504-09A0-5276-F21A-1ADEF79325E5}"/>
                    </a:ext>
                  </a:extLst>
                </p14:cNvPr>
                <p14:cNvContentPartPr/>
                <p14:nvPr/>
              </p14:nvContentPartPr>
              <p14:xfrm>
                <a:off x="3097480" y="3910241"/>
                <a:ext cx="10080" cy="8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FFB504-09A0-5276-F21A-1ADEF79325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91360" y="3904121"/>
                  <a:ext cx="223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662546-E52D-2956-DD1D-BB5A45D03665}"/>
              </a:ext>
            </a:extLst>
          </p:cNvPr>
          <p:cNvGrpSpPr/>
          <p:nvPr/>
        </p:nvGrpSpPr>
        <p:grpSpPr>
          <a:xfrm>
            <a:off x="3507814" y="3908303"/>
            <a:ext cx="133920" cy="103680"/>
            <a:chOff x="3507814" y="3908303"/>
            <a:chExt cx="133920" cy="10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6167B1-4F54-4342-32D6-E5BEE158D8E7}"/>
                    </a:ext>
                  </a:extLst>
                </p14:cNvPr>
                <p14:cNvContentPartPr/>
                <p14:nvPr/>
              </p14:nvContentPartPr>
              <p14:xfrm>
                <a:off x="3507814" y="3910823"/>
                <a:ext cx="4680" cy="82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6167B1-4F54-4342-32D6-E5BEE158D8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01694" y="3904703"/>
                  <a:ext cx="169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D30B50-92F4-5ABC-4DE2-BEBFFDD11C13}"/>
                    </a:ext>
                  </a:extLst>
                </p14:cNvPr>
                <p14:cNvContentPartPr/>
                <p14:nvPr/>
              </p14:nvContentPartPr>
              <p14:xfrm>
                <a:off x="3537334" y="3972023"/>
                <a:ext cx="11880" cy="39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D30B50-92F4-5ABC-4DE2-BEBFFDD11C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31214" y="3965903"/>
                  <a:ext cx="24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7821564-B739-CFC9-D2DA-9552620CFCEB}"/>
                    </a:ext>
                  </a:extLst>
                </p14:cNvPr>
                <p14:cNvContentPartPr/>
                <p14:nvPr/>
              </p14:nvContentPartPr>
              <p14:xfrm>
                <a:off x="3578734" y="3908303"/>
                <a:ext cx="63000" cy="84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7821564-B739-CFC9-D2DA-9552620CFC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72614" y="3902183"/>
                  <a:ext cx="7524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C942E8-11A8-F0DE-2F1D-A7FEA7BE080D}"/>
              </a:ext>
            </a:extLst>
          </p:cNvPr>
          <p:cNvGrpSpPr/>
          <p:nvPr/>
        </p:nvGrpSpPr>
        <p:grpSpPr>
          <a:xfrm>
            <a:off x="4138531" y="3892537"/>
            <a:ext cx="142560" cy="114840"/>
            <a:chOff x="4138531" y="3892537"/>
            <a:chExt cx="14256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748443-C107-895B-AA25-1D59C86F4A4E}"/>
                    </a:ext>
                  </a:extLst>
                </p14:cNvPr>
                <p14:cNvContentPartPr/>
                <p14:nvPr/>
              </p14:nvContentPartPr>
              <p14:xfrm>
                <a:off x="4138531" y="3910177"/>
                <a:ext cx="12600" cy="84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748443-C107-895B-AA25-1D59C86F4A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32411" y="3904057"/>
                  <a:ext cx="24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49DE01A-4E97-89F1-F620-14D794555F0D}"/>
                    </a:ext>
                  </a:extLst>
                </p14:cNvPr>
                <p14:cNvContentPartPr/>
                <p14:nvPr/>
              </p14:nvContentPartPr>
              <p14:xfrm>
                <a:off x="4179571" y="3966697"/>
                <a:ext cx="15840" cy="40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49DE01A-4E97-89F1-F620-14D794555F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73451" y="3960577"/>
                  <a:ext cx="28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B70820-5428-CBA6-1529-0FBA55E71292}"/>
                    </a:ext>
                  </a:extLst>
                </p14:cNvPr>
                <p14:cNvContentPartPr/>
                <p14:nvPr/>
              </p14:nvContentPartPr>
              <p14:xfrm>
                <a:off x="4221691" y="3908377"/>
                <a:ext cx="54000" cy="5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B70820-5428-CBA6-1529-0FBA55E712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5571" y="3902257"/>
                  <a:ext cx="66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64A071F-5BEE-87F1-81A6-3D3418DC33BE}"/>
                    </a:ext>
                  </a:extLst>
                </p14:cNvPr>
                <p14:cNvContentPartPr/>
                <p14:nvPr/>
              </p14:nvContentPartPr>
              <p14:xfrm>
                <a:off x="4272091" y="3892537"/>
                <a:ext cx="9000" cy="104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64A071F-5BEE-87F1-81A6-3D3418DC33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65971" y="3886417"/>
                  <a:ext cx="212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663C4CA-B8A3-5975-4D76-02C59DDBD7C8}"/>
              </a:ext>
            </a:extLst>
          </p:cNvPr>
          <p:cNvGrpSpPr/>
          <p:nvPr/>
        </p:nvGrpSpPr>
        <p:grpSpPr>
          <a:xfrm>
            <a:off x="4678167" y="3914655"/>
            <a:ext cx="195120" cy="95040"/>
            <a:chOff x="4678167" y="3914655"/>
            <a:chExt cx="19512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EFFC2B-DC3C-AB2F-B8F5-66E4C6DB9309}"/>
                    </a:ext>
                  </a:extLst>
                </p14:cNvPr>
                <p14:cNvContentPartPr/>
                <p14:nvPr/>
              </p14:nvContentPartPr>
              <p14:xfrm>
                <a:off x="4678167" y="3914655"/>
                <a:ext cx="61920" cy="83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EFFC2B-DC3C-AB2F-B8F5-66E4C6DB93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2047" y="3908535"/>
                  <a:ext cx="74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12325C-E740-28D2-4964-C519B5F74684}"/>
                    </a:ext>
                  </a:extLst>
                </p14:cNvPr>
                <p14:cNvContentPartPr/>
                <p14:nvPr/>
              </p14:nvContentPartPr>
              <p14:xfrm>
                <a:off x="4770327" y="3969015"/>
                <a:ext cx="9000" cy="4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12325C-E740-28D2-4964-C519B5F746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64207" y="3962895"/>
                  <a:ext cx="21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BEF733-54D6-5DC2-DDA9-5B17514C67A4}"/>
                    </a:ext>
                  </a:extLst>
                </p14:cNvPr>
                <p14:cNvContentPartPr/>
                <p14:nvPr/>
              </p14:nvContentPartPr>
              <p14:xfrm>
                <a:off x="4814607" y="3922215"/>
                <a:ext cx="58680" cy="66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BEF733-54D6-5DC2-DDA9-5B17514C67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08487" y="3916095"/>
                  <a:ext cx="7092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2A6975D-2630-003A-6DEC-CFDBF10167D9}"/>
              </a:ext>
            </a:extLst>
          </p:cNvPr>
          <p:cNvGrpSpPr/>
          <p:nvPr/>
        </p:nvGrpSpPr>
        <p:grpSpPr>
          <a:xfrm>
            <a:off x="5305790" y="3919974"/>
            <a:ext cx="162720" cy="81000"/>
            <a:chOff x="5305790" y="3919974"/>
            <a:chExt cx="16272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95A1B5-492A-B74E-7BF7-0F5EAD80A98E}"/>
                    </a:ext>
                  </a:extLst>
                </p14:cNvPr>
                <p14:cNvContentPartPr/>
                <p14:nvPr/>
              </p14:nvContentPartPr>
              <p14:xfrm>
                <a:off x="5305790" y="3920334"/>
                <a:ext cx="54000" cy="7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95A1B5-492A-B74E-7BF7-0F5EAD80A9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9670" y="3914214"/>
                  <a:ext cx="66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6DEC55-DE17-6983-BEED-826E52644705}"/>
                    </a:ext>
                  </a:extLst>
                </p14:cNvPr>
                <p14:cNvContentPartPr/>
                <p14:nvPr/>
              </p14:nvContentPartPr>
              <p14:xfrm>
                <a:off x="5380670" y="3966774"/>
                <a:ext cx="5040" cy="34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6DEC55-DE17-6983-BEED-826E526447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74550" y="3960654"/>
                  <a:ext cx="172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8C8DAB-7806-89AD-ED34-02C0E52F0217}"/>
                    </a:ext>
                  </a:extLst>
                </p14:cNvPr>
                <p14:cNvContentPartPr/>
                <p14:nvPr/>
              </p14:nvContentPartPr>
              <p14:xfrm>
                <a:off x="5418470" y="3925734"/>
                <a:ext cx="48960" cy="45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8C8DAB-7806-89AD-ED34-02C0E52F02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12350" y="3919614"/>
                  <a:ext cx="61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1602CF-AC37-7E51-D8BC-37F0712CE645}"/>
                    </a:ext>
                  </a:extLst>
                </p14:cNvPr>
                <p14:cNvContentPartPr/>
                <p14:nvPr/>
              </p14:nvContentPartPr>
              <p14:xfrm>
                <a:off x="5463110" y="3919974"/>
                <a:ext cx="5400" cy="69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1602CF-AC37-7E51-D8BC-37F0712CE64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56990" y="3913854"/>
                  <a:ext cx="1764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96D2372-184C-7DAB-37E9-8D3EBA997652}"/>
              </a:ext>
            </a:extLst>
          </p:cNvPr>
          <p:cNvGrpSpPr/>
          <p:nvPr/>
        </p:nvGrpSpPr>
        <p:grpSpPr>
          <a:xfrm>
            <a:off x="5857310" y="3921083"/>
            <a:ext cx="190080" cy="79560"/>
            <a:chOff x="5857310" y="3921083"/>
            <a:chExt cx="19008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D40A740-4AC3-1469-C2A8-94E2ED98BD62}"/>
                    </a:ext>
                  </a:extLst>
                </p14:cNvPr>
                <p14:cNvContentPartPr/>
                <p14:nvPr/>
              </p14:nvContentPartPr>
              <p14:xfrm>
                <a:off x="5857310" y="3931523"/>
                <a:ext cx="56160" cy="6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D40A740-4AC3-1469-C2A8-94E2ED98BD6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51190" y="3925403"/>
                  <a:ext cx="68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7281644-D567-2B8A-998D-B348EC7C2DC8}"/>
                    </a:ext>
                  </a:extLst>
                </p14:cNvPr>
                <p14:cNvContentPartPr/>
                <p14:nvPr/>
              </p14:nvContentPartPr>
              <p14:xfrm>
                <a:off x="5931110" y="3958523"/>
                <a:ext cx="12960" cy="39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7281644-D567-2B8A-998D-B348EC7C2DC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4990" y="3952403"/>
                  <a:ext cx="25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056ADC9-62D5-E340-2253-D9422817CEBC}"/>
                    </a:ext>
                  </a:extLst>
                </p14:cNvPr>
                <p14:cNvContentPartPr/>
                <p14:nvPr/>
              </p14:nvContentPartPr>
              <p14:xfrm>
                <a:off x="5977550" y="3921083"/>
                <a:ext cx="69840" cy="62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056ADC9-62D5-E340-2253-D9422817CE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71430" y="3914963"/>
                  <a:ext cx="820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776F498-99F5-AE68-30CE-EC76EE0B79B8}"/>
              </a:ext>
            </a:extLst>
          </p:cNvPr>
          <p:cNvGrpSpPr/>
          <p:nvPr/>
        </p:nvGrpSpPr>
        <p:grpSpPr>
          <a:xfrm>
            <a:off x="6522447" y="3939858"/>
            <a:ext cx="159480" cy="88560"/>
            <a:chOff x="6522447" y="3939858"/>
            <a:chExt cx="159480" cy="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CCC067-3EB8-3D98-EA52-B92A60770BE5}"/>
                    </a:ext>
                  </a:extLst>
                </p14:cNvPr>
                <p14:cNvContentPartPr/>
                <p14:nvPr/>
              </p14:nvContentPartPr>
              <p14:xfrm>
                <a:off x="6522447" y="3942018"/>
                <a:ext cx="44280" cy="72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CCC067-3EB8-3D98-EA52-B92A60770B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16327" y="3935898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0E89202-E5E2-4BC9-99B2-66F1DCC17DE4}"/>
                    </a:ext>
                  </a:extLst>
                </p14:cNvPr>
                <p14:cNvContentPartPr/>
                <p14:nvPr/>
              </p14:nvContentPartPr>
              <p14:xfrm>
                <a:off x="6586887" y="3991698"/>
                <a:ext cx="16920" cy="36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0E89202-E5E2-4BC9-99B2-66F1DCC17D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80767" y="3985578"/>
                  <a:ext cx="29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EFAAEB1-A3EC-8BF9-9847-777C2DCD9D2E}"/>
                    </a:ext>
                  </a:extLst>
                </p14:cNvPr>
                <p14:cNvContentPartPr/>
                <p14:nvPr/>
              </p14:nvContentPartPr>
              <p14:xfrm>
                <a:off x="6629727" y="3942378"/>
                <a:ext cx="52200" cy="4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EFAAEB1-A3EC-8BF9-9847-777C2DCD9D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23607" y="3936258"/>
                  <a:ext cx="64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DE0C68-0497-7834-1F59-1CB713B80310}"/>
                    </a:ext>
                  </a:extLst>
                </p14:cNvPr>
                <p14:cNvContentPartPr/>
                <p14:nvPr/>
              </p14:nvContentPartPr>
              <p14:xfrm>
                <a:off x="6669687" y="3939858"/>
                <a:ext cx="6840" cy="72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DE0C68-0497-7834-1F59-1CB713B8031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63567" y="3933738"/>
                  <a:ext cx="1908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FCE9926-236E-F676-4349-043B8EE561B7}"/>
                  </a:ext>
                </a:extLst>
              </p14:cNvPr>
              <p14:cNvContentPartPr/>
              <p14:nvPr/>
            </p14:nvContentPartPr>
            <p14:xfrm>
              <a:off x="2361448" y="2319777"/>
              <a:ext cx="78120" cy="11775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FCE9926-236E-F676-4349-043B8EE561B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43808" y="2301777"/>
                <a:ext cx="113760" cy="12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C470A3A-78AC-562E-1EA1-E95B28986FB5}"/>
                  </a:ext>
                </a:extLst>
              </p14:cNvPr>
              <p14:cNvContentPartPr/>
              <p14:nvPr/>
            </p14:nvContentPartPr>
            <p14:xfrm>
              <a:off x="2286928" y="3412017"/>
              <a:ext cx="145440" cy="98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C470A3A-78AC-562E-1EA1-E95B28986FB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269288" y="3394017"/>
                <a:ext cx="1810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2375FE1-8099-4564-E0AE-784E35A0B784}"/>
                  </a:ext>
                </a:extLst>
              </p14:cNvPr>
              <p14:cNvContentPartPr/>
              <p14:nvPr/>
            </p14:nvContentPartPr>
            <p14:xfrm>
              <a:off x="2366848" y="4129857"/>
              <a:ext cx="71640" cy="9381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2375FE1-8099-4564-E0AE-784E35A0B7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48848" y="4111857"/>
                <a:ext cx="10728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290BED4-DA55-6245-FF2D-95BD7626F463}"/>
                  </a:ext>
                </a:extLst>
              </p14:cNvPr>
              <p14:cNvContentPartPr/>
              <p14:nvPr/>
            </p14:nvContentPartPr>
            <p14:xfrm>
              <a:off x="2378728" y="4988817"/>
              <a:ext cx="119520" cy="842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290BED4-DA55-6245-FF2D-95BD7626F4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60728" y="4971177"/>
                <a:ext cx="1551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06F05C-1113-2131-EA3C-B6CE74E6799D}"/>
                  </a:ext>
                </a:extLst>
              </p14:cNvPr>
              <p14:cNvContentPartPr/>
              <p14:nvPr/>
            </p14:nvContentPartPr>
            <p14:xfrm>
              <a:off x="6612088" y="2352208"/>
              <a:ext cx="88200" cy="11512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06F05C-1113-2131-EA3C-B6CE74E6799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594088" y="2334208"/>
                <a:ext cx="12384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24DD7C9-AF81-F197-11E1-977AFF836CEF}"/>
                  </a:ext>
                </a:extLst>
              </p14:cNvPr>
              <p14:cNvContentPartPr/>
              <p14:nvPr/>
            </p14:nvContentPartPr>
            <p14:xfrm>
              <a:off x="6578608" y="3439048"/>
              <a:ext cx="106200" cy="694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24DD7C9-AF81-F197-11E1-977AFF836CE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60968" y="3421408"/>
                <a:ext cx="14184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1C0825F-9756-C790-E3B1-148B912455ED}"/>
                  </a:ext>
                </a:extLst>
              </p14:cNvPr>
              <p14:cNvContentPartPr/>
              <p14:nvPr/>
            </p14:nvContentPartPr>
            <p14:xfrm>
              <a:off x="6613528" y="4144288"/>
              <a:ext cx="55080" cy="9594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1C0825F-9756-C790-E3B1-148B912455E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595528" y="4126288"/>
                <a:ext cx="90720" cy="9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0C11F37-E7AE-47FA-99D5-D48D6D5A3BA5}"/>
                  </a:ext>
                </a:extLst>
              </p14:cNvPr>
              <p14:cNvContentPartPr/>
              <p14:nvPr/>
            </p14:nvContentPartPr>
            <p14:xfrm>
              <a:off x="6608848" y="5016928"/>
              <a:ext cx="120960" cy="80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0C11F37-E7AE-47FA-99D5-D48D6D5A3BA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590848" y="4998928"/>
                <a:ext cx="1566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421E385-ED5A-B785-E101-09CAB1747B07}"/>
                  </a:ext>
                </a:extLst>
              </p14:cNvPr>
              <p14:cNvContentPartPr/>
              <p14:nvPr/>
            </p14:nvContentPartPr>
            <p14:xfrm>
              <a:off x="3096252" y="2303704"/>
              <a:ext cx="1683000" cy="1215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421E385-ED5A-B785-E101-09CAB1747B0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78252" y="2285704"/>
                <a:ext cx="1718640" cy="12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07F4504-EC1C-5D58-E3DE-38CC765AECDE}"/>
                  </a:ext>
                </a:extLst>
              </p14:cNvPr>
              <p14:cNvContentPartPr/>
              <p14:nvPr/>
            </p14:nvContentPartPr>
            <p14:xfrm>
              <a:off x="3085452" y="3443104"/>
              <a:ext cx="90000" cy="85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07F4504-EC1C-5D58-E3DE-38CC765AECD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67452" y="3425104"/>
                <a:ext cx="1256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FE68000-DC24-8F08-1FA5-52FAD8A68C27}"/>
                  </a:ext>
                </a:extLst>
              </p14:cNvPr>
              <p14:cNvContentPartPr/>
              <p14:nvPr/>
            </p14:nvContentPartPr>
            <p14:xfrm>
              <a:off x="3207492" y="4097944"/>
              <a:ext cx="1517400" cy="10177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FE68000-DC24-8F08-1FA5-52FAD8A68C2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89492" y="4079944"/>
                <a:ext cx="1553040" cy="10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4EF45AF-0102-72FB-0770-F7AED3AC4C3E}"/>
                  </a:ext>
                </a:extLst>
              </p14:cNvPr>
              <p14:cNvContentPartPr/>
              <p14:nvPr/>
            </p14:nvContentPartPr>
            <p14:xfrm>
              <a:off x="4678092" y="5021344"/>
              <a:ext cx="70200" cy="1447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4EF45AF-0102-72FB-0770-F7AED3AC4C3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60452" y="5003344"/>
                <a:ext cx="1058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EBA569B-FA94-3FA6-3944-1AFAE4BF4F77}"/>
                  </a:ext>
                </a:extLst>
              </p14:cNvPr>
              <p14:cNvContentPartPr/>
              <p14:nvPr/>
            </p14:nvContentPartPr>
            <p14:xfrm>
              <a:off x="3179772" y="2378224"/>
              <a:ext cx="336240" cy="1105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EBA569B-FA94-3FA6-3944-1AFAE4BF4F7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61772" y="2360224"/>
                <a:ext cx="371880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E77F9D0-692F-CA15-4A1A-F4F0B778F31D}"/>
                  </a:ext>
                </a:extLst>
              </p14:cNvPr>
              <p14:cNvContentPartPr/>
              <p14:nvPr/>
            </p14:nvContentPartPr>
            <p14:xfrm>
              <a:off x="3461292" y="3389824"/>
              <a:ext cx="103320" cy="105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E77F9D0-692F-CA15-4A1A-F4F0B778F31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43292" y="3372184"/>
                <a:ext cx="1389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0FDE055-2E8E-C527-BC81-7D994B8628C4}"/>
                  </a:ext>
                </a:extLst>
              </p14:cNvPr>
              <p14:cNvContentPartPr/>
              <p14:nvPr/>
            </p14:nvContentPartPr>
            <p14:xfrm>
              <a:off x="3131892" y="4100464"/>
              <a:ext cx="387720" cy="10008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0FDE055-2E8E-C527-BC81-7D994B8628C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114252" y="4082464"/>
                <a:ext cx="423360" cy="10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6789F79-00F4-1180-C346-48629A5FD30F}"/>
                  </a:ext>
                </a:extLst>
              </p14:cNvPr>
              <p14:cNvContentPartPr/>
              <p14:nvPr/>
            </p14:nvContentPartPr>
            <p14:xfrm>
              <a:off x="3102012" y="5023864"/>
              <a:ext cx="99720" cy="77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6789F79-00F4-1180-C346-48629A5FD30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084012" y="5006224"/>
                <a:ext cx="1353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4F91DC9-DAB9-2352-748D-F94F78BE1290}"/>
                  </a:ext>
                </a:extLst>
              </p14:cNvPr>
              <p14:cNvContentPartPr/>
              <p14:nvPr/>
            </p14:nvContentPartPr>
            <p14:xfrm>
              <a:off x="3776652" y="2318824"/>
              <a:ext cx="916200" cy="12110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4F91DC9-DAB9-2352-748D-F94F78BE129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58652" y="2300824"/>
                <a:ext cx="951840" cy="12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3984118-452F-69C6-2DAF-04CA55761C38}"/>
                  </a:ext>
                </a:extLst>
              </p14:cNvPr>
              <p14:cNvContentPartPr/>
              <p14:nvPr/>
            </p14:nvContentPartPr>
            <p14:xfrm>
              <a:off x="4606092" y="3432304"/>
              <a:ext cx="100080" cy="96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3984118-452F-69C6-2DAF-04CA55761C3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88452" y="3414304"/>
                <a:ext cx="1357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2BA0C775-A09D-F55A-BB10-DA849399970D}"/>
                  </a:ext>
                </a:extLst>
              </p14:cNvPr>
              <p14:cNvContentPartPr/>
              <p14:nvPr/>
            </p14:nvContentPartPr>
            <p14:xfrm>
              <a:off x="3763332" y="4114504"/>
              <a:ext cx="857520" cy="1018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2BA0C775-A09D-F55A-BB10-DA849399970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45692" y="4096504"/>
                <a:ext cx="893160" cy="10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A831DD6-761E-DD54-B1BD-EA040F68C975}"/>
                  </a:ext>
                </a:extLst>
              </p14:cNvPr>
              <p14:cNvContentPartPr/>
              <p14:nvPr/>
            </p14:nvContentPartPr>
            <p14:xfrm>
              <a:off x="3747132" y="5012344"/>
              <a:ext cx="121680" cy="1328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A831DD6-761E-DD54-B1BD-EA040F68C97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29132" y="4994344"/>
                <a:ext cx="1573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925DCC1-12A6-67E9-8F0C-E516E01CC955}"/>
                  </a:ext>
                </a:extLst>
              </p14:cNvPr>
              <p14:cNvContentPartPr/>
              <p14:nvPr/>
            </p14:nvContentPartPr>
            <p14:xfrm>
              <a:off x="4387932" y="2308744"/>
              <a:ext cx="1430280" cy="12362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925DCC1-12A6-67E9-8F0C-E516E01CC95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369932" y="2290744"/>
                <a:ext cx="1465920" cy="12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A184A63-721A-F80B-65D6-582F41BB8356}"/>
                  </a:ext>
                </a:extLst>
              </p14:cNvPr>
              <p14:cNvContentPartPr/>
              <p14:nvPr/>
            </p14:nvContentPartPr>
            <p14:xfrm>
              <a:off x="5733972" y="3442744"/>
              <a:ext cx="100440" cy="1198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A184A63-721A-F80B-65D6-582F41BB835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715972" y="3424744"/>
                <a:ext cx="1360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88B0CFF-095D-E8AC-F21E-718468C1EDF3}"/>
                  </a:ext>
                </a:extLst>
              </p14:cNvPr>
              <p14:cNvContentPartPr/>
              <p14:nvPr/>
            </p14:nvContentPartPr>
            <p14:xfrm>
              <a:off x="4450932" y="4123144"/>
              <a:ext cx="1302480" cy="9979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88B0CFF-095D-E8AC-F21E-718468C1ED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432932" y="4105144"/>
                <a:ext cx="133812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B726E47-8DDA-8811-C740-753BA3C30380}"/>
                  </a:ext>
                </a:extLst>
              </p14:cNvPr>
              <p14:cNvContentPartPr/>
              <p14:nvPr/>
            </p14:nvContentPartPr>
            <p14:xfrm>
              <a:off x="4428972" y="5046904"/>
              <a:ext cx="100800" cy="1098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B726E47-8DDA-8811-C740-753BA3C3038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411332" y="5029264"/>
                <a:ext cx="1364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F6F24DC-A652-57B1-629D-09A280C1657A}"/>
                  </a:ext>
                </a:extLst>
              </p14:cNvPr>
              <p14:cNvContentPartPr/>
              <p14:nvPr/>
            </p14:nvContentPartPr>
            <p14:xfrm>
              <a:off x="4320612" y="2322064"/>
              <a:ext cx="1101960" cy="12268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F6F24DC-A652-57B1-629D-09A280C1657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302612" y="2304064"/>
                <a:ext cx="1137600" cy="12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68B3591-94E5-AEB7-4FA2-5A582A914193}"/>
                  </a:ext>
                </a:extLst>
              </p14:cNvPr>
              <p14:cNvContentPartPr/>
              <p14:nvPr/>
            </p14:nvContentPartPr>
            <p14:xfrm>
              <a:off x="4297932" y="3495664"/>
              <a:ext cx="112320" cy="849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68B3591-94E5-AEB7-4FA2-5A582A91419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279932" y="3478024"/>
                <a:ext cx="1479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8000915-FD88-ED6B-9F9C-62D8D10817C2}"/>
                  </a:ext>
                </a:extLst>
              </p14:cNvPr>
              <p14:cNvContentPartPr/>
              <p14:nvPr/>
            </p14:nvContentPartPr>
            <p14:xfrm>
              <a:off x="4303692" y="4051864"/>
              <a:ext cx="1064160" cy="1064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8000915-FD88-ED6B-9F9C-62D8D10817C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285692" y="4033864"/>
                <a:ext cx="1099800" cy="10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2837ED7-6E81-7BAF-E54A-B85D2BDAAC4D}"/>
                  </a:ext>
                </a:extLst>
              </p14:cNvPr>
              <p14:cNvContentPartPr/>
              <p14:nvPr/>
            </p14:nvContentPartPr>
            <p14:xfrm>
              <a:off x="5310972" y="5010544"/>
              <a:ext cx="60120" cy="1429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2837ED7-6E81-7BAF-E54A-B85D2BDAAC4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92972" y="4992904"/>
                <a:ext cx="957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E3B36F3-CD9F-F634-C529-94634287298B}"/>
                  </a:ext>
                </a:extLst>
              </p14:cNvPr>
              <p14:cNvContentPartPr/>
              <p14:nvPr/>
            </p14:nvContentPartPr>
            <p14:xfrm>
              <a:off x="5436972" y="2341864"/>
              <a:ext cx="568440" cy="11620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E3B36F3-CD9F-F634-C529-94634287298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418972" y="2323864"/>
                <a:ext cx="604080" cy="11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39DCE41-E903-501B-DA35-B0AD32693DB0}"/>
                  </a:ext>
                </a:extLst>
              </p14:cNvPr>
              <p14:cNvContentPartPr/>
              <p14:nvPr/>
            </p14:nvContentPartPr>
            <p14:xfrm>
              <a:off x="5409612" y="3440224"/>
              <a:ext cx="144000" cy="982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39DCE41-E903-501B-DA35-B0AD32693DB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391972" y="3422584"/>
                <a:ext cx="1796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338902B-5797-555D-8A02-C0EF009F9D8A}"/>
                  </a:ext>
                </a:extLst>
              </p14:cNvPr>
              <p14:cNvContentPartPr/>
              <p14:nvPr/>
            </p14:nvContentPartPr>
            <p14:xfrm>
              <a:off x="5442012" y="4096144"/>
              <a:ext cx="529920" cy="10411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338902B-5797-555D-8A02-C0EF009F9D8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424012" y="4078144"/>
                <a:ext cx="565560" cy="10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1BEFF03-A2B2-9474-2223-23180E3934EA}"/>
                  </a:ext>
                </a:extLst>
              </p14:cNvPr>
              <p14:cNvContentPartPr/>
              <p14:nvPr/>
            </p14:nvContentPartPr>
            <p14:xfrm>
              <a:off x="5890572" y="5041144"/>
              <a:ext cx="130320" cy="972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1BEFF03-A2B2-9474-2223-23180E3934E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72572" y="5023144"/>
                <a:ext cx="165960" cy="1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32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82F0-39BC-7B42-FBD0-0B76B59A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CF1262D-58D6-69A2-EE02-E578F4AA5D9C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425A6-309B-C327-2C12-4033D88B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0998819" cy="1344148"/>
          </a:xfrm>
        </p:spPr>
        <p:txBody>
          <a:bodyPr/>
          <a:lstStyle/>
          <a:p>
            <a:r>
              <a:rPr lang="en-US" dirty="0"/>
              <a:t>DIST:  05.0 (</a:t>
            </a:r>
            <a:r>
              <a:rPr lang="en-US" dirty="0">
                <a:ea typeface="+mj-lt"/>
                <a:cs typeface="+mj-lt"/>
              </a:rPr>
              <a:t>student_dist_block_1d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92BFF-F1CD-08B7-7E63-569DB6A2F0CA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43B595-14AB-EF31-7DE9-39D6977BA3AE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AB836F-2C96-2800-D2BA-0FDB4EBAE701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2E7A90-91ED-3467-915D-A1E5DA44120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D1BC42-2341-9627-E720-1740CD1E0BE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031289-2B11-92FF-C45D-7E007F6342C4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F2640D-8819-AC1A-ACC5-392563913422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178340-F6B7-791A-1D5A-C2C6ABF05994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93857-47FC-43FA-3A84-BF4F966BA7D4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C5B32B-C551-BCFA-9255-2FB28548DE3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EE5CF6-6201-4739-B297-972B32E3FCD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C1EA9-0A12-7431-CE35-B7850390A39D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FF3FE5-DA42-307D-8ACA-18DDBD9348CC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C3BE0F-61B5-4DE9-D8F5-FB8CD411CAF0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93DBE3-C44E-ECE3-045A-264153364C15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8F4BA07-1DFD-7BAF-4FFE-CB6F5A02FAEF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714EB2-FE7E-DE80-FF88-108870F19F89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865531-8031-A4EA-D397-9B1011CD677F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0A12AB-12E0-6660-0C70-49BFDB46C326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453326-57EC-23EF-550C-2BD73ED1F19D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23A2EA-CA23-6BB8-74B8-5AFEA48B6DA1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11505D-7E6B-087B-9AB3-23509D520FD2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313243-79F6-8BC1-3E8A-575EB603F218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9288A1C-689E-A41E-B791-FBBD6F999011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4D13BC-DC0F-4932-7E48-C99F21D53428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987AE8-E824-3E19-B581-F3D75C996560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4FB7C59-EFAD-954D-AB0F-002560729B71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EE98A95-3A30-78BC-0DF2-C71DD26578EE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2E1FFC8-E5E6-23FB-D17E-F6D7B677D408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B2773B2-5803-09BB-3C21-2CCA38C05584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F1B3C67-54C2-1D6D-DFC2-7B0C0D2BA1B1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D2E9DA8-B6C6-1CD3-398B-1ED09D72BE45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DD11B19-4FFE-2CE4-5A28-7685853A11AE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25EA513-32A9-952D-BD38-66740C99D20C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DC3BF00-B6C1-B05B-0BCC-8ABB6622897C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EA109C-A296-4309-9E39-321A3D05A51D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999F632-5464-A248-D5FD-CD21EDB04977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EC2591A-74E0-CAFC-6B9C-AC5FCCA3083D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10B56CB-BE3A-70A1-D0E4-1F331CD07854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0AE9A6A-2697-72FA-E905-38A2D8BFECB5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28B1C4E-B359-95CD-9085-F7FD25E994DF}"/>
              </a:ext>
            </a:extLst>
          </p:cNvPr>
          <p:cNvSpPr/>
          <p:nvPr/>
        </p:nvSpPr>
        <p:spPr>
          <a:xfrm>
            <a:off x="3756584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5E8483-3EAA-CD2F-6A7D-F317F54198CE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371AAAC-3E8F-D9B8-3A6C-C989F242136F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A2F3A7-47F0-5BFF-5C81-A9A218F88A20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8F59ED3-9724-3BB2-B4DC-7D45A0A82B72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31B1EB-B041-467B-1C58-C667251E1913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DDD278D-0D47-ECE3-7C51-D730D227EA2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9C82FB9-2C9C-6141-FA64-DC04588D9BDE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06019DF-84DD-5144-9E26-47799F32BD25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A31908-FB48-6D1D-5DE9-9D2F7C4E8521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5B30DE1-E83E-5B25-0CD1-2A8D81431553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CC67F5D-DC09-64F2-D4A5-D0B67AC263B8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E74F6E-8524-A392-9FFD-08909086F14A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4366FB5-D2B5-5984-E55B-B34BB6C2EA36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CF4B3F-800E-A6C7-3B30-677CFD3DDFA7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23D980A-8E04-88A5-CBF3-61FDB444390B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9E8F2F8-156E-E233-1007-645E4D157E7A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072B9AD-7A83-B320-B750-4A3848EAB9C7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E77AA24-D3A0-D5E6-B5C9-602B7DEDD175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9B112D0-58E8-E105-6FD7-D0D2EE902563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F8F422-6492-DC03-53BD-70654A9C3E67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4367291-C48F-0C24-0D5F-2A1B9152B9B6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2E5406C-53E0-C389-DA5B-66C699A59F3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93F5903-1766-81C7-4D35-345054CAF8A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2C32B9D-044E-DB26-38C8-504B47DBD091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4C9236A-4376-9DA7-CB07-A02511D6F5B4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8FFBA72-B3F7-ECB1-514D-519735835EBC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953F1E4-DE14-8DA7-D5A6-247E03FE7714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67534FB-B185-9A32-AF55-52FD23220EEA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4F11587-437D-33BE-D2F7-522EA13C98CC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6BDB5CA-F477-9086-F936-1FF0F6F8D00A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2DEEC57-0E62-B429-8BEF-B88524236D91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04DC04-69B9-A712-BE79-7BBCD66F3AE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42E7823-63D1-540B-1EB2-8D2EC9D00915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93B5E4-6B8C-8DEB-C2CD-C2F5650841AB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350647C-2629-E3BC-2BAA-B0D8101C0BD6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FC6B23-C5C0-BEEE-9526-DEDFB8C147C6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0BA02DD-6515-12BF-CA0C-FD3879F47D2B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3DD62D-A474-885B-1A79-0DA6752DAC02}"/>
              </a:ext>
            </a:extLst>
          </p:cNvPr>
          <p:cNvGrpSpPr/>
          <p:nvPr/>
        </p:nvGrpSpPr>
        <p:grpSpPr>
          <a:xfrm>
            <a:off x="1829682" y="3094117"/>
            <a:ext cx="189360" cy="192600"/>
            <a:chOff x="1829682" y="3094117"/>
            <a:chExt cx="1893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0B0E26-9627-9722-5405-33FE33280075}"/>
                    </a:ext>
                  </a:extLst>
                </p14:cNvPr>
                <p14:cNvContentPartPr/>
                <p14:nvPr/>
              </p14:nvContentPartPr>
              <p14:xfrm>
                <a:off x="1829682" y="3094117"/>
                <a:ext cx="126720" cy="17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0B0E26-9627-9722-5405-33FE332800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3562" y="3087997"/>
                  <a:ext cx="138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2A7997-77B7-FC16-ED71-5BE6C09DA55E}"/>
                    </a:ext>
                  </a:extLst>
                </p14:cNvPr>
                <p14:cNvContentPartPr/>
                <p14:nvPr/>
              </p14:nvContentPartPr>
              <p14:xfrm>
                <a:off x="2004282" y="3203197"/>
                <a:ext cx="14760" cy="83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2A7997-77B7-FC16-ED71-5BE6C09DA5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98162" y="3197077"/>
                  <a:ext cx="2700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AFD542-BDE7-ABD1-247A-4C4749F82233}"/>
                  </a:ext>
                </a:extLst>
              </p14:cNvPr>
              <p14:cNvContentPartPr/>
              <p14:nvPr/>
            </p14:nvContentPartPr>
            <p14:xfrm>
              <a:off x="2073824" y="3098959"/>
              <a:ext cx="110880" cy="158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AFD542-BDE7-ABD1-247A-4C4749F822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7704" y="3092839"/>
                <a:ext cx="12312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0D21BA0-38AE-BA34-1986-ABBCD79CD377}"/>
              </a:ext>
            </a:extLst>
          </p:cNvPr>
          <p:cNvGrpSpPr/>
          <p:nvPr/>
        </p:nvGrpSpPr>
        <p:grpSpPr>
          <a:xfrm>
            <a:off x="2457224" y="3084919"/>
            <a:ext cx="159840" cy="177480"/>
            <a:chOff x="2457224" y="3084919"/>
            <a:chExt cx="15984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393343-C5DA-359D-193F-10DC719CBFA4}"/>
                    </a:ext>
                  </a:extLst>
                </p14:cNvPr>
                <p14:cNvContentPartPr/>
                <p14:nvPr/>
              </p14:nvContentPartPr>
              <p14:xfrm>
                <a:off x="2457224" y="3084919"/>
                <a:ext cx="102600" cy="155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393343-C5DA-359D-193F-10DC719CBF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1104" y="3078799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814573-28B2-2F65-8C28-E992696937BF}"/>
                    </a:ext>
                  </a:extLst>
                </p14:cNvPr>
                <p14:cNvContentPartPr/>
                <p14:nvPr/>
              </p14:nvContentPartPr>
              <p14:xfrm>
                <a:off x="2603384" y="3184999"/>
                <a:ext cx="13680" cy="77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814573-28B2-2F65-8C28-E992696937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97264" y="3178879"/>
                  <a:ext cx="2592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7467BA-3EA1-61A2-637D-A3C877110CA3}"/>
                  </a:ext>
                </a:extLst>
              </p14:cNvPr>
              <p14:cNvContentPartPr/>
              <p14:nvPr/>
            </p14:nvContentPartPr>
            <p14:xfrm>
              <a:off x="2695544" y="3096799"/>
              <a:ext cx="21960" cy="149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7467BA-3EA1-61A2-637D-A3C877110C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89424" y="3090679"/>
                <a:ext cx="3420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181BEED3-0F69-1734-C70D-1E5BAC6794FD}"/>
              </a:ext>
            </a:extLst>
          </p:cNvPr>
          <p:cNvGrpSpPr/>
          <p:nvPr/>
        </p:nvGrpSpPr>
        <p:grpSpPr>
          <a:xfrm>
            <a:off x="3031064" y="3093559"/>
            <a:ext cx="337680" cy="193680"/>
            <a:chOff x="3031064" y="3093559"/>
            <a:chExt cx="3376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466B1F-259A-9131-2DA3-AB063E47DCC9}"/>
                    </a:ext>
                  </a:extLst>
                </p14:cNvPr>
                <p14:cNvContentPartPr/>
                <p14:nvPr/>
              </p14:nvContentPartPr>
              <p14:xfrm>
                <a:off x="3031064" y="3093559"/>
                <a:ext cx="100080" cy="16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466B1F-259A-9131-2DA3-AB063E47DC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4944" y="3087439"/>
                  <a:ext cx="112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6F370F-D54E-3EC2-4F6A-C9EFF5860DD9}"/>
                    </a:ext>
                  </a:extLst>
                </p14:cNvPr>
                <p14:cNvContentPartPr/>
                <p14:nvPr/>
              </p14:nvContentPartPr>
              <p14:xfrm>
                <a:off x="3166784" y="3201919"/>
                <a:ext cx="12600" cy="85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6F370F-D54E-3EC2-4F6A-C9EFF5860D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0664" y="3195799"/>
                  <a:ext cx="24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B356A2-0E1C-D7EE-051E-A1D7BFFA9FEF}"/>
                    </a:ext>
                  </a:extLst>
                </p14:cNvPr>
                <p14:cNvContentPartPr/>
                <p14:nvPr/>
              </p14:nvContentPartPr>
              <p14:xfrm>
                <a:off x="3222224" y="3118759"/>
                <a:ext cx="146520" cy="14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B356A2-0E1C-D7EE-051E-A1D7BFFA9F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16104" y="3112639"/>
                  <a:ext cx="1587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2C2186-228D-637A-E001-250267737E72}"/>
              </a:ext>
            </a:extLst>
          </p:cNvPr>
          <p:cNvGrpSpPr/>
          <p:nvPr/>
        </p:nvGrpSpPr>
        <p:grpSpPr>
          <a:xfrm>
            <a:off x="3630464" y="3105079"/>
            <a:ext cx="300240" cy="185400"/>
            <a:chOff x="3630464" y="3105079"/>
            <a:chExt cx="30024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503299-01E6-919C-7144-E46A112E6958}"/>
                    </a:ext>
                  </a:extLst>
                </p14:cNvPr>
                <p14:cNvContentPartPr/>
                <p14:nvPr/>
              </p14:nvContentPartPr>
              <p14:xfrm>
                <a:off x="3630464" y="3105079"/>
                <a:ext cx="98280" cy="167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503299-01E6-919C-7144-E46A112E69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24344" y="3098959"/>
                  <a:ext cx="110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45BB2B-2FBE-E87B-489B-31F91637A00E}"/>
                    </a:ext>
                  </a:extLst>
                </p14:cNvPr>
                <p14:cNvContentPartPr/>
                <p14:nvPr/>
              </p14:nvContentPartPr>
              <p14:xfrm>
                <a:off x="3752144" y="3217399"/>
                <a:ext cx="21960" cy="73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45BB2B-2FBE-E87B-489B-31F91637A0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46024" y="3211279"/>
                  <a:ext cx="34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7604410-8B20-FA5C-1474-A6AF6ADF203E}"/>
                    </a:ext>
                  </a:extLst>
                </p14:cNvPr>
                <p14:cNvContentPartPr/>
                <p14:nvPr/>
              </p14:nvContentPartPr>
              <p14:xfrm>
                <a:off x="3818384" y="3112279"/>
                <a:ext cx="112320" cy="132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7604410-8B20-FA5C-1474-A6AF6ADF20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2264" y="3106159"/>
                  <a:ext cx="1245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60A01D5-4631-020A-9722-FB6EB506EA89}"/>
              </a:ext>
            </a:extLst>
          </p:cNvPr>
          <p:cNvGrpSpPr/>
          <p:nvPr/>
        </p:nvGrpSpPr>
        <p:grpSpPr>
          <a:xfrm>
            <a:off x="1939904" y="4796359"/>
            <a:ext cx="276480" cy="165240"/>
            <a:chOff x="1939904" y="4796359"/>
            <a:chExt cx="27648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683844-2127-6D16-671B-E1FF8C4CC2F2}"/>
                    </a:ext>
                  </a:extLst>
                </p14:cNvPr>
                <p14:cNvContentPartPr/>
                <p14:nvPr/>
              </p14:nvContentPartPr>
              <p14:xfrm>
                <a:off x="1939904" y="4806079"/>
                <a:ext cx="113760" cy="139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683844-2127-6D16-671B-E1FF8C4CC2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3784" y="4799959"/>
                  <a:ext cx="126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CDDF98-68C4-ACB3-1A51-91E06439D24D}"/>
                    </a:ext>
                  </a:extLst>
                </p14:cNvPr>
                <p14:cNvContentPartPr/>
                <p14:nvPr/>
              </p14:nvContentPartPr>
              <p14:xfrm>
                <a:off x="2094704" y="4882039"/>
                <a:ext cx="8280" cy="7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CDDF98-68C4-ACB3-1A51-91E06439D2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88584" y="4875919"/>
                  <a:ext cx="2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1954287-51F9-94C6-8EB4-28288DCBF290}"/>
                    </a:ext>
                  </a:extLst>
                </p14:cNvPr>
                <p14:cNvContentPartPr/>
                <p14:nvPr/>
              </p14:nvContentPartPr>
              <p14:xfrm>
                <a:off x="2126744" y="4796359"/>
                <a:ext cx="89640" cy="133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1954287-51F9-94C6-8EB4-28288DCBF2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20624" y="4790239"/>
                  <a:ext cx="1018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B951CEE-D4B9-BEB8-9BC0-59CE1AF13610}"/>
              </a:ext>
            </a:extLst>
          </p:cNvPr>
          <p:cNvGrpSpPr/>
          <p:nvPr/>
        </p:nvGrpSpPr>
        <p:grpSpPr>
          <a:xfrm>
            <a:off x="2547224" y="4820119"/>
            <a:ext cx="275760" cy="142200"/>
            <a:chOff x="2547224" y="4820119"/>
            <a:chExt cx="275760" cy="1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FE77B47-09BF-D2D8-7FA0-34E67CF12E93}"/>
                    </a:ext>
                  </a:extLst>
                </p14:cNvPr>
                <p14:cNvContentPartPr/>
                <p14:nvPr/>
              </p14:nvContentPartPr>
              <p14:xfrm>
                <a:off x="2547224" y="4820119"/>
                <a:ext cx="123840" cy="131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FE77B47-09BF-D2D8-7FA0-34E67CF12E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41104" y="4813999"/>
                  <a:ext cx="1360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D6509FD-2E97-903F-E6DC-A0733166C863}"/>
                    </a:ext>
                  </a:extLst>
                </p14:cNvPr>
                <p14:cNvContentPartPr/>
                <p14:nvPr/>
              </p14:nvContentPartPr>
              <p14:xfrm>
                <a:off x="2745224" y="4902199"/>
                <a:ext cx="3240" cy="60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D6509FD-2E97-903F-E6DC-A0733166C86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9104" y="4896079"/>
                  <a:ext cx="15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751071-40CB-D009-4C1A-B7A49FB28403}"/>
                    </a:ext>
                  </a:extLst>
                </p14:cNvPr>
                <p14:cNvContentPartPr/>
                <p14:nvPr/>
              </p14:nvContentPartPr>
              <p14:xfrm>
                <a:off x="2807864" y="4824799"/>
                <a:ext cx="15120" cy="113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751071-40CB-D009-4C1A-B7A49FB284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01744" y="4818679"/>
                  <a:ext cx="273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A159BEA-31EB-5CB7-423A-19BCF8432934}"/>
              </a:ext>
            </a:extLst>
          </p:cNvPr>
          <p:cNvGrpSpPr/>
          <p:nvPr/>
        </p:nvGrpSpPr>
        <p:grpSpPr>
          <a:xfrm>
            <a:off x="3147344" y="4803919"/>
            <a:ext cx="302760" cy="166320"/>
            <a:chOff x="3147344" y="4803919"/>
            <a:chExt cx="30276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46DB8FE-708B-1466-D17D-66DF55ECAA62}"/>
                    </a:ext>
                  </a:extLst>
                </p14:cNvPr>
                <p14:cNvContentPartPr/>
                <p14:nvPr/>
              </p14:nvContentPartPr>
              <p14:xfrm>
                <a:off x="3147344" y="4803919"/>
                <a:ext cx="115560" cy="149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46DB8FE-708B-1466-D17D-66DF55ECAA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41224" y="4797799"/>
                  <a:ext cx="127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EAE5D1A-41D4-09C4-5419-7230930DA59C}"/>
                    </a:ext>
                  </a:extLst>
                </p14:cNvPr>
                <p14:cNvContentPartPr/>
                <p14:nvPr/>
              </p14:nvContentPartPr>
              <p14:xfrm>
                <a:off x="3309704" y="4909039"/>
                <a:ext cx="10800" cy="61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EAE5D1A-41D4-09C4-5419-7230930DA59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03584" y="4902919"/>
                  <a:ext cx="23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EF913FE-14C1-63AF-2887-DFFB07AD664E}"/>
                    </a:ext>
                  </a:extLst>
                </p14:cNvPr>
                <p14:cNvContentPartPr/>
                <p14:nvPr/>
              </p14:nvContentPartPr>
              <p14:xfrm>
                <a:off x="3352544" y="4842079"/>
                <a:ext cx="97560" cy="90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EF913FE-14C1-63AF-2887-DFFB07AD66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6424" y="4835959"/>
                  <a:ext cx="1098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2AFCAEB-989D-A7DF-E597-5472557EBF58}"/>
              </a:ext>
            </a:extLst>
          </p:cNvPr>
          <p:cNvGrpSpPr/>
          <p:nvPr/>
        </p:nvGrpSpPr>
        <p:grpSpPr>
          <a:xfrm>
            <a:off x="3698864" y="4812559"/>
            <a:ext cx="325080" cy="157320"/>
            <a:chOff x="3698864" y="4812559"/>
            <a:chExt cx="325080" cy="1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5AAFE22-168C-0690-7F8D-503688D0D216}"/>
                    </a:ext>
                  </a:extLst>
                </p14:cNvPr>
                <p14:cNvContentPartPr/>
                <p14:nvPr/>
              </p14:nvContentPartPr>
              <p14:xfrm>
                <a:off x="3698864" y="4814719"/>
                <a:ext cx="112680" cy="123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5AAFE22-168C-0690-7F8D-503688D0D2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92744" y="4808599"/>
                  <a:ext cx="124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5AC0CB-297C-646B-7F86-3EF71007B51E}"/>
                    </a:ext>
                  </a:extLst>
                </p14:cNvPr>
                <p14:cNvContentPartPr/>
                <p14:nvPr/>
              </p14:nvContentPartPr>
              <p14:xfrm>
                <a:off x="3857984" y="4896439"/>
                <a:ext cx="14400" cy="73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5AC0CB-297C-646B-7F86-3EF71007B5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51864" y="4890319"/>
                  <a:ext cx="26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7E7BE28-DD55-DE4C-F45A-BE963ADBDF46}"/>
                    </a:ext>
                  </a:extLst>
                </p14:cNvPr>
                <p14:cNvContentPartPr/>
                <p14:nvPr/>
              </p14:nvContentPartPr>
              <p14:xfrm>
                <a:off x="3898664" y="4812559"/>
                <a:ext cx="125280" cy="138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7E7BE28-DD55-DE4C-F45A-BE963ADBDF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92544" y="4806439"/>
                  <a:ext cx="1375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0931314-2093-2FF2-90E4-933447F57D8C}"/>
              </a:ext>
            </a:extLst>
          </p:cNvPr>
          <p:cNvGrpSpPr/>
          <p:nvPr/>
        </p:nvGrpSpPr>
        <p:grpSpPr>
          <a:xfrm>
            <a:off x="4286769" y="3101677"/>
            <a:ext cx="186840" cy="149040"/>
            <a:chOff x="4286769" y="3101677"/>
            <a:chExt cx="18684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8AFEC10-C8AB-5E9A-8464-727F664C51B9}"/>
                    </a:ext>
                  </a:extLst>
                </p14:cNvPr>
                <p14:cNvContentPartPr/>
                <p14:nvPr/>
              </p14:nvContentPartPr>
              <p14:xfrm>
                <a:off x="4286769" y="3117157"/>
                <a:ext cx="9360" cy="123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8AFEC10-C8AB-5E9A-8464-727F664C51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80649" y="3111037"/>
                  <a:ext cx="21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FBC253-71CF-7D1D-F9BF-A785B69C121D}"/>
                    </a:ext>
                  </a:extLst>
                </p14:cNvPr>
                <p14:cNvContentPartPr/>
                <p14:nvPr/>
              </p14:nvContentPartPr>
              <p14:xfrm>
                <a:off x="4340769" y="3195997"/>
                <a:ext cx="4680" cy="54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FBC253-71CF-7D1D-F9BF-A785B69C12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34649" y="3189877"/>
                  <a:ext cx="16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E8FCD9-AB24-A844-C504-94363D312C95}"/>
                    </a:ext>
                  </a:extLst>
                </p14:cNvPr>
                <p14:cNvContentPartPr/>
                <p14:nvPr/>
              </p14:nvContentPartPr>
              <p14:xfrm>
                <a:off x="4372089" y="3101677"/>
                <a:ext cx="101520" cy="140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E8FCD9-AB24-A844-C504-94363D312C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65969" y="3095557"/>
                  <a:ext cx="11376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6436FF8-3456-086D-90DA-9BC0A9887DD0}"/>
              </a:ext>
            </a:extLst>
          </p:cNvPr>
          <p:cNvGrpSpPr/>
          <p:nvPr/>
        </p:nvGrpSpPr>
        <p:grpSpPr>
          <a:xfrm>
            <a:off x="4925439" y="3095041"/>
            <a:ext cx="120073" cy="131040"/>
            <a:chOff x="4925439" y="3095041"/>
            <a:chExt cx="120073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D07EC33-91FD-A544-C6E1-F2F1548A409B}"/>
                    </a:ext>
                  </a:extLst>
                </p14:cNvPr>
                <p14:cNvContentPartPr/>
                <p14:nvPr/>
              </p14:nvContentPartPr>
              <p14:xfrm>
                <a:off x="4925439" y="3104401"/>
                <a:ext cx="8640" cy="111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D07EC33-91FD-A544-C6E1-F2F1548A40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19319" y="3098281"/>
                  <a:ext cx="20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A942B44-45EE-3F6E-FB52-27A3596AD4C9}"/>
                    </a:ext>
                  </a:extLst>
                </p14:cNvPr>
                <p14:cNvContentPartPr/>
                <p14:nvPr/>
              </p14:nvContentPartPr>
              <p14:xfrm>
                <a:off x="4984672" y="3179641"/>
                <a:ext cx="3240" cy="46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A942B44-45EE-3F6E-FB52-27A3596AD4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78552" y="3173521"/>
                  <a:ext cx="15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3819D14-AF9B-8B66-ED75-7B37FBF0735D}"/>
                    </a:ext>
                  </a:extLst>
                </p14:cNvPr>
                <p14:cNvContentPartPr/>
                <p14:nvPr/>
              </p14:nvContentPartPr>
              <p14:xfrm>
                <a:off x="5030032" y="3095041"/>
                <a:ext cx="15480" cy="130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3819D14-AF9B-8B66-ED75-7B37FBF073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23912" y="3088921"/>
                  <a:ext cx="277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0F353DA-4E60-55D4-A281-90BC268903F1}"/>
              </a:ext>
            </a:extLst>
          </p:cNvPr>
          <p:cNvGrpSpPr/>
          <p:nvPr/>
        </p:nvGrpSpPr>
        <p:grpSpPr>
          <a:xfrm>
            <a:off x="5480905" y="3111104"/>
            <a:ext cx="177840" cy="112320"/>
            <a:chOff x="5480905" y="3111104"/>
            <a:chExt cx="177840" cy="11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0EEB459-0F9B-4CAD-D820-D30EF819E189}"/>
                    </a:ext>
                  </a:extLst>
                </p14:cNvPr>
                <p14:cNvContentPartPr/>
                <p14:nvPr/>
              </p14:nvContentPartPr>
              <p14:xfrm>
                <a:off x="5480905" y="3111104"/>
                <a:ext cx="9360" cy="90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0EEB459-0F9B-4CAD-D820-D30EF819E1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74785" y="3104984"/>
                  <a:ext cx="21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3942C45-3ABF-6DAF-46B8-024E7BD80B2F}"/>
                    </a:ext>
                  </a:extLst>
                </p14:cNvPr>
                <p14:cNvContentPartPr/>
                <p14:nvPr/>
              </p14:nvContentPartPr>
              <p14:xfrm>
                <a:off x="5540665" y="3169424"/>
                <a:ext cx="6480" cy="54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3942C45-3ABF-6DAF-46B8-024E7BD80B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34545" y="3163304"/>
                  <a:ext cx="18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F314526-67AA-D5BD-F29D-2FE24AD485F4}"/>
                    </a:ext>
                  </a:extLst>
                </p14:cNvPr>
                <p14:cNvContentPartPr/>
                <p14:nvPr/>
              </p14:nvContentPartPr>
              <p14:xfrm>
                <a:off x="5571985" y="3113264"/>
                <a:ext cx="86760" cy="104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F314526-67AA-D5BD-F29D-2FE24AD485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65865" y="3107144"/>
                  <a:ext cx="9900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2ACBDBD-FBDF-C864-C50C-D593A125A3D8}"/>
              </a:ext>
            </a:extLst>
          </p:cNvPr>
          <p:cNvGrpSpPr/>
          <p:nvPr/>
        </p:nvGrpSpPr>
        <p:grpSpPr>
          <a:xfrm>
            <a:off x="6093892" y="3107485"/>
            <a:ext cx="226800" cy="132840"/>
            <a:chOff x="6093892" y="3107485"/>
            <a:chExt cx="22680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B29BC0-7E72-F94C-7C19-40E1CD4CC8AE}"/>
                    </a:ext>
                  </a:extLst>
                </p14:cNvPr>
                <p14:cNvContentPartPr/>
                <p14:nvPr/>
              </p14:nvContentPartPr>
              <p14:xfrm>
                <a:off x="6093892" y="3107485"/>
                <a:ext cx="13320" cy="113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B29BC0-7E72-F94C-7C19-40E1CD4CC8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87772" y="3101365"/>
                  <a:ext cx="25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9CB3450-FB22-0EB1-DA1F-2B8212C29885}"/>
                    </a:ext>
                  </a:extLst>
                </p14:cNvPr>
                <p14:cNvContentPartPr/>
                <p14:nvPr/>
              </p14:nvContentPartPr>
              <p14:xfrm>
                <a:off x="6166612" y="3183445"/>
                <a:ext cx="14400" cy="56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9CB3450-FB22-0EB1-DA1F-2B8212C298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60492" y="3177325"/>
                  <a:ext cx="26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077388-898E-9668-919B-ACD3EA6538BB}"/>
                    </a:ext>
                  </a:extLst>
                </p14:cNvPr>
                <p14:cNvContentPartPr/>
                <p14:nvPr/>
              </p14:nvContentPartPr>
              <p14:xfrm>
                <a:off x="6203692" y="3115045"/>
                <a:ext cx="117000" cy="1098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077388-898E-9668-919B-ACD3EA6538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97572" y="3108925"/>
                  <a:ext cx="1292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16803AC-C479-05A9-79A4-3B55088747B9}"/>
              </a:ext>
            </a:extLst>
          </p:cNvPr>
          <p:cNvGrpSpPr/>
          <p:nvPr/>
        </p:nvGrpSpPr>
        <p:grpSpPr>
          <a:xfrm>
            <a:off x="6671329" y="3109022"/>
            <a:ext cx="270775" cy="120600"/>
            <a:chOff x="6671329" y="3109022"/>
            <a:chExt cx="270775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01D9F42-E1D3-5697-593F-1BDFB25A769C}"/>
                    </a:ext>
                  </a:extLst>
                </p14:cNvPr>
                <p14:cNvContentPartPr/>
                <p14:nvPr/>
              </p14:nvContentPartPr>
              <p14:xfrm>
                <a:off x="6671329" y="3109022"/>
                <a:ext cx="69840" cy="120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01D9F42-E1D3-5697-593F-1BDFB25A76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65209" y="3102902"/>
                  <a:ext cx="8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AF08B0B-F6D1-C1AB-B634-E2CE1E486C48}"/>
                    </a:ext>
                  </a:extLst>
                </p14:cNvPr>
                <p14:cNvContentPartPr/>
                <p14:nvPr/>
              </p14:nvContentPartPr>
              <p14:xfrm>
                <a:off x="6791624" y="3180302"/>
                <a:ext cx="13320" cy="48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AF08B0B-F6D1-C1AB-B634-E2CE1E486C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85504" y="3174182"/>
                  <a:ext cx="25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3B73569-E9B7-EAAD-AFE2-71D5CB275F63}"/>
                    </a:ext>
                  </a:extLst>
                </p14:cNvPr>
                <p14:cNvContentPartPr/>
                <p14:nvPr/>
              </p14:nvContentPartPr>
              <p14:xfrm>
                <a:off x="6841304" y="3109022"/>
                <a:ext cx="100800" cy="99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3B73569-E9B7-EAAD-AFE2-71D5CB275F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35184" y="3102902"/>
                  <a:ext cx="11304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18EC412-E1D5-AED5-A8D1-C502D0E04547}"/>
              </a:ext>
            </a:extLst>
          </p:cNvPr>
          <p:cNvGrpSpPr/>
          <p:nvPr/>
        </p:nvGrpSpPr>
        <p:grpSpPr>
          <a:xfrm>
            <a:off x="7329104" y="3100742"/>
            <a:ext cx="140400" cy="137520"/>
            <a:chOff x="7329104" y="3100742"/>
            <a:chExt cx="140400" cy="13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B00D14-7A86-02B0-E91E-4FB906083F81}"/>
                    </a:ext>
                  </a:extLst>
                </p14:cNvPr>
                <p14:cNvContentPartPr/>
                <p14:nvPr/>
              </p14:nvContentPartPr>
              <p14:xfrm>
                <a:off x="7329104" y="3112622"/>
                <a:ext cx="56880" cy="125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B00D14-7A86-02B0-E91E-4FB906083F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22984" y="3106502"/>
                  <a:ext cx="69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544100A-1D9F-B720-45A5-51672CFF5C16}"/>
                    </a:ext>
                  </a:extLst>
                </p14:cNvPr>
                <p14:cNvContentPartPr/>
                <p14:nvPr/>
              </p14:nvContentPartPr>
              <p14:xfrm>
                <a:off x="7418384" y="3179222"/>
                <a:ext cx="11160" cy="44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544100A-1D9F-B720-45A5-51672CFF5C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12264" y="3173102"/>
                  <a:ext cx="23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BBFA785-CB61-B0AE-B2DB-FD3E9B225947}"/>
                    </a:ext>
                  </a:extLst>
                </p14:cNvPr>
                <p14:cNvContentPartPr/>
                <p14:nvPr/>
              </p14:nvContentPartPr>
              <p14:xfrm>
                <a:off x="7446824" y="3100742"/>
                <a:ext cx="22680" cy="85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BBFA785-CB61-B0AE-B2DB-FD3E9B2259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40704" y="3094622"/>
                  <a:ext cx="349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385A5A4-C889-08A5-A32B-3692798B75F2}"/>
              </a:ext>
            </a:extLst>
          </p:cNvPr>
          <p:cNvGrpSpPr/>
          <p:nvPr/>
        </p:nvGrpSpPr>
        <p:grpSpPr>
          <a:xfrm>
            <a:off x="7937688" y="3100969"/>
            <a:ext cx="220680" cy="134640"/>
            <a:chOff x="7937688" y="3100969"/>
            <a:chExt cx="22068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4BC622B-6B83-4FBE-40E6-21D8C1F259DB}"/>
                    </a:ext>
                  </a:extLst>
                </p14:cNvPr>
                <p14:cNvContentPartPr/>
                <p14:nvPr/>
              </p14:nvContentPartPr>
              <p14:xfrm>
                <a:off x="7937688" y="3113929"/>
                <a:ext cx="50760" cy="121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4BC622B-6B83-4FBE-40E6-21D8C1F259D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31568" y="3107809"/>
                  <a:ext cx="63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0B67E79-53C1-7527-1CF5-8EEE4F0C2A30}"/>
                    </a:ext>
                  </a:extLst>
                </p14:cNvPr>
                <p14:cNvContentPartPr/>
                <p14:nvPr/>
              </p14:nvContentPartPr>
              <p14:xfrm>
                <a:off x="8027688" y="3189889"/>
                <a:ext cx="7200" cy="32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0B67E79-53C1-7527-1CF5-8EEE4F0C2A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21568" y="3183769"/>
                  <a:ext cx="19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EF28E54-3E88-3FB2-7F8C-9B62904D94B6}"/>
                    </a:ext>
                  </a:extLst>
                </p14:cNvPr>
                <p14:cNvContentPartPr/>
                <p14:nvPr/>
              </p14:nvContentPartPr>
              <p14:xfrm>
                <a:off x="8040288" y="3100969"/>
                <a:ext cx="118080" cy="104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EF28E54-3E88-3FB2-7F8C-9B62904D94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34168" y="3094849"/>
                  <a:ext cx="1303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885DF02-D965-1D35-391B-C9C7C1145C05}"/>
              </a:ext>
            </a:extLst>
          </p:cNvPr>
          <p:cNvGrpSpPr/>
          <p:nvPr/>
        </p:nvGrpSpPr>
        <p:grpSpPr>
          <a:xfrm>
            <a:off x="8527045" y="3090756"/>
            <a:ext cx="261037" cy="126720"/>
            <a:chOff x="8527045" y="3090756"/>
            <a:chExt cx="261037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E8FC2A8-BF5A-CE34-E009-E388D9EFE4FA}"/>
                    </a:ext>
                  </a:extLst>
                </p14:cNvPr>
                <p14:cNvContentPartPr/>
                <p14:nvPr/>
              </p14:nvContentPartPr>
              <p14:xfrm>
                <a:off x="8527045" y="3094716"/>
                <a:ext cx="87480" cy="122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E8FC2A8-BF5A-CE34-E009-E388D9EFE4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20925" y="3088596"/>
                  <a:ext cx="99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D176C8B-F1A6-1B26-964C-114D2C50908F}"/>
                    </a:ext>
                  </a:extLst>
                </p14:cNvPr>
                <p14:cNvContentPartPr/>
                <p14:nvPr/>
              </p14:nvContentPartPr>
              <p14:xfrm>
                <a:off x="8642282" y="3168156"/>
                <a:ext cx="5760" cy="41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D176C8B-F1A6-1B26-964C-114D2C5090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36162" y="316203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1EAD3BB-B745-1760-6362-88CD2934F0BE}"/>
                    </a:ext>
                  </a:extLst>
                </p14:cNvPr>
                <p14:cNvContentPartPr/>
                <p14:nvPr/>
              </p14:nvContentPartPr>
              <p14:xfrm>
                <a:off x="8681522" y="3090756"/>
                <a:ext cx="106560" cy="113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1EAD3BB-B745-1760-6362-88CD2934F0B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75402" y="3084636"/>
                  <a:ext cx="1188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78E8213-DB46-0DCE-835C-0375543680FD}"/>
              </a:ext>
            </a:extLst>
          </p:cNvPr>
          <p:cNvGrpSpPr/>
          <p:nvPr/>
        </p:nvGrpSpPr>
        <p:grpSpPr>
          <a:xfrm>
            <a:off x="9122228" y="3107958"/>
            <a:ext cx="269280" cy="152280"/>
            <a:chOff x="9122228" y="3107958"/>
            <a:chExt cx="26928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A31552A-3AAD-EA00-3C21-99E1FBFD016D}"/>
                    </a:ext>
                  </a:extLst>
                </p14:cNvPr>
                <p14:cNvContentPartPr/>
                <p14:nvPr/>
              </p14:nvContentPartPr>
              <p14:xfrm>
                <a:off x="9122228" y="3107958"/>
                <a:ext cx="88920" cy="151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A31552A-3AAD-EA00-3C21-99E1FBFD01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116108" y="3101838"/>
                  <a:ext cx="101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6A1EF08-7A0B-25C1-5DB2-2267BE0C2FFC}"/>
                    </a:ext>
                  </a:extLst>
                </p14:cNvPr>
                <p14:cNvContentPartPr/>
                <p14:nvPr/>
              </p14:nvContentPartPr>
              <p14:xfrm>
                <a:off x="9267668" y="3216318"/>
                <a:ext cx="6840" cy="43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6A1EF08-7A0B-25C1-5DB2-2267BE0C2F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61548" y="3210198"/>
                  <a:ext cx="19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2034A9C-FC9D-A7F5-4A29-972EFABBA885}"/>
                    </a:ext>
                  </a:extLst>
                </p14:cNvPr>
                <p14:cNvContentPartPr/>
                <p14:nvPr/>
              </p14:nvContentPartPr>
              <p14:xfrm>
                <a:off x="9333908" y="3123438"/>
                <a:ext cx="360" cy="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2034A9C-FC9D-A7F5-4A29-972EFABBA88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27788" y="311731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0EB59C4-DD28-83B6-DCF7-DC440398B699}"/>
                    </a:ext>
                  </a:extLst>
                </p14:cNvPr>
                <p14:cNvContentPartPr/>
                <p14:nvPr/>
              </p14:nvContentPartPr>
              <p14:xfrm>
                <a:off x="9313748" y="3114438"/>
                <a:ext cx="77760" cy="114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0EB59C4-DD28-83B6-DCF7-DC440398B6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07628" y="3108318"/>
                  <a:ext cx="900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EAC9DA9-8098-1F10-2300-423C252C6F7D}"/>
              </a:ext>
            </a:extLst>
          </p:cNvPr>
          <p:cNvGrpSpPr/>
          <p:nvPr/>
        </p:nvGrpSpPr>
        <p:grpSpPr>
          <a:xfrm>
            <a:off x="9715148" y="3117318"/>
            <a:ext cx="172800" cy="118080"/>
            <a:chOff x="9715148" y="3117318"/>
            <a:chExt cx="17280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E589C52-5981-AC9A-8FB2-82906545694C}"/>
                    </a:ext>
                  </a:extLst>
                </p14:cNvPr>
                <p14:cNvContentPartPr/>
                <p14:nvPr/>
              </p14:nvContentPartPr>
              <p14:xfrm>
                <a:off x="9715148" y="3120198"/>
                <a:ext cx="74520" cy="115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E589C52-5981-AC9A-8FB2-82906545694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09028" y="3114078"/>
                  <a:ext cx="86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2845A50-CAB5-D262-FB6E-98178AFE426B}"/>
                    </a:ext>
                  </a:extLst>
                </p14:cNvPr>
                <p14:cNvContentPartPr/>
                <p14:nvPr/>
              </p14:nvContentPartPr>
              <p14:xfrm>
                <a:off x="9822788" y="3181398"/>
                <a:ext cx="9360" cy="457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2845A50-CAB5-D262-FB6E-98178AFE426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16668" y="3175278"/>
                  <a:ext cx="21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1BB53AA-4FE8-4EEA-B003-2F55AD66C696}"/>
                    </a:ext>
                  </a:extLst>
                </p14:cNvPr>
                <p14:cNvContentPartPr/>
                <p14:nvPr/>
              </p14:nvContentPartPr>
              <p14:xfrm>
                <a:off x="9885068" y="3117318"/>
                <a:ext cx="2880" cy="94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1BB53AA-4FE8-4EEA-B003-2F55AD66C6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78948" y="3111198"/>
                  <a:ext cx="151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1A7B843-D3BC-FC35-688B-2537C7C1B741}"/>
              </a:ext>
            </a:extLst>
          </p:cNvPr>
          <p:cNvGrpSpPr/>
          <p:nvPr/>
        </p:nvGrpSpPr>
        <p:grpSpPr>
          <a:xfrm>
            <a:off x="10283483" y="3130826"/>
            <a:ext cx="264792" cy="123576"/>
            <a:chOff x="10283483" y="3130826"/>
            <a:chExt cx="264792" cy="12357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5CD4AA7-7D20-EE83-E3B8-8F8501FBCF56}"/>
                    </a:ext>
                  </a:extLst>
                </p14:cNvPr>
                <p14:cNvContentPartPr/>
                <p14:nvPr/>
              </p14:nvContentPartPr>
              <p14:xfrm>
                <a:off x="10283483" y="3130826"/>
                <a:ext cx="93600" cy="116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5CD4AA7-7D20-EE83-E3B8-8F8501FBCF5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77363" y="3124706"/>
                  <a:ext cx="1058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383C6AB-E59D-90A0-BE70-B498D188BAFE}"/>
                    </a:ext>
                  </a:extLst>
                </p14:cNvPr>
                <p14:cNvContentPartPr/>
                <p14:nvPr/>
              </p14:nvContentPartPr>
              <p14:xfrm>
                <a:off x="10413275" y="3206522"/>
                <a:ext cx="16920" cy="478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383C6AB-E59D-90A0-BE70-B498D188BA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07155" y="3200402"/>
                  <a:ext cx="29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5DA31C7-5E3B-CA2A-D26B-F16873F087EE}"/>
                    </a:ext>
                  </a:extLst>
                </p14:cNvPr>
                <p14:cNvContentPartPr/>
                <p14:nvPr/>
              </p14:nvContentPartPr>
              <p14:xfrm>
                <a:off x="10452155" y="3141002"/>
                <a:ext cx="96120" cy="94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5DA31C7-5E3B-CA2A-D26B-F16873F087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46035" y="3134882"/>
                  <a:ext cx="1083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921D478-7E30-6733-77DB-7137617B01A2}"/>
              </a:ext>
            </a:extLst>
          </p:cNvPr>
          <p:cNvGrpSpPr/>
          <p:nvPr/>
        </p:nvGrpSpPr>
        <p:grpSpPr>
          <a:xfrm>
            <a:off x="10921319" y="3120812"/>
            <a:ext cx="265338" cy="142560"/>
            <a:chOff x="10921319" y="3120812"/>
            <a:chExt cx="265338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C38FC9-04AC-FC34-2282-4328F3B868D2}"/>
                    </a:ext>
                  </a:extLst>
                </p14:cNvPr>
                <p14:cNvContentPartPr/>
                <p14:nvPr/>
              </p14:nvContentPartPr>
              <p14:xfrm>
                <a:off x="10921319" y="3136652"/>
                <a:ext cx="89640" cy="126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C38FC9-04AC-FC34-2282-4328F3B868D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15199" y="3130532"/>
                  <a:ext cx="101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BB1B924-C35A-B89F-FC35-374193DB44EA}"/>
                    </a:ext>
                  </a:extLst>
                </p14:cNvPr>
                <p14:cNvContentPartPr/>
                <p14:nvPr/>
              </p14:nvContentPartPr>
              <p14:xfrm>
                <a:off x="11054537" y="3204692"/>
                <a:ext cx="19800" cy="52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BB1B924-C35A-B89F-FC35-374193DB44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48417" y="3198572"/>
                  <a:ext cx="32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598BF41-690A-8E0C-A935-E4B8C86D0E2E}"/>
                    </a:ext>
                  </a:extLst>
                </p14:cNvPr>
                <p14:cNvContentPartPr/>
                <p14:nvPr/>
              </p14:nvContentPartPr>
              <p14:xfrm>
                <a:off x="11095577" y="3120812"/>
                <a:ext cx="91080" cy="126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598BF41-690A-8E0C-A935-E4B8C86D0E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089457" y="3114692"/>
                  <a:ext cx="1033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C249E557-3CC1-A8B7-C180-4DEAFFC5CA93}"/>
                  </a:ext>
                </a:extLst>
              </p14:cNvPr>
              <p14:cNvContentPartPr/>
              <p14:nvPr/>
            </p14:nvContentPartPr>
            <p14:xfrm>
              <a:off x="4394054" y="4878409"/>
              <a:ext cx="9360" cy="12348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C249E557-3CC1-A8B7-C180-4DEAFFC5CA9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87934" y="4872289"/>
                <a:ext cx="21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87DC1DA-403F-B705-285D-9426808F27D0}"/>
                  </a:ext>
                </a:extLst>
              </p14:cNvPr>
              <p14:cNvContentPartPr/>
              <p14:nvPr/>
            </p14:nvContentPartPr>
            <p14:xfrm>
              <a:off x="4448054" y="4957249"/>
              <a:ext cx="4680" cy="547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87DC1DA-403F-B705-285D-9426808F27D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41934" y="4951129"/>
                <a:ext cx="169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8542FB7-5032-347B-84DD-015E59F2FA1C}"/>
                  </a:ext>
                </a:extLst>
              </p14:cNvPr>
              <p14:cNvContentPartPr/>
              <p14:nvPr/>
            </p14:nvContentPartPr>
            <p14:xfrm>
              <a:off x="4479374" y="4862929"/>
              <a:ext cx="101520" cy="1400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8542FB7-5032-347B-84DD-015E59F2FA1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73254" y="4856809"/>
                <a:ext cx="113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B3B4C6D-AF79-1874-F5A2-88E7D2A50A25}"/>
                  </a:ext>
                </a:extLst>
              </p14:cNvPr>
              <p14:cNvContentPartPr/>
              <p14:nvPr/>
            </p14:nvContentPartPr>
            <p14:xfrm>
              <a:off x="5032724" y="4865653"/>
              <a:ext cx="8640" cy="1116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B3B4C6D-AF79-1874-F5A2-88E7D2A50A2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26604" y="4859533"/>
                <a:ext cx="208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A54B24FD-47AC-F4CD-E742-BEBCB201F9EF}"/>
                  </a:ext>
                </a:extLst>
              </p14:cNvPr>
              <p14:cNvContentPartPr/>
              <p14:nvPr/>
            </p14:nvContentPartPr>
            <p14:xfrm>
              <a:off x="5091957" y="4940893"/>
              <a:ext cx="3240" cy="464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A54B24FD-47AC-F4CD-E742-BEBCB201F9E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85837" y="4934773"/>
                <a:ext cx="15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37EB7E6-8487-F1F9-F64F-D9AA106CA1DC}"/>
                  </a:ext>
                </a:extLst>
              </p14:cNvPr>
              <p14:cNvContentPartPr/>
              <p14:nvPr/>
            </p14:nvContentPartPr>
            <p14:xfrm>
              <a:off x="5137317" y="4856293"/>
              <a:ext cx="15480" cy="1306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37EB7E6-8487-F1F9-F64F-D9AA106CA1D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31197" y="4850173"/>
                <a:ext cx="27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FB156306-F2CD-D442-1AD5-11980BF39FB9}"/>
                  </a:ext>
                </a:extLst>
              </p14:cNvPr>
              <p14:cNvContentPartPr/>
              <p14:nvPr/>
            </p14:nvContentPartPr>
            <p14:xfrm>
              <a:off x="5588190" y="4872356"/>
              <a:ext cx="9360" cy="907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FB156306-F2CD-D442-1AD5-11980BF39FB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582070" y="4866236"/>
                <a:ext cx="21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B70FECD1-631C-9792-6BD1-4227FE30B13F}"/>
                  </a:ext>
                </a:extLst>
              </p14:cNvPr>
              <p14:cNvContentPartPr/>
              <p14:nvPr/>
            </p14:nvContentPartPr>
            <p14:xfrm>
              <a:off x="5647950" y="4930676"/>
              <a:ext cx="6480" cy="540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B70FECD1-631C-9792-6BD1-4227FE30B13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41830" y="4924556"/>
                <a:ext cx="187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90F967A0-34D2-B217-C80A-8BF175DD8F8F}"/>
                  </a:ext>
                </a:extLst>
              </p14:cNvPr>
              <p14:cNvContentPartPr/>
              <p14:nvPr/>
            </p14:nvContentPartPr>
            <p14:xfrm>
              <a:off x="5679270" y="4874516"/>
              <a:ext cx="86760" cy="1044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90F967A0-34D2-B217-C80A-8BF175DD8F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73150" y="4868396"/>
                <a:ext cx="990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D30E5CA2-042D-1AAD-AACF-C7884608C0E3}"/>
                  </a:ext>
                </a:extLst>
              </p14:cNvPr>
              <p14:cNvContentPartPr/>
              <p14:nvPr/>
            </p14:nvContentPartPr>
            <p14:xfrm>
              <a:off x="6201177" y="4868737"/>
              <a:ext cx="13320" cy="113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D30E5CA2-042D-1AAD-AACF-C7884608C0E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95057" y="4862617"/>
                <a:ext cx="25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8FBF9ED-8617-1519-7AAA-149715B70D06}"/>
                  </a:ext>
                </a:extLst>
              </p14:cNvPr>
              <p14:cNvContentPartPr/>
              <p14:nvPr/>
            </p14:nvContentPartPr>
            <p14:xfrm>
              <a:off x="6273897" y="4944697"/>
              <a:ext cx="14400" cy="568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8FBF9ED-8617-1519-7AAA-149715B70D0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267777" y="4938577"/>
                <a:ext cx="266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7006673-A641-2EEA-B197-8C6B3CF769C8}"/>
                  </a:ext>
                </a:extLst>
              </p14:cNvPr>
              <p14:cNvContentPartPr/>
              <p14:nvPr/>
            </p14:nvContentPartPr>
            <p14:xfrm>
              <a:off x="6310977" y="4876297"/>
              <a:ext cx="117000" cy="1098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7006673-A641-2EEA-B197-8C6B3CF769C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04857" y="4870177"/>
                <a:ext cx="12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0234C55-8B9F-078D-6E2C-7F95A89C82A9}"/>
                  </a:ext>
                </a:extLst>
              </p14:cNvPr>
              <p14:cNvContentPartPr/>
              <p14:nvPr/>
            </p14:nvContentPartPr>
            <p14:xfrm>
              <a:off x="6789467" y="4819549"/>
              <a:ext cx="69840" cy="1206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0234C55-8B9F-078D-6E2C-7F95A89C82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83347" y="4813429"/>
                <a:ext cx="820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743C40B9-99A6-500F-47A1-FC6926FE43C4}"/>
                  </a:ext>
                </a:extLst>
              </p14:cNvPr>
              <p14:cNvContentPartPr/>
              <p14:nvPr/>
            </p14:nvContentPartPr>
            <p14:xfrm>
              <a:off x="6909762" y="4890829"/>
              <a:ext cx="13320" cy="489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743C40B9-99A6-500F-47A1-FC6926FE43C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03642" y="4884709"/>
                <a:ext cx="25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216C0AD-F392-06C8-B5EA-97938A1A56EA}"/>
                  </a:ext>
                </a:extLst>
              </p14:cNvPr>
              <p14:cNvContentPartPr/>
              <p14:nvPr/>
            </p14:nvContentPartPr>
            <p14:xfrm>
              <a:off x="6959442" y="4819549"/>
              <a:ext cx="100800" cy="990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216C0AD-F392-06C8-B5EA-97938A1A56E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53322" y="4813429"/>
                <a:ext cx="1130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22B4820-A8FE-780B-9C4E-64FF492FC93F}"/>
                  </a:ext>
                </a:extLst>
              </p14:cNvPr>
              <p14:cNvContentPartPr/>
              <p14:nvPr/>
            </p14:nvContentPartPr>
            <p14:xfrm>
              <a:off x="7447242" y="4823149"/>
              <a:ext cx="56880" cy="1256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22B4820-A8FE-780B-9C4E-64FF492FC93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441122" y="4817029"/>
                <a:ext cx="691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93D4538-B768-23E2-86B1-F359A532AF4F}"/>
                  </a:ext>
                </a:extLst>
              </p14:cNvPr>
              <p14:cNvContentPartPr/>
              <p14:nvPr/>
            </p14:nvContentPartPr>
            <p14:xfrm>
              <a:off x="7536522" y="4889749"/>
              <a:ext cx="11160" cy="446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93D4538-B768-23E2-86B1-F359A532AF4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30402" y="4883629"/>
                <a:ext cx="234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5D74D1B5-3BD4-5FFE-7059-7FB1C44DCE4C}"/>
                  </a:ext>
                </a:extLst>
              </p14:cNvPr>
              <p14:cNvContentPartPr/>
              <p14:nvPr/>
            </p14:nvContentPartPr>
            <p14:xfrm>
              <a:off x="7564962" y="4811269"/>
              <a:ext cx="22680" cy="856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5D74D1B5-3BD4-5FFE-7059-7FB1C44DCE4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58842" y="4805149"/>
                <a:ext cx="34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F73F570-F0D5-C48C-76C8-13DFF30C3C24}"/>
                  </a:ext>
                </a:extLst>
              </p14:cNvPr>
              <p14:cNvContentPartPr/>
              <p14:nvPr/>
            </p14:nvContentPartPr>
            <p14:xfrm>
              <a:off x="8055826" y="4824456"/>
              <a:ext cx="50760" cy="1216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F73F570-F0D5-C48C-76C8-13DFF30C3C2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49706" y="4818336"/>
                <a:ext cx="630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2952E444-675E-813D-E4D2-7AE597D07EFC}"/>
                  </a:ext>
                </a:extLst>
              </p14:cNvPr>
              <p14:cNvContentPartPr/>
              <p14:nvPr/>
            </p14:nvContentPartPr>
            <p14:xfrm>
              <a:off x="8145826" y="4900416"/>
              <a:ext cx="7200" cy="327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2952E444-675E-813D-E4D2-7AE597D07EF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139706" y="4894296"/>
                <a:ext cx="19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D0015DCC-6559-2489-6EB5-B0B69B34194F}"/>
                  </a:ext>
                </a:extLst>
              </p14:cNvPr>
              <p14:cNvContentPartPr/>
              <p14:nvPr/>
            </p14:nvContentPartPr>
            <p14:xfrm>
              <a:off x="8158426" y="4811496"/>
              <a:ext cx="118080" cy="1040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D0015DCC-6559-2489-6EB5-B0B69B34194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52306" y="4805376"/>
                <a:ext cx="1303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339263B-3BC8-2AA0-BEA5-FFA2A4243340}"/>
                  </a:ext>
                </a:extLst>
              </p14:cNvPr>
              <p14:cNvContentPartPr/>
              <p14:nvPr/>
            </p14:nvContentPartPr>
            <p14:xfrm>
              <a:off x="8645183" y="4805243"/>
              <a:ext cx="87480" cy="1227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339263B-3BC8-2AA0-BEA5-FFA2A424334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39063" y="4799123"/>
                <a:ext cx="997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F3B83611-6DC3-3331-8731-31C49C2FD96F}"/>
                  </a:ext>
                </a:extLst>
              </p14:cNvPr>
              <p14:cNvContentPartPr/>
              <p14:nvPr/>
            </p14:nvContentPartPr>
            <p14:xfrm>
              <a:off x="8760420" y="4878683"/>
              <a:ext cx="5760" cy="417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F3B83611-6DC3-3331-8731-31C49C2FD96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754300" y="4872563"/>
                <a:ext cx="18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96BBF68B-EC10-1D42-AD8A-2CEE732DA044}"/>
                  </a:ext>
                </a:extLst>
              </p14:cNvPr>
              <p14:cNvContentPartPr/>
              <p14:nvPr/>
            </p14:nvContentPartPr>
            <p14:xfrm>
              <a:off x="8799660" y="4801283"/>
              <a:ext cx="106560" cy="11340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96BBF68B-EC10-1D42-AD8A-2CEE732DA04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93540" y="4795163"/>
                <a:ext cx="11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295811CE-BF32-93CD-417F-854FE707FBB8}"/>
                  </a:ext>
                </a:extLst>
              </p14:cNvPr>
              <p14:cNvContentPartPr/>
              <p14:nvPr/>
            </p14:nvContentPartPr>
            <p14:xfrm>
              <a:off x="9207875" y="4788589"/>
              <a:ext cx="88920" cy="1515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295811CE-BF32-93CD-417F-854FE707FBB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201755" y="4782469"/>
                <a:ext cx="1011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C71BDA1-2E3D-F463-A40E-E32586DAAEDE}"/>
                  </a:ext>
                </a:extLst>
              </p14:cNvPr>
              <p14:cNvContentPartPr/>
              <p14:nvPr/>
            </p14:nvContentPartPr>
            <p14:xfrm>
              <a:off x="9353315" y="4896949"/>
              <a:ext cx="6840" cy="4392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C71BDA1-2E3D-F463-A40E-E32586DAAED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47195" y="4890829"/>
                <a:ext cx="19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CDE98CF-2B09-ACD6-145F-84061E5D0B1E}"/>
                  </a:ext>
                </a:extLst>
              </p14:cNvPr>
              <p14:cNvContentPartPr/>
              <p14:nvPr/>
            </p14:nvContentPartPr>
            <p14:xfrm>
              <a:off x="9419555" y="4804069"/>
              <a:ext cx="360" cy="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CDE98CF-2B09-ACD6-145F-84061E5D0B1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413435" y="4797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8E12B51-43B4-4320-F495-DBDFE1CF21C9}"/>
                  </a:ext>
                </a:extLst>
              </p14:cNvPr>
              <p14:cNvContentPartPr/>
              <p14:nvPr/>
            </p14:nvContentPartPr>
            <p14:xfrm>
              <a:off x="9399395" y="4795069"/>
              <a:ext cx="77760" cy="1141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8E12B51-43B4-4320-F495-DBDFE1CF21C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393275" y="4788949"/>
                <a:ext cx="900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2498C9F-7A8D-B588-014F-4482EEC963D7}"/>
                  </a:ext>
                </a:extLst>
              </p14:cNvPr>
              <p14:cNvContentPartPr/>
              <p14:nvPr/>
            </p14:nvContentPartPr>
            <p14:xfrm>
              <a:off x="9800795" y="4800829"/>
              <a:ext cx="74520" cy="1152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2498C9F-7A8D-B588-014F-4482EEC963D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94675" y="4794709"/>
                <a:ext cx="867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94E55A7B-DDC5-4E50-649E-ACD82B15C7B7}"/>
                  </a:ext>
                </a:extLst>
              </p14:cNvPr>
              <p14:cNvContentPartPr/>
              <p14:nvPr/>
            </p14:nvContentPartPr>
            <p14:xfrm>
              <a:off x="9908435" y="4862029"/>
              <a:ext cx="9360" cy="457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94E55A7B-DDC5-4E50-649E-ACD82B15C7B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902315" y="4855909"/>
                <a:ext cx="216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541BEE5-4E6E-71DE-2004-2D6CDA477955}"/>
                  </a:ext>
                </a:extLst>
              </p14:cNvPr>
              <p14:cNvContentPartPr/>
              <p14:nvPr/>
            </p14:nvContentPartPr>
            <p14:xfrm>
              <a:off x="9970715" y="4797949"/>
              <a:ext cx="2880" cy="946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541BEE5-4E6E-71DE-2004-2D6CDA47795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64595" y="4791829"/>
                <a:ext cx="15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DDF9A1DB-01EE-BB67-94C6-06A8FB6E0410}"/>
                  </a:ext>
                </a:extLst>
              </p14:cNvPr>
              <p14:cNvContentPartPr/>
              <p14:nvPr/>
            </p14:nvContentPartPr>
            <p14:xfrm>
              <a:off x="10369130" y="4811457"/>
              <a:ext cx="93600" cy="11628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DDF9A1DB-01EE-BB67-94C6-06A8FB6E041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363010" y="4805337"/>
                <a:ext cx="1058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3936F71-3ADF-AAEC-5697-BCF08E3EAB48}"/>
                  </a:ext>
                </a:extLst>
              </p14:cNvPr>
              <p14:cNvContentPartPr/>
              <p14:nvPr/>
            </p14:nvContentPartPr>
            <p14:xfrm>
              <a:off x="10498922" y="4887153"/>
              <a:ext cx="16920" cy="4788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3936F71-3ADF-AAEC-5697-BCF08E3EAB4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92802" y="4881033"/>
                <a:ext cx="29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D44469D-3EFE-D146-A746-4BCDF15DDD43}"/>
                  </a:ext>
                </a:extLst>
              </p14:cNvPr>
              <p14:cNvContentPartPr/>
              <p14:nvPr/>
            </p14:nvContentPartPr>
            <p14:xfrm>
              <a:off x="10537802" y="4821633"/>
              <a:ext cx="96120" cy="946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D44469D-3EFE-D146-A746-4BCDF15DDD4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531682" y="4815513"/>
                <a:ext cx="108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C8302171-99F3-8C48-8A4D-CCAFC37D1E9B}"/>
                  </a:ext>
                </a:extLst>
              </p14:cNvPr>
              <p14:cNvContentPartPr/>
              <p14:nvPr/>
            </p14:nvContentPartPr>
            <p14:xfrm>
              <a:off x="11006966" y="4817283"/>
              <a:ext cx="89640" cy="1267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C8302171-99F3-8C48-8A4D-CCAFC37D1E9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000846" y="4811163"/>
                <a:ext cx="101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DCD7DAD-39CE-33F3-9107-49EC59781711}"/>
                  </a:ext>
                </a:extLst>
              </p14:cNvPr>
              <p14:cNvContentPartPr/>
              <p14:nvPr/>
            </p14:nvContentPartPr>
            <p14:xfrm>
              <a:off x="11140184" y="4885323"/>
              <a:ext cx="19800" cy="5256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DCD7DAD-39CE-33F3-9107-49EC5978171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134064" y="4879203"/>
                <a:ext cx="32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60CD8ABC-A8ED-E6B4-A97E-2417BE9658BD}"/>
                  </a:ext>
                </a:extLst>
              </p14:cNvPr>
              <p14:cNvContentPartPr/>
              <p14:nvPr/>
            </p14:nvContentPartPr>
            <p14:xfrm>
              <a:off x="11181224" y="4801443"/>
              <a:ext cx="91080" cy="1263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60CD8ABC-A8ED-E6B4-A97E-2417BE9658B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175104" y="4795323"/>
                <a:ext cx="1033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CA565435-4AE5-9863-0FFF-4363D360379D}"/>
                  </a:ext>
                </a:extLst>
              </p14:cNvPr>
              <p14:cNvContentPartPr/>
              <p14:nvPr/>
            </p14:nvContentPartPr>
            <p14:xfrm>
              <a:off x="1986343" y="1727981"/>
              <a:ext cx="17280" cy="9802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CA565435-4AE5-9863-0FFF-4363D360379D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968343" y="1709981"/>
                <a:ext cx="52920" cy="10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DD1695D-0DD2-04B7-DE52-CEE6F5C2630A}"/>
                  </a:ext>
                </a:extLst>
              </p14:cNvPr>
              <p14:cNvContentPartPr/>
              <p14:nvPr/>
            </p14:nvContentPartPr>
            <p14:xfrm>
              <a:off x="1898503" y="2625461"/>
              <a:ext cx="129960" cy="1278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DD1695D-0DD2-04B7-DE52-CEE6F5C2630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880863" y="2607461"/>
                <a:ext cx="1656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4151E08-3B61-CCF4-C615-9410E29E7738}"/>
                  </a:ext>
                </a:extLst>
              </p14:cNvPr>
              <p14:cNvContentPartPr/>
              <p14:nvPr/>
            </p14:nvContentPartPr>
            <p14:xfrm>
              <a:off x="2642983" y="1682261"/>
              <a:ext cx="720" cy="10036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4151E08-3B61-CCF4-C615-9410E29E773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606983" y="1664261"/>
                <a:ext cx="7200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DC0EFF66-47B2-F77C-7E86-514814A9EB44}"/>
                  </a:ext>
                </a:extLst>
              </p14:cNvPr>
              <p14:cNvContentPartPr/>
              <p14:nvPr/>
            </p14:nvContentPartPr>
            <p14:xfrm>
              <a:off x="2586103" y="2581541"/>
              <a:ext cx="123840" cy="1562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DC0EFF66-47B2-F77C-7E86-514814A9EB4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568103" y="2563901"/>
                <a:ext cx="1594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EBFCB9D-DB17-E0D1-E7A8-BEB507B3C4C4}"/>
                  </a:ext>
                </a:extLst>
              </p14:cNvPr>
              <p14:cNvContentPartPr/>
              <p14:nvPr/>
            </p14:nvContentPartPr>
            <p14:xfrm>
              <a:off x="3197023" y="1672181"/>
              <a:ext cx="720" cy="100800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EBFCB9D-DB17-E0D1-E7A8-BEB507B3C4C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161023" y="1654181"/>
                <a:ext cx="72000" cy="10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0DE7A21-A6CA-3967-111E-5763BC4D6FC6}"/>
                  </a:ext>
                </a:extLst>
              </p14:cNvPr>
              <p14:cNvContentPartPr/>
              <p14:nvPr/>
            </p14:nvContentPartPr>
            <p14:xfrm>
              <a:off x="3108463" y="2576861"/>
              <a:ext cx="168120" cy="1425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0DE7A21-A6CA-3967-111E-5763BC4D6FC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090463" y="2558861"/>
                <a:ext cx="2037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99789D05-26B3-6805-180D-B51A3442B4FF}"/>
                  </a:ext>
                </a:extLst>
              </p14:cNvPr>
              <p14:cNvContentPartPr/>
              <p14:nvPr/>
            </p14:nvContentPartPr>
            <p14:xfrm>
              <a:off x="3856903" y="1650941"/>
              <a:ext cx="720" cy="10425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99789D05-26B3-6805-180D-B51A3442B4F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820903" y="1632941"/>
                <a:ext cx="72000" cy="10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F12CEDBC-6DC3-63D4-566A-AA6B033702D8}"/>
                  </a:ext>
                </a:extLst>
              </p14:cNvPr>
              <p14:cNvContentPartPr/>
              <p14:nvPr/>
            </p14:nvContentPartPr>
            <p14:xfrm>
              <a:off x="3761143" y="2588381"/>
              <a:ext cx="153000" cy="1242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F12CEDBC-6DC3-63D4-566A-AA6B033702D8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743143" y="2570741"/>
                <a:ext cx="1886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CB4D1574-3C7D-D772-1547-5B1BD0B98958}"/>
                  </a:ext>
                </a:extLst>
              </p14:cNvPr>
              <p14:cNvContentPartPr/>
              <p14:nvPr/>
            </p14:nvContentPartPr>
            <p14:xfrm>
              <a:off x="4356223" y="1684421"/>
              <a:ext cx="720" cy="10602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CB4D1574-3C7D-D772-1547-5B1BD0B98958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320223" y="1666421"/>
                <a:ext cx="7200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80861B5F-E60E-7EF5-C6C1-BBDD0781A73F}"/>
                  </a:ext>
                </a:extLst>
              </p14:cNvPr>
              <p14:cNvContentPartPr/>
              <p14:nvPr/>
            </p14:nvContentPartPr>
            <p14:xfrm>
              <a:off x="4287463" y="2648141"/>
              <a:ext cx="144720" cy="1101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80861B5F-E60E-7EF5-C6C1-BBDD0781A73F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269463" y="2630141"/>
                <a:ext cx="18036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7341C09-4087-0E14-A434-EAB716A64FBE}"/>
                  </a:ext>
                </a:extLst>
              </p14:cNvPr>
              <p14:cNvContentPartPr/>
              <p14:nvPr/>
            </p14:nvContentPartPr>
            <p14:xfrm>
              <a:off x="4984063" y="1666421"/>
              <a:ext cx="55800" cy="10414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7341C09-4087-0E14-A434-EAB716A64FBE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966423" y="1648421"/>
                <a:ext cx="91440" cy="10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DB441E2-F5B7-FF8B-DF87-273F77FA48CE}"/>
                  </a:ext>
                </a:extLst>
              </p14:cNvPr>
              <p14:cNvContentPartPr/>
              <p14:nvPr/>
            </p14:nvContentPartPr>
            <p14:xfrm>
              <a:off x="4914943" y="2583701"/>
              <a:ext cx="146520" cy="1170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DB441E2-F5B7-FF8B-DF87-273F77FA48CE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4896943" y="2566061"/>
                <a:ext cx="1821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A8ECD18-330F-282B-A84F-29DDC2CA6A31}"/>
                  </a:ext>
                </a:extLst>
              </p14:cNvPr>
              <p14:cNvContentPartPr/>
              <p14:nvPr/>
            </p14:nvContentPartPr>
            <p14:xfrm>
              <a:off x="5542423" y="1660301"/>
              <a:ext cx="13680" cy="104508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A8ECD18-330F-282B-A84F-29DDC2CA6A31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524423" y="1642301"/>
                <a:ext cx="49320" cy="10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9B7C5B38-ADD7-ACC0-2DA8-3146420242A7}"/>
                  </a:ext>
                </a:extLst>
              </p14:cNvPr>
              <p14:cNvContentPartPr/>
              <p14:nvPr/>
            </p14:nvContentPartPr>
            <p14:xfrm>
              <a:off x="5473663" y="2601701"/>
              <a:ext cx="154800" cy="10692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9B7C5B38-ADD7-ACC0-2DA8-3146420242A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5455663" y="2583701"/>
                <a:ext cx="1904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D76557B1-8D73-32A1-AB86-8B9C21174AE2}"/>
                  </a:ext>
                </a:extLst>
              </p14:cNvPr>
              <p14:cNvContentPartPr/>
              <p14:nvPr/>
            </p14:nvContentPartPr>
            <p14:xfrm>
              <a:off x="6207343" y="1668941"/>
              <a:ext cx="720" cy="10483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D76557B1-8D73-32A1-AB86-8B9C21174AE2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171343" y="1650941"/>
                <a:ext cx="72000" cy="10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FFBDFBE9-3EAC-0218-9E0E-BC4C6335EFFA}"/>
                  </a:ext>
                </a:extLst>
              </p14:cNvPr>
              <p14:cNvContentPartPr/>
              <p14:nvPr/>
            </p14:nvContentPartPr>
            <p14:xfrm>
              <a:off x="6136063" y="2616821"/>
              <a:ext cx="149040" cy="11556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FFBDFBE9-3EAC-0218-9E0E-BC4C6335EFFA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118423" y="2599181"/>
                <a:ext cx="1846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74BB6694-B74F-3BA9-844E-54868BE21B18}"/>
                  </a:ext>
                </a:extLst>
              </p14:cNvPr>
              <p14:cNvContentPartPr/>
              <p14:nvPr/>
            </p14:nvContentPartPr>
            <p14:xfrm>
              <a:off x="6793423" y="1707101"/>
              <a:ext cx="720" cy="9925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74BB6694-B74F-3BA9-844E-54868BE21B18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757423" y="1689101"/>
                <a:ext cx="7200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5A35B3DF-F807-E71C-D748-FC2969B638F5}"/>
                  </a:ext>
                </a:extLst>
              </p14:cNvPr>
              <p14:cNvContentPartPr/>
              <p14:nvPr/>
            </p14:nvContentPartPr>
            <p14:xfrm>
              <a:off x="6735463" y="2601701"/>
              <a:ext cx="129960" cy="11952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5A35B3DF-F807-E71C-D748-FC2969B638F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717823" y="2583701"/>
                <a:ext cx="1656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FC652FC-8B52-B83C-4C07-BDC8D31288CE}"/>
                  </a:ext>
                </a:extLst>
              </p14:cNvPr>
              <p14:cNvContentPartPr/>
              <p14:nvPr/>
            </p14:nvContentPartPr>
            <p14:xfrm>
              <a:off x="7430263" y="1664621"/>
              <a:ext cx="19440" cy="10512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FC652FC-8B52-B83C-4C07-BDC8D31288CE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412263" y="1646621"/>
                <a:ext cx="55080" cy="10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DB587F8-2B54-6795-14F0-959981BD0FE7}"/>
                  </a:ext>
                </a:extLst>
              </p14:cNvPr>
              <p14:cNvContentPartPr/>
              <p14:nvPr/>
            </p14:nvContentPartPr>
            <p14:xfrm>
              <a:off x="7383463" y="2621141"/>
              <a:ext cx="100800" cy="889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DB587F8-2B54-6795-14F0-959981BD0FE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365463" y="2603141"/>
                <a:ext cx="1364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27CF496-A5E6-B5BF-7A1C-E373870DF5CC}"/>
                  </a:ext>
                </a:extLst>
              </p14:cNvPr>
              <p14:cNvContentPartPr/>
              <p14:nvPr/>
            </p14:nvContentPartPr>
            <p14:xfrm>
              <a:off x="8017423" y="1678301"/>
              <a:ext cx="720" cy="103320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27CF496-A5E6-B5BF-7A1C-E373870DF5CC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981423" y="1660301"/>
                <a:ext cx="72000" cy="10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C6CFDFF-96CA-C629-B8C4-DC953EEA3554}"/>
                  </a:ext>
                </a:extLst>
              </p14:cNvPr>
              <p14:cNvContentPartPr/>
              <p14:nvPr/>
            </p14:nvContentPartPr>
            <p14:xfrm>
              <a:off x="7927423" y="2611061"/>
              <a:ext cx="165960" cy="1033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C6CFDFF-96CA-C629-B8C4-DC953EEA3554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909783" y="2593421"/>
                <a:ext cx="201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5D042ED-7332-A411-E991-624B7A12F384}"/>
                  </a:ext>
                </a:extLst>
              </p14:cNvPr>
              <p14:cNvContentPartPr/>
              <p14:nvPr/>
            </p14:nvContentPartPr>
            <p14:xfrm>
              <a:off x="8647783" y="1675781"/>
              <a:ext cx="720" cy="10422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5D042ED-7332-A411-E991-624B7A12F384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11783" y="1657781"/>
                <a:ext cx="72000" cy="10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50B3B0C0-E1FC-DAE8-077C-6F813F164AA8}"/>
                  </a:ext>
                </a:extLst>
              </p14:cNvPr>
              <p14:cNvContentPartPr/>
              <p14:nvPr/>
            </p14:nvContentPartPr>
            <p14:xfrm>
              <a:off x="8579023" y="2636621"/>
              <a:ext cx="129240" cy="1004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50B3B0C0-E1FC-DAE8-077C-6F813F164AA8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561023" y="2618981"/>
                <a:ext cx="1648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F7B84A29-DFB5-7BEA-5EED-FF9460E0C082}"/>
                  </a:ext>
                </a:extLst>
              </p14:cNvPr>
              <p14:cNvContentPartPr/>
              <p14:nvPr/>
            </p14:nvContentPartPr>
            <p14:xfrm>
              <a:off x="9208303" y="1686941"/>
              <a:ext cx="720" cy="10540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F7B84A29-DFB5-7BEA-5EED-FF9460E0C082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9172303" y="1668941"/>
                <a:ext cx="72000" cy="10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8568ACD1-9417-5A35-5949-69F64C4E3BCE}"/>
                  </a:ext>
                </a:extLst>
              </p14:cNvPr>
              <p14:cNvContentPartPr/>
              <p14:nvPr/>
            </p14:nvContentPartPr>
            <p14:xfrm>
              <a:off x="9168343" y="2662541"/>
              <a:ext cx="90000" cy="730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8568ACD1-9417-5A35-5949-69F64C4E3BCE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9150703" y="2644541"/>
                <a:ext cx="1256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3EFD0721-C44C-6C67-F1F6-4A08DF0BD922}"/>
                  </a:ext>
                </a:extLst>
              </p14:cNvPr>
              <p14:cNvContentPartPr/>
              <p14:nvPr/>
            </p14:nvContentPartPr>
            <p14:xfrm>
              <a:off x="9827801" y="1675390"/>
              <a:ext cx="18720" cy="10544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3EFD0721-C44C-6C67-F1F6-4A08DF0BD922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809801" y="1657390"/>
                <a:ext cx="54360" cy="10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5D844FB5-0787-125C-26B6-29FA6A90A11C}"/>
                  </a:ext>
                </a:extLst>
              </p14:cNvPr>
              <p14:cNvContentPartPr/>
              <p14:nvPr/>
            </p14:nvContentPartPr>
            <p14:xfrm>
              <a:off x="9771281" y="2651710"/>
              <a:ext cx="114840" cy="964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5D844FB5-0787-125C-26B6-29FA6A90A11C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753641" y="2634070"/>
                <a:ext cx="1504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08C3A1D0-58B7-2036-EE48-13B8D3C7DF6B}"/>
                  </a:ext>
                </a:extLst>
              </p14:cNvPr>
              <p14:cNvContentPartPr/>
              <p14:nvPr/>
            </p14:nvContentPartPr>
            <p14:xfrm>
              <a:off x="10395881" y="1649110"/>
              <a:ext cx="720" cy="11044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08C3A1D0-58B7-2036-EE48-13B8D3C7DF6B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10359881" y="1631110"/>
                <a:ext cx="72000" cy="11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BB9124C7-9007-9CAD-657A-FF8E954A65D8}"/>
                  </a:ext>
                </a:extLst>
              </p14:cNvPr>
              <p14:cNvContentPartPr/>
              <p14:nvPr/>
            </p14:nvContentPartPr>
            <p14:xfrm>
              <a:off x="10317401" y="2647750"/>
              <a:ext cx="155520" cy="1148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BB9124C7-9007-9CAD-657A-FF8E954A65D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299401" y="2629750"/>
                <a:ext cx="191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65542C89-F7F7-DB2B-F49C-A43A04E76BA4}"/>
                  </a:ext>
                </a:extLst>
              </p14:cNvPr>
              <p14:cNvContentPartPr/>
              <p14:nvPr/>
            </p14:nvContentPartPr>
            <p14:xfrm>
              <a:off x="10989881" y="1676110"/>
              <a:ext cx="30240" cy="10494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65542C89-F7F7-DB2B-F49C-A43A04E76BA4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0971881" y="1658110"/>
                <a:ext cx="65880" cy="10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55C213BB-F3C5-A863-6B75-C3D48D6B6C75}"/>
                  </a:ext>
                </a:extLst>
              </p14:cNvPr>
              <p14:cNvContentPartPr/>
              <p14:nvPr/>
            </p14:nvContentPartPr>
            <p14:xfrm>
              <a:off x="10934081" y="2648830"/>
              <a:ext cx="122400" cy="964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55C213BB-F3C5-A863-6B75-C3D48D6B6C75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0916441" y="2631190"/>
                <a:ext cx="1580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819F5E4-A482-F305-0447-10D4A6177E24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819F5E4-A482-F305-0447-10D4A6177E24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0A9C08CD-C9A5-913A-9937-8C9A124C5F78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0A9C08CD-C9A5-913A-9937-8C9A124C5F7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4859612-CF76-B326-4A88-F9177F618CD4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4859612-CF76-B326-4A88-F9177F618CD4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AB25CBB-7631-4B61-E2B0-665979A5F201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AB25CBB-7631-4B61-E2B0-665979A5F201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E1EB91AD-E593-0CD8-75AA-BB70AC206AC0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E1EB91AD-E593-0CD8-75AA-BB70AC206AC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15FCB5A-BA35-FEAC-1BCB-9EC6295157AB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15FCB5A-BA35-FEAC-1BCB-9EC6295157A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71D5E2DF-AF7A-E527-71F3-32D1170DEB2B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71D5E2DF-AF7A-E527-71F3-32D1170DEB2B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186533F1-A35D-A1EB-DC3D-ADC57F837D67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186533F1-A35D-A1EB-DC3D-ADC57F837D67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08EE33B-5FF8-4638-58C8-FBDC3AC8FAE9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08EE33B-5FF8-4638-58C8-FBDC3AC8FAE9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0C2D7893-86C6-A356-6630-7FCECA51D0ED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0C2D7893-86C6-A356-6630-7FCECA51D0ED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B5471C25-911E-1932-0265-3D58EEA4F9B1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B5471C25-911E-1932-0265-3D58EEA4F9B1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B5C82B33-364B-091B-8CE2-C6D7DE1FBC55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B5C82B33-364B-091B-8CE2-C6D7DE1FBC55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FF0F7BD6-5247-52F2-619F-F598A2CCC9FC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FF0F7BD6-5247-52F2-619F-F598A2CCC9FC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C970C09A-4402-D9C4-B408-E65CDC15DE2D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C970C09A-4402-D9C4-B408-E65CDC15DE2D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CCEC3F10-09BB-7A39-749D-EFA73C70AB03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CCEC3F10-09BB-7A39-749D-EFA73C70AB0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2E126E4B-ED03-DC7A-7E0F-7FAC433FBBC1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2E126E4B-ED03-DC7A-7E0F-7FAC433FBBC1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18AD390D-7596-30D9-718C-09DCC51E604B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18AD390D-7596-30D9-718C-09DCC51E604B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84F2B35-A270-46E6-CE7A-2EE46CA9E467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84F2B35-A270-46E6-CE7A-2EE46CA9E467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DB2390A-D314-41A5-1FCC-DE5147216F3F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DB2390A-D314-41A5-1FCC-DE5147216F3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68006AD7-BEDA-2C34-96F9-F23F74601E74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68006AD7-BEDA-2C34-96F9-F23F74601E74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1F1CDDEC-3108-588C-DAB1-136B64238773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1F1CDDEC-3108-588C-DAB1-136B64238773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CD3C61A7-D8AF-8A9A-DD51-36C1EF144C3A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CD3C61A7-D8AF-8A9A-DD51-36C1EF144C3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1C3CD359-DCD6-440D-6656-55A27D695CA6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1C3CD359-DCD6-440D-6656-55A27D695CA6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9382EF5F-5579-FAA0-5AC0-90F912907426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9382EF5F-5579-FAA0-5AC0-90F912907426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73AA518D-DEB6-1055-E383-D319AE60CF6B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73AA518D-DEB6-1055-E383-D319AE60CF6B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6E61014C-3FA6-48A4-0740-89CDAE02E573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6E61014C-3FA6-48A4-0740-89CDAE02E573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A57DD9A-F5A4-489A-69F0-552169216E4B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A57DD9A-F5A4-489A-69F0-552169216E4B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FEFEB58C-E91F-FD72-1B6B-6E9615C24CFD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FEFEB58C-E91F-FD72-1B6B-6E9615C24CFD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C5829B8A-0EE8-CE32-D474-86A387611C7A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C5829B8A-0EE8-CE32-D474-86A387611C7A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7DA22790-864B-4D34-293E-4F9250A3959A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7DA22790-864B-4D34-293E-4F9250A3959A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0377E1DE-EADE-0D6C-458E-AA31B755DE8A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0377E1DE-EADE-0D6C-458E-AA31B755DE8A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76D7DA36-E950-984F-16F4-1984A1B27BA9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76D7DA36-E950-984F-16F4-1984A1B27BA9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BC9995A7-8678-8DB2-2FF5-3407813B5492}"/>
                  </a:ext>
                </a:extLst>
              </p14:cNvPr>
              <p14:cNvContentPartPr/>
              <p14:nvPr/>
            </p14:nvContentPartPr>
            <p14:xfrm>
              <a:off x="2137674" y="5062196"/>
              <a:ext cx="720" cy="116568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BC9995A7-8678-8DB2-2FF5-3407813B5492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2102394" y="5044196"/>
                <a:ext cx="72000" cy="12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07F58767-24AA-F739-46E5-65821C281E7A}"/>
                  </a:ext>
                </a:extLst>
              </p14:cNvPr>
              <p14:cNvContentPartPr/>
              <p14:nvPr/>
            </p14:nvContentPartPr>
            <p14:xfrm>
              <a:off x="2081874" y="6147596"/>
              <a:ext cx="117000" cy="9360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07F58767-24AA-F739-46E5-65821C281E7A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2063874" y="6129956"/>
                <a:ext cx="1526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B28A555D-628D-FC7A-018C-BFEA3CFA9B0E}"/>
                  </a:ext>
                </a:extLst>
              </p14:cNvPr>
              <p14:cNvContentPartPr/>
              <p14:nvPr/>
            </p14:nvContentPartPr>
            <p14:xfrm>
              <a:off x="2746074" y="5072636"/>
              <a:ext cx="720" cy="11206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B28A555D-628D-FC7A-018C-BFEA3CFA9B0E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2710074" y="5054636"/>
                <a:ext cx="72000" cy="11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5885DECB-77F2-D33D-1C63-25037CCF0C77}"/>
                  </a:ext>
                </a:extLst>
              </p14:cNvPr>
              <p14:cNvContentPartPr/>
              <p14:nvPr/>
            </p14:nvContentPartPr>
            <p14:xfrm>
              <a:off x="2678034" y="6114476"/>
              <a:ext cx="115200" cy="10080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5885DECB-77F2-D33D-1C63-25037CCF0C7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660394" y="6096836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83BC3AFE-9BFF-C953-89AD-7909A286F099}"/>
                  </a:ext>
                </a:extLst>
              </p14:cNvPr>
              <p14:cNvContentPartPr/>
              <p14:nvPr/>
            </p14:nvContentPartPr>
            <p14:xfrm>
              <a:off x="3318114" y="5056076"/>
              <a:ext cx="720" cy="116172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83BC3AFE-9BFF-C953-89AD-7909A286F09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3282114" y="5038076"/>
                <a:ext cx="72000" cy="11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400483C7-73DB-A8CA-F3AA-B99A3FA5F3BB}"/>
                  </a:ext>
                </a:extLst>
              </p14:cNvPr>
              <p14:cNvContentPartPr/>
              <p14:nvPr/>
            </p14:nvContentPartPr>
            <p14:xfrm>
              <a:off x="3251154" y="6136436"/>
              <a:ext cx="139680" cy="10008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400483C7-73DB-A8CA-F3AA-B99A3FA5F3BB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233514" y="6118796"/>
                <a:ext cx="1753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2B564581-8656-2CBD-9BEF-005C0CB17477}"/>
                  </a:ext>
                </a:extLst>
              </p14:cNvPr>
              <p14:cNvContentPartPr/>
              <p14:nvPr/>
            </p14:nvContentPartPr>
            <p14:xfrm>
              <a:off x="3853434" y="5058956"/>
              <a:ext cx="113400" cy="117216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2B564581-8656-2CBD-9BEF-005C0CB17477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3835434" y="5040956"/>
                <a:ext cx="149040" cy="12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F6F972BA-555A-62ED-CD85-83B74EC25093}"/>
                  </a:ext>
                </a:extLst>
              </p14:cNvPr>
              <p14:cNvContentPartPr/>
              <p14:nvPr/>
            </p14:nvContentPartPr>
            <p14:xfrm>
              <a:off x="3893754" y="6145076"/>
              <a:ext cx="125640" cy="10260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F6F972BA-555A-62ED-CD85-83B74EC25093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875754" y="6127436"/>
                <a:ext cx="1612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7DB73AE1-B2BF-1C10-5F62-4576D356B04E}"/>
                  </a:ext>
                </a:extLst>
              </p14:cNvPr>
              <p14:cNvContentPartPr/>
              <p14:nvPr/>
            </p14:nvContentPartPr>
            <p14:xfrm>
              <a:off x="4484514" y="5114756"/>
              <a:ext cx="75600" cy="111780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7DB73AE1-B2BF-1C10-5F62-4576D356B04E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466514" y="5096756"/>
                <a:ext cx="111240" cy="11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EF7E4B00-1C41-C1AC-06B8-36E6B0D2A110}"/>
                  </a:ext>
                </a:extLst>
              </p14:cNvPr>
              <p14:cNvContentPartPr/>
              <p14:nvPr/>
            </p14:nvContentPartPr>
            <p14:xfrm>
              <a:off x="4485594" y="6108716"/>
              <a:ext cx="129960" cy="12852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EF7E4B00-1C41-C1AC-06B8-36E6B0D2A110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467954" y="6091076"/>
                <a:ext cx="165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A1CFBD87-0761-3A3A-1A61-ED88A158C3FB}"/>
                  </a:ext>
                </a:extLst>
              </p14:cNvPr>
              <p14:cNvContentPartPr/>
              <p14:nvPr/>
            </p14:nvContentPartPr>
            <p14:xfrm>
              <a:off x="5097234" y="5090996"/>
              <a:ext cx="67320" cy="113076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A1CFBD87-0761-3A3A-1A61-ED88A158C3FB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5079234" y="5072996"/>
                <a:ext cx="102960" cy="11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AAA300D1-0788-440C-A70C-A8C1AAC7E593}"/>
                  </a:ext>
                </a:extLst>
              </p14:cNvPr>
              <p14:cNvContentPartPr/>
              <p14:nvPr/>
            </p14:nvContentPartPr>
            <p14:xfrm>
              <a:off x="5104074" y="6136796"/>
              <a:ext cx="93240" cy="10080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AAA300D1-0788-440C-A70C-A8C1AAC7E593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5086434" y="6119156"/>
                <a:ext cx="1288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C026DD90-6C94-3971-DF91-7552E02EBDA4}"/>
                  </a:ext>
                </a:extLst>
              </p14:cNvPr>
              <p14:cNvContentPartPr/>
              <p14:nvPr/>
            </p14:nvContentPartPr>
            <p14:xfrm>
              <a:off x="5677554" y="5096396"/>
              <a:ext cx="66600" cy="111600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C026DD90-6C94-3971-DF91-7552E02EBDA4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659554" y="5078396"/>
                <a:ext cx="102240" cy="11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3D4B6D3B-8EF3-52FF-A5A7-300637ACD253}"/>
                  </a:ext>
                </a:extLst>
              </p14:cNvPr>
              <p14:cNvContentPartPr/>
              <p14:nvPr/>
            </p14:nvContentPartPr>
            <p14:xfrm>
              <a:off x="5678994" y="6125276"/>
              <a:ext cx="94320" cy="9972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3D4B6D3B-8EF3-52FF-A5A7-300637ACD25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661354" y="6107636"/>
                <a:ext cx="1299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48DB5D43-F011-20A6-E4CB-CCA549A70F11}"/>
                  </a:ext>
                </a:extLst>
              </p14:cNvPr>
              <p14:cNvContentPartPr/>
              <p14:nvPr/>
            </p14:nvContentPartPr>
            <p14:xfrm>
              <a:off x="6318714" y="5119796"/>
              <a:ext cx="720" cy="109692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48DB5D43-F011-20A6-E4CB-CCA549A70F11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6282714" y="5101796"/>
                <a:ext cx="72000" cy="11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60899C5B-14D1-7715-4D62-F1FE50E9FF28}"/>
                  </a:ext>
                </a:extLst>
              </p14:cNvPr>
              <p14:cNvContentPartPr/>
              <p14:nvPr/>
            </p14:nvContentPartPr>
            <p14:xfrm>
              <a:off x="6240234" y="6132476"/>
              <a:ext cx="131040" cy="8064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60899C5B-14D1-7715-4D62-F1FE50E9FF2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6222594" y="6114476"/>
                <a:ext cx="1666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E8EF33F6-FC8B-D6B3-EA47-AB92412A9078}"/>
                  </a:ext>
                </a:extLst>
              </p14:cNvPr>
              <p14:cNvContentPartPr/>
              <p14:nvPr/>
            </p14:nvContentPartPr>
            <p14:xfrm>
              <a:off x="6912354" y="5021516"/>
              <a:ext cx="67320" cy="12027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E8EF33F6-FC8B-D6B3-EA47-AB92412A9078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6894354" y="5003516"/>
                <a:ext cx="102960" cy="12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969E9EB7-D5C6-7B97-85E9-1FABD6B0065F}"/>
                  </a:ext>
                </a:extLst>
              </p14:cNvPr>
              <p14:cNvContentPartPr/>
              <p14:nvPr/>
            </p14:nvContentPartPr>
            <p14:xfrm>
              <a:off x="6906954" y="6134636"/>
              <a:ext cx="103320" cy="10800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969E9EB7-D5C6-7B97-85E9-1FABD6B0065F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6888954" y="6116636"/>
                <a:ext cx="1389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AB71F2E-1B5A-1FB7-76A6-ABA03A6F365B}"/>
                  </a:ext>
                </a:extLst>
              </p14:cNvPr>
              <p14:cNvContentPartPr/>
              <p14:nvPr/>
            </p14:nvContentPartPr>
            <p14:xfrm>
              <a:off x="7519314" y="5047796"/>
              <a:ext cx="65160" cy="116100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AB71F2E-1B5A-1FB7-76A6-ABA03A6F365B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7501314" y="5029796"/>
                <a:ext cx="100800" cy="11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0E5A46B0-DF4F-29F6-EB3B-A81419D8E363}"/>
                  </a:ext>
                </a:extLst>
              </p14:cNvPr>
              <p14:cNvContentPartPr/>
              <p14:nvPr/>
            </p14:nvContentPartPr>
            <p14:xfrm>
              <a:off x="7504554" y="6099716"/>
              <a:ext cx="149760" cy="1324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0E5A46B0-DF4F-29F6-EB3B-A81419D8E363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7486554" y="6081716"/>
                <a:ext cx="1854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C82472BF-DE82-C3AE-38C5-4142529CE3B7}"/>
                  </a:ext>
                </a:extLst>
              </p14:cNvPr>
              <p14:cNvContentPartPr/>
              <p14:nvPr/>
            </p14:nvContentPartPr>
            <p14:xfrm>
              <a:off x="8126634" y="5051036"/>
              <a:ext cx="42120" cy="116892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C82472BF-DE82-C3AE-38C5-4142529CE3B7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108634" y="5033036"/>
                <a:ext cx="77760" cy="12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227204A7-070D-E40D-CDDB-7E044D3CA58E}"/>
                  </a:ext>
                </a:extLst>
              </p14:cNvPr>
              <p14:cNvContentPartPr/>
              <p14:nvPr/>
            </p14:nvContentPartPr>
            <p14:xfrm>
              <a:off x="8085954" y="6120956"/>
              <a:ext cx="134280" cy="1047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227204A7-070D-E40D-CDDB-7E044D3CA58E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8068314" y="6102956"/>
                <a:ext cx="1699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E2EFA86-DA74-59B5-598E-942013FD0AC2}"/>
                  </a:ext>
                </a:extLst>
              </p14:cNvPr>
              <p14:cNvContentPartPr/>
              <p14:nvPr/>
            </p14:nvContentPartPr>
            <p14:xfrm>
              <a:off x="8740074" y="5036276"/>
              <a:ext cx="66600" cy="119700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E2EFA86-DA74-59B5-598E-942013FD0AC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722074" y="5018276"/>
                <a:ext cx="102240" cy="12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9E302D4B-9868-7B34-F7E8-D85BE7827EA2}"/>
                  </a:ext>
                </a:extLst>
              </p14:cNvPr>
              <p14:cNvContentPartPr/>
              <p14:nvPr/>
            </p14:nvContentPartPr>
            <p14:xfrm>
              <a:off x="8731074" y="6121316"/>
              <a:ext cx="130320" cy="10512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9E302D4B-9868-7B34-F7E8-D85BE7827EA2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713074" y="6103316"/>
                <a:ext cx="1659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FFF3D0E-6967-E2FD-62E4-BD3C5BAE207A}"/>
                  </a:ext>
                </a:extLst>
              </p14:cNvPr>
              <p14:cNvContentPartPr/>
              <p14:nvPr/>
            </p14:nvContentPartPr>
            <p14:xfrm>
              <a:off x="9332808" y="5080196"/>
              <a:ext cx="720" cy="113652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FFF3D0E-6967-E2FD-62E4-BD3C5BAE207A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9296808" y="5062196"/>
                <a:ext cx="72000" cy="11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8B6181C5-0C0A-41A0-BFCC-CC49317BFA1C}"/>
                  </a:ext>
                </a:extLst>
              </p14:cNvPr>
              <p14:cNvContentPartPr/>
              <p14:nvPr/>
            </p14:nvContentPartPr>
            <p14:xfrm>
              <a:off x="9252168" y="6134996"/>
              <a:ext cx="166680" cy="9360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8B6181C5-0C0A-41A0-BFCC-CC49317BFA1C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9234168" y="6116996"/>
                <a:ext cx="2023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9BD3CD65-9D09-2F53-A4B8-F31A5389E8BD}"/>
                  </a:ext>
                </a:extLst>
              </p14:cNvPr>
              <p14:cNvContentPartPr/>
              <p14:nvPr/>
            </p14:nvContentPartPr>
            <p14:xfrm>
              <a:off x="9910608" y="5014316"/>
              <a:ext cx="68040" cy="122652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9BD3CD65-9D09-2F53-A4B8-F31A5389E8BD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9892608" y="4996316"/>
                <a:ext cx="103680" cy="12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B692D8AB-6388-0E81-8C3B-636FCA5A94F5}"/>
                  </a:ext>
                </a:extLst>
              </p14:cNvPr>
              <p14:cNvContentPartPr/>
              <p14:nvPr/>
            </p14:nvContentPartPr>
            <p14:xfrm>
              <a:off x="9885408" y="6118436"/>
              <a:ext cx="169200" cy="12312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B692D8AB-6388-0E81-8C3B-636FCA5A94F5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9867768" y="6100436"/>
                <a:ext cx="2048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16606DEC-AD34-FCCC-9A2E-9BF164D1BE0B}"/>
                  </a:ext>
                </a:extLst>
              </p14:cNvPr>
              <p14:cNvContentPartPr/>
              <p14:nvPr/>
            </p14:nvContentPartPr>
            <p14:xfrm>
              <a:off x="10528728" y="5030876"/>
              <a:ext cx="720" cy="118980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16606DEC-AD34-FCCC-9A2E-9BF164D1BE0B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0492728" y="5012876"/>
                <a:ext cx="72000" cy="12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36266D24-CC77-222D-893F-51F4BDED4286}"/>
                  </a:ext>
                </a:extLst>
              </p14:cNvPr>
              <p14:cNvContentPartPr/>
              <p14:nvPr/>
            </p14:nvContentPartPr>
            <p14:xfrm>
              <a:off x="10462848" y="6142196"/>
              <a:ext cx="128520" cy="8676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36266D24-CC77-222D-893F-51F4BDED4286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10444848" y="6124196"/>
                <a:ext cx="1641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C609DE7C-8E5A-4916-8E39-336D720973C6}"/>
                  </a:ext>
                </a:extLst>
              </p14:cNvPr>
              <p14:cNvContentPartPr/>
              <p14:nvPr/>
            </p14:nvContentPartPr>
            <p14:xfrm>
              <a:off x="11148288" y="5057156"/>
              <a:ext cx="720" cy="11700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C609DE7C-8E5A-4916-8E39-336D720973C6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11112288" y="5039156"/>
                <a:ext cx="72000" cy="12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B26D4C5B-45AE-5026-B76E-D0FC1C3084AB}"/>
                  </a:ext>
                </a:extLst>
              </p14:cNvPr>
              <p14:cNvContentPartPr/>
              <p14:nvPr/>
            </p14:nvContentPartPr>
            <p14:xfrm>
              <a:off x="11097888" y="6148676"/>
              <a:ext cx="105840" cy="8604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B26D4C5B-45AE-5026-B76E-D0FC1C3084AB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1079888" y="6130676"/>
                <a:ext cx="141480" cy="12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736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35C4-6DB0-C909-986B-C79469B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E735750-B273-799D-1C88-7483624B157D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B4C8A-0322-84EC-2306-94BB949D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0998819" cy="1344148"/>
          </a:xfrm>
        </p:spPr>
        <p:txBody>
          <a:bodyPr/>
          <a:lstStyle/>
          <a:p>
            <a:r>
              <a:rPr lang="en-US" dirty="0"/>
              <a:t>DIST:  06.0 (</a:t>
            </a:r>
            <a:r>
              <a:rPr lang="en-US" dirty="0">
                <a:ea typeface="+mj-lt"/>
                <a:cs typeface="+mj-lt"/>
              </a:rPr>
              <a:t>student_dist_cyclic_1d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63D375-0AE3-F40B-6F90-7A6C2C4B0BFE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DB037B-6FED-25FF-68E7-3984BFCACE84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B3F30B-59A1-4E91-FE51-4FA91B27A847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25DFC1-36F4-BB87-7394-99BD0CC6983F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D18C0D-DCE7-0D28-A615-8C03551A1642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2E990A-1F10-E883-F334-4D1B7A2D932A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EFE8F9-3E47-D473-A0B2-4A68105A7BB3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C6875B-2561-DF2A-3E49-A551B30CC57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1123C-517B-466F-6BA0-EEEEF2F45174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79E090-27FB-E46B-380E-4A010A93DA0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A5855C-7535-50EF-63AC-52727D404459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0E2A9-2A04-AA9E-3F05-3D5EF8775692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E4760A-CE73-702D-FB51-62DEFA7690BB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AB8C23-7D8F-6128-8B3B-1B26B93A57BA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D8ACDF7-38BF-66F7-3E48-4FABEE3B92FB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8336E8-6255-02F2-D2F5-9FDE7586AC0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63E906D-9F33-2AFA-548A-90CA54E363CB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9E6120-8113-0ECF-659D-3E9A5DF7EC36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7F96992-C0CB-3844-C7E1-143F33AA2E06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D478291-56FD-F68D-DBC3-7DE60963D66D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1355A-5C81-A82D-7801-E5D06E347A8D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E3665E8-43B8-9CBD-CB1E-B062AD34ADBB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151BE63-C007-0B00-92AD-56FB0842F076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4D78272-C93D-A738-FA50-23A9811478CF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8CA35D1-446E-8AD1-5475-6771C1A345E8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1B823D-D1BC-44B7-BA97-A9CEB52C8B48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78F4246-98CC-A09D-9ABB-96A729C7334F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A0A18AD-4E6B-9643-B703-B327C8B227CF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C7C7D0-E84C-9E0D-C69E-668CB52CA8FC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83271B6-730F-70D3-2141-0B2205A67F4E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4965FED-B212-31DE-934C-E833771FAFC1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F8E4532-DFE1-ADBD-0BDE-82E89ACFD4C2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06AAF25-7F35-78C1-A49B-CDEBE4D41116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9C7779-192F-4F58-4DE1-A997A15368BD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67CE557-9D7D-1799-8B32-5A29364C2AED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C7A99E3-FBA9-DA12-A8A2-CA8E02478D77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0CB5728-9FA0-C422-2744-E5533047BF92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2F82CA5-5B65-80EE-FB26-A6EC9C3C578E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96B0B7D-ED53-5CEF-C218-1AA54624F242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9C04BBA-13E2-BB1B-2691-88359757C795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AEE0A51-2A91-D527-54BF-676031E15CCD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D8F178-6D5C-7312-005D-E38B6A62F6A4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517F65-8155-24AF-EF41-83D355D0DF8F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539DEB2-6793-DF45-B850-FA71FE2C122B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CE92E33-FE16-BDC5-86D3-861575A46624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6861961-7577-FF13-CC16-B82CF61BFE11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E4DF59C-FC63-7B07-ED90-48DFE8F50353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8E3EB84-2E8C-F9E2-8FBA-FE149AEFF740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94D4FA-AE9C-2F1E-D8E0-EB4EEE52D514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964A1C3-8ECE-8565-8681-3C0077EB6991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220E6A6-4BD5-4776-582C-F2BDF7FF9440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752EBFA-ED92-8E4E-410E-B32BFA642BC1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C2EB74F-28CA-617A-DD47-789BCF90A056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1854F56-62DC-4EA4-32D6-E70A23210D23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86BAB22-53B7-3196-16C4-AFE1571E24F1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303B287-E1CE-C42A-4AC8-9600C74FA36D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9E93A36-E447-0C05-A30E-E759A8F18361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C5A34FF-CA59-0846-5B3F-65D8E8AEEB6B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5FF3612-34AC-FCAE-BE37-FC101C653D3D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AF62843-0730-059D-2301-A4A8DC0B123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46955AE-D2AD-CCC7-CA42-ED92D041ADEA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EDF4503-9455-618D-7E33-8BDA38F5175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8C2CB1F-E039-0E95-197D-B544233389B1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687074F-B49F-1819-CCA6-89782AFAB07B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87989B9-D63D-1FDA-5CD6-0F206489D754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FF9060C-CFC2-3C40-4343-CC67F7951A3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4BA48C1-872A-CC89-218E-F4FCB6D0D21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2614189F-9A7A-4975-DB33-3716048C3D92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CA489FB-EECA-6E4E-9D54-543FB1F2875E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460D876-FE5E-D968-E6B7-B5FE6A489A90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06D1C40-E618-64A1-2019-BEAA2F94F300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7C11AAD-5055-A66F-0B69-DCB5271EBA90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46847B8-CB1D-5FF7-DB85-3B0A3E13005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E05B17A-8A1D-E4DB-FD55-24E3F59235A5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FB42D64-F304-234F-1481-9829605B9EFD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595F0C-6E41-3CB3-BAF0-14B0D5CDC542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56CD8E-FB7E-4457-8791-F528190C34F0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96B97-4813-BABF-9F7D-6F0A4181BA1C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0A543D-F592-477F-84E8-AE5D3AF1EE59}"/>
                  </a:ext>
                </a:extLst>
              </p14:cNvPr>
              <p14:cNvContentPartPr/>
              <p14:nvPr/>
            </p14:nvContentPartPr>
            <p14:xfrm>
              <a:off x="3225070" y="7768626"/>
              <a:ext cx="73800" cy="54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0A543D-F592-477F-84E8-AE5D3AF1EE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8950" y="7762506"/>
                <a:ext cx="860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2F1238F-F8F2-3DE5-D2F2-961148CE01A0}"/>
                  </a:ext>
                </a:extLst>
              </p14:cNvPr>
              <p14:cNvContentPartPr/>
              <p14:nvPr/>
            </p14:nvContentPartPr>
            <p14:xfrm>
              <a:off x="1829682" y="3094117"/>
              <a:ext cx="126720" cy="179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2F1238F-F8F2-3DE5-D2F2-961148CE01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3562" y="3087997"/>
                <a:ext cx="1389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F144618-12B9-60A2-72A0-7BFB77739136}"/>
                  </a:ext>
                </a:extLst>
              </p14:cNvPr>
              <p14:cNvContentPartPr/>
              <p14:nvPr/>
            </p14:nvContentPartPr>
            <p14:xfrm>
              <a:off x="2004282" y="3203197"/>
              <a:ext cx="14760" cy="83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F144618-12B9-60A2-72A0-7BFB777391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8162" y="3197077"/>
                <a:ext cx="270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529685B-2A32-73A1-FC37-88283BF792EF}"/>
                  </a:ext>
                </a:extLst>
              </p14:cNvPr>
              <p14:cNvContentPartPr/>
              <p14:nvPr/>
            </p14:nvContentPartPr>
            <p14:xfrm>
              <a:off x="2073824" y="3098959"/>
              <a:ext cx="110880" cy="158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529685B-2A32-73A1-FC37-88283BF792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67704" y="3092839"/>
                <a:ext cx="1231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89A3CD2-CA63-1145-AAF6-59516F273681}"/>
                  </a:ext>
                </a:extLst>
              </p14:cNvPr>
              <p14:cNvContentPartPr/>
              <p14:nvPr/>
            </p14:nvContentPartPr>
            <p14:xfrm>
              <a:off x="2457224" y="3084919"/>
              <a:ext cx="102600" cy="155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89A3CD2-CA63-1145-AAF6-59516F2736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51104" y="3078799"/>
                <a:ext cx="11484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95F21F9-2AFE-9387-F044-31C34C5B1E1D}"/>
                  </a:ext>
                </a:extLst>
              </p14:cNvPr>
              <p14:cNvContentPartPr/>
              <p14:nvPr/>
            </p14:nvContentPartPr>
            <p14:xfrm>
              <a:off x="2603384" y="3184999"/>
              <a:ext cx="13680" cy="77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95F21F9-2AFE-9387-F044-31C34C5B1E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7264" y="3178879"/>
                <a:ext cx="259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668EB3C-C9D8-2AB7-70B1-160598D20CC8}"/>
                  </a:ext>
                </a:extLst>
              </p14:cNvPr>
              <p14:cNvContentPartPr/>
              <p14:nvPr/>
            </p14:nvContentPartPr>
            <p14:xfrm>
              <a:off x="2695544" y="3096799"/>
              <a:ext cx="21960" cy="1497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668EB3C-C9D8-2AB7-70B1-160598D20C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89424" y="3090679"/>
                <a:ext cx="342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D79BA68-A413-EEDC-55A2-1530C7D8A84C}"/>
                  </a:ext>
                </a:extLst>
              </p14:cNvPr>
              <p14:cNvContentPartPr/>
              <p14:nvPr/>
            </p14:nvContentPartPr>
            <p14:xfrm>
              <a:off x="3031064" y="3093559"/>
              <a:ext cx="100080" cy="1638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D79BA68-A413-EEDC-55A2-1530C7D8A84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24944" y="3087439"/>
                <a:ext cx="1123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24F830B-6F9B-163B-0645-5E3EC1C2A7B2}"/>
                  </a:ext>
                </a:extLst>
              </p14:cNvPr>
              <p14:cNvContentPartPr/>
              <p14:nvPr/>
            </p14:nvContentPartPr>
            <p14:xfrm>
              <a:off x="3166784" y="3201919"/>
              <a:ext cx="12600" cy="853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24F830B-6F9B-163B-0645-5E3EC1C2A7B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60664" y="3195799"/>
                <a:ext cx="248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D95B9A5-461C-B458-B32D-02263F7A3D9F}"/>
                  </a:ext>
                </a:extLst>
              </p14:cNvPr>
              <p14:cNvContentPartPr/>
              <p14:nvPr/>
            </p14:nvContentPartPr>
            <p14:xfrm>
              <a:off x="3222224" y="3118759"/>
              <a:ext cx="146520" cy="1450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D95B9A5-461C-B458-B32D-02263F7A3D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16104" y="3112639"/>
                <a:ext cx="1587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7A11E7C-0244-8BAD-9DD4-1335D33465C1}"/>
                  </a:ext>
                </a:extLst>
              </p14:cNvPr>
              <p14:cNvContentPartPr/>
              <p14:nvPr/>
            </p14:nvContentPartPr>
            <p14:xfrm>
              <a:off x="3630464" y="3105079"/>
              <a:ext cx="98280" cy="1677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7A11E7C-0244-8BAD-9DD4-1335D33465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24344" y="3098959"/>
                <a:ext cx="1105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AD29AD8-7F90-2675-7141-AC8CEB139F64}"/>
                  </a:ext>
                </a:extLst>
              </p14:cNvPr>
              <p14:cNvContentPartPr/>
              <p14:nvPr/>
            </p14:nvContentPartPr>
            <p14:xfrm>
              <a:off x="3752144" y="3217399"/>
              <a:ext cx="21960" cy="730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AD29AD8-7F90-2675-7141-AC8CEB139F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46024" y="3211279"/>
                <a:ext cx="342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BBF0B03-B8F9-3DDA-0D82-DBD99E18A147}"/>
                  </a:ext>
                </a:extLst>
              </p14:cNvPr>
              <p14:cNvContentPartPr/>
              <p14:nvPr/>
            </p14:nvContentPartPr>
            <p14:xfrm>
              <a:off x="3818384" y="3112279"/>
              <a:ext cx="112320" cy="1328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BBF0B03-B8F9-3DDA-0D82-DBD99E18A14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12264" y="3106159"/>
                <a:ext cx="1245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349D5EB-72DB-7D3B-B283-12F528956EED}"/>
                  </a:ext>
                </a:extLst>
              </p14:cNvPr>
              <p14:cNvContentPartPr/>
              <p14:nvPr/>
            </p14:nvContentPartPr>
            <p14:xfrm>
              <a:off x="1939904" y="4806079"/>
              <a:ext cx="113760" cy="139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349D5EB-72DB-7D3B-B283-12F528956EE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33784" y="4799959"/>
                <a:ext cx="1260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A906C3A-2BA0-8B7D-C6A2-BDD7FAA7A6CA}"/>
                  </a:ext>
                </a:extLst>
              </p14:cNvPr>
              <p14:cNvContentPartPr/>
              <p14:nvPr/>
            </p14:nvContentPartPr>
            <p14:xfrm>
              <a:off x="2094704" y="4882039"/>
              <a:ext cx="8280" cy="795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A906C3A-2BA0-8B7D-C6A2-BDD7FAA7A6C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88584" y="4875919"/>
                <a:ext cx="20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1708751-3A53-32F6-F795-A440E276D255}"/>
                  </a:ext>
                </a:extLst>
              </p14:cNvPr>
              <p14:cNvContentPartPr/>
              <p14:nvPr/>
            </p14:nvContentPartPr>
            <p14:xfrm>
              <a:off x="2126744" y="4796359"/>
              <a:ext cx="89640" cy="1332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1708751-3A53-32F6-F795-A440E276D2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20624" y="4790239"/>
                <a:ext cx="1018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4FA1C2B-D44F-EAAF-A77C-04DF7245B0D3}"/>
                  </a:ext>
                </a:extLst>
              </p14:cNvPr>
              <p14:cNvContentPartPr/>
              <p14:nvPr/>
            </p14:nvContentPartPr>
            <p14:xfrm>
              <a:off x="2547224" y="4820119"/>
              <a:ext cx="123840" cy="131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4FA1C2B-D44F-EAAF-A77C-04DF7245B0D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41104" y="4813999"/>
                <a:ext cx="1360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D28E1EC-439D-055F-5943-C0F60593553C}"/>
                  </a:ext>
                </a:extLst>
              </p14:cNvPr>
              <p14:cNvContentPartPr/>
              <p14:nvPr/>
            </p14:nvContentPartPr>
            <p14:xfrm>
              <a:off x="2745224" y="4902199"/>
              <a:ext cx="3240" cy="601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D28E1EC-439D-055F-5943-C0F60593553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39104" y="4896079"/>
                <a:ext cx="154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78524A8-F5AF-6BBD-79AA-CB616DA0C0D7}"/>
                  </a:ext>
                </a:extLst>
              </p14:cNvPr>
              <p14:cNvContentPartPr/>
              <p14:nvPr/>
            </p14:nvContentPartPr>
            <p14:xfrm>
              <a:off x="2807864" y="4824799"/>
              <a:ext cx="15120" cy="113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78524A8-F5AF-6BBD-79AA-CB616DA0C0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01744" y="4818679"/>
                <a:ext cx="2736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1E225A4-4005-73BC-D262-5AA3895F15B7}"/>
                  </a:ext>
                </a:extLst>
              </p14:cNvPr>
              <p14:cNvContentPartPr/>
              <p14:nvPr/>
            </p14:nvContentPartPr>
            <p14:xfrm>
              <a:off x="3147344" y="4803919"/>
              <a:ext cx="115560" cy="1494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1E225A4-4005-73BC-D262-5AA3895F15B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41224" y="4797799"/>
                <a:ext cx="1278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822C9E8-C13C-B26F-45FB-0C35CA9F6EF6}"/>
                  </a:ext>
                </a:extLst>
              </p14:cNvPr>
              <p14:cNvContentPartPr/>
              <p14:nvPr/>
            </p14:nvContentPartPr>
            <p14:xfrm>
              <a:off x="3309704" y="4909039"/>
              <a:ext cx="10800" cy="612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822C9E8-C13C-B26F-45FB-0C35CA9F6EF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303584" y="4902919"/>
                <a:ext cx="23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A37818C-EC9D-9D97-21C5-CE9156899E92}"/>
                  </a:ext>
                </a:extLst>
              </p14:cNvPr>
              <p14:cNvContentPartPr/>
              <p14:nvPr/>
            </p14:nvContentPartPr>
            <p14:xfrm>
              <a:off x="3352544" y="4842079"/>
              <a:ext cx="97560" cy="907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A37818C-EC9D-9D97-21C5-CE9156899E9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46424" y="4835959"/>
                <a:ext cx="1098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973B059-5099-74B6-10F2-877623AFBDD0}"/>
                  </a:ext>
                </a:extLst>
              </p14:cNvPr>
              <p14:cNvContentPartPr/>
              <p14:nvPr/>
            </p14:nvContentPartPr>
            <p14:xfrm>
              <a:off x="3698864" y="4814719"/>
              <a:ext cx="112680" cy="123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973B059-5099-74B6-10F2-877623AFBDD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692744" y="4808599"/>
                <a:ext cx="1249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93426D6-577C-8B4F-D1FF-0A6B7BF61636}"/>
                  </a:ext>
                </a:extLst>
              </p14:cNvPr>
              <p14:cNvContentPartPr/>
              <p14:nvPr/>
            </p14:nvContentPartPr>
            <p14:xfrm>
              <a:off x="3857984" y="4896439"/>
              <a:ext cx="14400" cy="734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93426D6-577C-8B4F-D1FF-0A6B7BF6163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51864" y="4890319"/>
                <a:ext cx="266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4D8EF35-9BD4-C925-CBA5-8FA72F63CAF7}"/>
                  </a:ext>
                </a:extLst>
              </p14:cNvPr>
              <p14:cNvContentPartPr/>
              <p14:nvPr/>
            </p14:nvContentPartPr>
            <p14:xfrm>
              <a:off x="3898664" y="4812559"/>
              <a:ext cx="125280" cy="13896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4D8EF35-9BD4-C925-CBA5-8FA72F63CA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92544" y="4806439"/>
                <a:ext cx="1375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94DC70D-3165-7214-0D3F-4BE9AB1FB31A}"/>
                  </a:ext>
                </a:extLst>
              </p14:cNvPr>
              <p14:cNvContentPartPr/>
              <p14:nvPr/>
            </p14:nvContentPartPr>
            <p14:xfrm>
              <a:off x="4286769" y="3117157"/>
              <a:ext cx="9360" cy="1234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94DC70D-3165-7214-0D3F-4BE9AB1FB31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80649" y="3111037"/>
                <a:ext cx="21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F50B422-2CB3-D8D4-C2C7-4AB49B940C71}"/>
                  </a:ext>
                </a:extLst>
              </p14:cNvPr>
              <p14:cNvContentPartPr/>
              <p14:nvPr/>
            </p14:nvContentPartPr>
            <p14:xfrm>
              <a:off x="4340769" y="3195997"/>
              <a:ext cx="4680" cy="547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F50B422-2CB3-D8D4-C2C7-4AB49B940C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34649" y="3189877"/>
                <a:ext cx="169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F872096-4546-4A82-D5F8-C42B9C5DFEDF}"/>
                  </a:ext>
                </a:extLst>
              </p14:cNvPr>
              <p14:cNvContentPartPr/>
              <p14:nvPr/>
            </p14:nvContentPartPr>
            <p14:xfrm>
              <a:off x="4372089" y="3101677"/>
              <a:ext cx="101520" cy="1400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F872096-4546-4A82-D5F8-C42B9C5DFED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65969" y="3095557"/>
                <a:ext cx="113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EF471C78-424B-B962-0175-E4D31B5EBDBC}"/>
                  </a:ext>
                </a:extLst>
              </p14:cNvPr>
              <p14:cNvContentPartPr/>
              <p14:nvPr/>
            </p14:nvContentPartPr>
            <p14:xfrm>
              <a:off x="4925439" y="3104401"/>
              <a:ext cx="8640" cy="1116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EF471C78-424B-B962-0175-E4D31B5EBDB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19319" y="3098281"/>
                <a:ext cx="208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6FD753F-1CDA-2593-86A3-A9528BCED95C}"/>
                  </a:ext>
                </a:extLst>
              </p14:cNvPr>
              <p14:cNvContentPartPr/>
              <p14:nvPr/>
            </p14:nvContentPartPr>
            <p14:xfrm>
              <a:off x="4984672" y="3179641"/>
              <a:ext cx="3240" cy="464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6FD753F-1CDA-2593-86A3-A9528BCED95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78552" y="3173521"/>
                <a:ext cx="15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4C14E2F-614A-780F-AEF7-BDDBBE2234E1}"/>
                  </a:ext>
                </a:extLst>
              </p14:cNvPr>
              <p14:cNvContentPartPr/>
              <p14:nvPr/>
            </p14:nvContentPartPr>
            <p14:xfrm>
              <a:off x="5030032" y="3095041"/>
              <a:ext cx="15480" cy="1306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4C14E2F-614A-780F-AEF7-BDDBBE2234E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23912" y="3088921"/>
                <a:ext cx="27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9F55D9D-7266-D4DC-679F-74072B0BB719}"/>
                  </a:ext>
                </a:extLst>
              </p14:cNvPr>
              <p14:cNvContentPartPr/>
              <p14:nvPr/>
            </p14:nvContentPartPr>
            <p14:xfrm>
              <a:off x="5480905" y="3111104"/>
              <a:ext cx="9360" cy="90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9F55D9D-7266-D4DC-679F-74072B0BB71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74785" y="3104984"/>
                <a:ext cx="21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893201C-59B7-4602-8107-33E892438231}"/>
                  </a:ext>
                </a:extLst>
              </p14:cNvPr>
              <p14:cNvContentPartPr/>
              <p14:nvPr/>
            </p14:nvContentPartPr>
            <p14:xfrm>
              <a:off x="5540665" y="3169424"/>
              <a:ext cx="6480" cy="540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893201C-59B7-4602-8107-33E8924382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34545" y="3163304"/>
                <a:ext cx="187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6917293-0922-02E8-075B-21C3A69CFA7F}"/>
                  </a:ext>
                </a:extLst>
              </p14:cNvPr>
              <p14:cNvContentPartPr/>
              <p14:nvPr/>
            </p14:nvContentPartPr>
            <p14:xfrm>
              <a:off x="5571985" y="3113264"/>
              <a:ext cx="86760" cy="1044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6917293-0922-02E8-075B-21C3A69CFA7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65865" y="3107144"/>
                <a:ext cx="990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38DFEE4-69A0-4D44-69DA-749424455AC6}"/>
                  </a:ext>
                </a:extLst>
              </p14:cNvPr>
              <p14:cNvContentPartPr/>
              <p14:nvPr/>
            </p14:nvContentPartPr>
            <p14:xfrm>
              <a:off x="6093892" y="3107485"/>
              <a:ext cx="13320" cy="1137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38DFEE4-69A0-4D44-69DA-749424455AC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87772" y="3101365"/>
                <a:ext cx="25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80FCA1E8-F66F-A98D-66B7-A08E5D8F5CFF}"/>
                  </a:ext>
                </a:extLst>
              </p14:cNvPr>
              <p14:cNvContentPartPr/>
              <p14:nvPr/>
            </p14:nvContentPartPr>
            <p14:xfrm>
              <a:off x="6166612" y="3183445"/>
              <a:ext cx="14400" cy="56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80FCA1E8-F66F-A98D-66B7-A08E5D8F5CF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60492" y="3177325"/>
                <a:ext cx="266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D40419E3-7150-AF76-C5BD-F8AD8B905696}"/>
                  </a:ext>
                </a:extLst>
              </p14:cNvPr>
              <p14:cNvContentPartPr/>
              <p14:nvPr/>
            </p14:nvContentPartPr>
            <p14:xfrm>
              <a:off x="6203692" y="3115045"/>
              <a:ext cx="117000" cy="109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D40419E3-7150-AF76-C5BD-F8AD8B90569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97572" y="3108925"/>
                <a:ext cx="12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5787000-4DA5-3DA4-0BCD-FDDA4D38FC02}"/>
                  </a:ext>
                </a:extLst>
              </p14:cNvPr>
              <p14:cNvContentPartPr/>
              <p14:nvPr/>
            </p14:nvContentPartPr>
            <p14:xfrm>
              <a:off x="6671329" y="3109022"/>
              <a:ext cx="69840" cy="1206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5787000-4DA5-3DA4-0BCD-FDDA4D38FC0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65209" y="3102902"/>
                <a:ext cx="820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5AB769D-A133-6F50-5FBD-B6A76176841E}"/>
                  </a:ext>
                </a:extLst>
              </p14:cNvPr>
              <p14:cNvContentPartPr/>
              <p14:nvPr/>
            </p14:nvContentPartPr>
            <p14:xfrm>
              <a:off x="6791624" y="3180302"/>
              <a:ext cx="13320" cy="489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5AB769D-A133-6F50-5FBD-B6A76176841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85504" y="3174182"/>
                <a:ext cx="25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7E68572-FD7F-04ED-6445-D7A5B7DBEF18}"/>
                  </a:ext>
                </a:extLst>
              </p14:cNvPr>
              <p14:cNvContentPartPr/>
              <p14:nvPr/>
            </p14:nvContentPartPr>
            <p14:xfrm>
              <a:off x="6841304" y="3109022"/>
              <a:ext cx="100800" cy="990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7E68572-FD7F-04ED-6445-D7A5B7DBEF1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835184" y="3102902"/>
                <a:ext cx="1130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00A4BBBB-1A3F-B599-2AF6-40C502A56124}"/>
                  </a:ext>
                </a:extLst>
              </p14:cNvPr>
              <p14:cNvContentPartPr/>
              <p14:nvPr/>
            </p14:nvContentPartPr>
            <p14:xfrm>
              <a:off x="7329104" y="3112622"/>
              <a:ext cx="56880" cy="12564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00A4BBBB-1A3F-B599-2AF6-40C502A5612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322984" y="3106502"/>
                <a:ext cx="691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10E1833-1598-C527-09CA-6ABA4A154F78}"/>
                  </a:ext>
                </a:extLst>
              </p14:cNvPr>
              <p14:cNvContentPartPr/>
              <p14:nvPr/>
            </p14:nvContentPartPr>
            <p14:xfrm>
              <a:off x="7418384" y="3179222"/>
              <a:ext cx="11160" cy="446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10E1833-1598-C527-09CA-6ABA4A154F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412264" y="3173102"/>
                <a:ext cx="234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5704AC4-2AAF-A0BF-19B8-ACB1A9A2B73F}"/>
                  </a:ext>
                </a:extLst>
              </p14:cNvPr>
              <p14:cNvContentPartPr/>
              <p14:nvPr/>
            </p14:nvContentPartPr>
            <p14:xfrm>
              <a:off x="7446824" y="3100742"/>
              <a:ext cx="22680" cy="856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85704AC4-2AAF-A0BF-19B8-ACB1A9A2B73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440704" y="3094622"/>
                <a:ext cx="34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1ECA027-1CD7-F536-F5F8-69F42E9A40B7}"/>
                  </a:ext>
                </a:extLst>
              </p14:cNvPr>
              <p14:cNvContentPartPr/>
              <p14:nvPr/>
            </p14:nvContentPartPr>
            <p14:xfrm>
              <a:off x="7937688" y="3113929"/>
              <a:ext cx="50760" cy="1216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1ECA027-1CD7-F536-F5F8-69F42E9A40B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931568" y="3107809"/>
                <a:ext cx="630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280BEDB-CE59-9E27-9DB2-2803E5CDEF88}"/>
                  </a:ext>
                </a:extLst>
              </p14:cNvPr>
              <p14:cNvContentPartPr/>
              <p14:nvPr/>
            </p14:nvContentPartPr>
            <p14:xfrm>
              <a:off x="8027688" y="3189889"/>
              <a:ext cx="7200" cy="327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280BEDB-CE59-9E27-9DB2-2803E5CDEF8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021568" y="3183769"/>
                <a:ext cx="19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413C493-1A85-3B13-5E1F-8D84AD5CA6DF}"/>
                  </a:ext>
                </a:extLst>
              </p14:cNvPr>
              <p14:cNvContentPartPr/>
              <p14:nvPr/>
            </p14:nvContentPartPr>
            <p14:xfrm>
              <a:off x="8040288" y="3100969"/>
              <a:ext cx="118080" cy="1040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413C493-1A85-3B13-5E1F-8D84AD5CA6D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34168" y="3094849"/>
                <a:ext cx="1303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EB1D1E9-2069-10A4-0702-34A82F58B2BE}"/>
                  </a:ext>
                </a:extLst>
              </p14:cNvPr>
              <p14:cNvContentPartPr/>
              <p14:nvPr/>
            </p14:nvContentPartPr>
            <p14:xfrm>
              <a:off x="8527045" y="3094716"/>
              <a:ext cx="87480" cy="1227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EB1D1E9-2069-10A4-0702-34A82F58B2B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20925" y="3088596"/>
                <a:ext cx="997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1C0CDDE-195A-7998-221A-8F3BC4F7D0C6}"/>
                  </a:ext>
                </a:extLst>
              </p14:cNvPr>
              <p14:cNvContentPartPr/>
              <p14:nvPr/>
            </p14:nvContentPartPr>
            <p14:xfrm>
              <a:off x="8642282" y="3168156"/>
              <a:ext cx="5760" cy="417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1C0CDDE-195A-7998-221A-8F3BC4F7D0C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636162" y="3162036"/>
                <a:ext cx="18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EBC08C7D-9170-8EA8-7838-A3E718FDEF3D}"/>
                  </a:ext>
                </a:extLst>
              </p14:cNvPr>
              <p14:cNvContentPartPr/>
              <p14:nvPr/>
            </p14:nvContentPartPr>
            <p14:xfrm>
              <a:off x="8681522" y="3090756"/>
              <a:ext cx="106560" cy="1134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EBC08C7D-9170-8EA8-7838-A3E718FDEF3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75402" y="3084636"/>
                <a:ext cx="11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3C77EE9-F23D-52DB-A2C9-359CEDA64B0E}"/>
                  </a:ext>
                </a:extLst>
              </p14:cNvPr>
              <p14:cNvContentPartPr/>
              <p14:nvPr/>
            </p14:nvContentPartPr>
            <p14:xfrm>
              <a:off x="9122228" y="3107958"/>
              <a:ext cx="88920" cy="1515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3C77EE9-F23D-52DB-A2C9-359CEDA64B0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16108" y="3101838"/>
                <a:ext cx="1011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E6EA1F9-F1AF-0F94-23CA-C215EF5F284D}"/>
                  </a:ext>
                </a:extLst>
              </p14:cNvPr>
              <p14:cNvContentPartPr/>
              <p14:nvPr/>
            </p14:nvContentPartPr>
            <p14:xfrm>
              <a:off x="9267668" y="3216318"/>
              <a:ext cx="6840" cy="439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E6EA1F9-F1AF-0F94-23CA-C215EF5F284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261548" y="3210198"/>
                <a:ext cx="19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572FAE3-DFF8-90E6-BD7C-7E33F80C76F9}"/>
                  </a:ext>
                </a:extLst>
              </p14:cNvPr>
              <p14:cNvContentPartPr/>
              <p14:nvPr/>
            </p14:nvContentPartPr>
            <p14:xfrm>
              <a:off x="9333908" y="3123438"/>
              <a:ext cx="360" cy="3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572FAE3-DFF8-90E6-BD7C-7E33F80C76F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327788" y="311731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56DB0698-0D55-295F-1EFC-5F53401DA475}"/>
                  </a:ext>
                </a:extLst>
              </p14:cNvPr>
              <p14:cNvContentPartPr/>
              <p14:nvPr/>
            </p14:nvContentPartPr>
            <p14:xfrm>
              <a:off x="9313748" y="3114438"/>
              <a:ext cx="77760" cy="1141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56DB0698-0D55-295F-1EFC-5F53401DA47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307628" y="3108318"/>
                <a:ext cx="900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E3E5D79-8324-30B7-D8FA-282C13EA2410}"/>
                  </a:ext>
                </a:extLst>
              </p14:cNvPr>
              <p14:cNvContentPartPr/>
              <p14:nvPr/>
            </p14:nvContentPartPr>
            <p14:xfrm>
              <a:off x="9715148" y="3120198"/>
              <a:ext cx="74520" cy="1152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E3E5D79-8324-30B7-D8FA-282C13EA241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09028" y="3114078"/>
                <a:ext cx="867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4A99E2F-3BB8-B1C1-2E9D-FEF8B49FA7D2}"/>
                  </a:ext>
                </a:extLst>
              </p14:cNvPr>
              <p14:cNvContentPartPr/>
              <p14:nvPr/>
            </p14:nvContentPartPr>
            <p14:xfrm>
              <a:off x="9822788" y="3181398"/>
              <a:ext cx="9360" cy="45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4A99E2F-3BB8-B1C1-2E9D-FEF8B49FA7D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816668" y="3175278"/>
                <a:ext cx="216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B3A200C-B03B-67BD-67D4-A81D9BDD4D96}"/>
                  </a:ext>
                </a:extLst>
              </p14:cNvPr>
              <p14:cNvContentPartPr/>
              <p14:nvPr/>
            </p14:nvContentPartPr>
            <p14:xfrm>
              <a:off x="9885068" y="3117318"/>
              <a:ext cx="2880" cy="946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B3A200C-B03B-67BD-67D4-A81D9BDD4D9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878948" y="3111198"/>
                <a:ext cx="15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25D3770-18FC-FF3B-B66E-4E4655E05A90}"/>
                  </a:ext>
                </a:extLst>
              </p14:cNvPr>
              <p14:cNvContentPartPr/>
              <p14:nvPr/>
            </p14:nvContentPartPr>
            <p14:xfrm>
              <a:off x="10283483" y="3130826"/>
              <a:ext cx="93600" cy="1162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25D3770-18FC-FF3B-B66E-4E4655E05A9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277363" y="3124706"/>
                <a:ext cx="1058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F9A238A-95EF-9A31-6BC8-1115C58C1433}"/>
                  </a:ext>
                </a:extLst>
              </p14:cNvPr>
              <p14:cNvContentPartPr/>
              <p14:nvPr/>
            </p14:nvContentPartPr>
            <p14:xfrm>
              <a:off x="10413275" y="3206522"/>
              <a:ext cx="16920" cy="478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F9A238A-95EF-9A31-6BC8-1115C58C143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07155" y="3200402"/>
                <a:ext cx="29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D015539-0A04-DC59-22C3-07CEE56BA0C4}"/>
                  </a:ext>
                </a:extLst>
              </p14:cNvPr>
              <p14:cNvContentPartPr/>
              <p14:nvPr/>
            </p14:nvContentPartPr>
            <p14:xfrm>
              <a:off x="10452155" y="3141002"/>
              <a:ext cx="96120" cy="946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D015539-0A04-DC59-22C3-07CEE56BA0C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46035" y="3134882"/>
                <a:ext cx="108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6AB6BF0-179E-C958-BF5E-D7CB04B464B2}"/>
                  </a:ext>
                </a:extLst>
              </p14:cNvPr>
              <p14:cNvContentPartPr/>
              <p14:nvPr/>
            </p14:nvContentPartPr>
            <p14:xfrm>
              <a:off x="10921319" y="3136652"/>
              <a:ext cx="89640" cy="1267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6AB6BF0-179E-C958-BF5E-D7CB04B464B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915199" y="3130532"/>
                <a:ext cx="101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D7F55968-C6D0-B516-4182-9F4747E03C3E}"/>
                  </a:ext>
                </a:extLst>
              </p14:cNvPr>
              <p14:cNvContentPartPr/>
              <p14:nvPr/>
            </p14:nvContentPartPr>
            <p14:xfrm>
              <a:off x="11054537" y="3204692"/>
              <a:ext cx="19800" cy="525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D7F55968-C6D0-B516-4182-9F4747E03C3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048417" y="3198572"/>
                <a:ext cx="32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FA45390-2E6C-033B-F083-BBDB24AE5B90}"/>
                  </a:ext>
                </a:extLst>
              </p14:cNvPr>
              <p14:cNvContentPartPr/>
              <p14:nvPr/>
            </p14:nvContentPartPr>
            <p14:xfrm>
              <a:off x="11095577" y="3120812"/>
              <a:ext cx="91080" cy="1263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FA45390-2E6C-033B-F083-BBDB24AE5B9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089457" y="3114692"/>
                <a:ext cx="1033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C5BE73C-203C-C488-F540-37C041B17D2D}"/>
                  </a:ext>
                </a:extLst>
              </p14:cNvPr>
              <p14:cNvContentPartPr/>
              <p14:nvPr/>
            </p14:nvContentPartPr>
            <p14:xfrm>
              <a:off x="4394054" y="4878409"/>
              <a:ext cx="9360" cy="123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C5BE73C-203C-C488-F540-37C041B17D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87934" y="4872289"/>
                <a:ext cx="21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805B265-747E-812F-B4F3-B906F07389EA}"/>
                  </a:ext>
                </a:extLst>
              </p14:cNvPr>
              <p14:cNvContentPartPr/>
              <p14:nvPr/>
            </p14:nvContentPartPr>
            <p14:xfrm>
              <a:off x="4448054" y="4957249"/>
              <a:ext cx="4680" cy="547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805B265-747E-812F-B4F3-B906F07389E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41934" y="4951129"/>
                <a:ext cx="1692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B3504DD-FAE8-580D-539F-1D45EA664AFA}"/>
                  </a:ext>
                </a:extLst>
              </p14:cNvPr>
              <p14:cNvContentPartPr/>
              <p14:nvPr/>
            </p14:nvContentPartPr>
            <p14:xfrm>
              <a:off x="4479374" y="4862929"/>
              <a:ext cx="101520" cy="1400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B3504DD-FAE8-580D-539F-1D45EA664A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73254" y="4856809"/>
                <a:ext cx="113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7909194-6C5B-6AE1-A262-0448F4E6994E}"/>
                  </a:ext>
                </a:extLst>
              </p14:cNvPr>
              <p14:cNvContentPartPr/>
              <p14:nvPr/>
            </p14:nvContentPartPr>
            <p14:xfrm>
              <a:off x="5032724" y="4865653"/>
              <a:ext cx="8640" cy="1116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7909194-6C5B-6AE1-A262-0448F4E6994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26604" y="4859533"/>
                <a:ext cx="208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866B492-459A-2EF8-95CD-9A03F2CF6533}"/>
                  </a:ext>
                </a:extLst>
              </p14:cNvPr>
              <p14:cNvContentPartPr/>
              <p14:nvPr/>
            </p14:nvContentPartPr>
            <p14:xfrm>
              <a:off x="5091957" y="4940893"/>
              <a:ext cx="3240" cy="464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866B492-459A-2EF8-95CD-9A03F2CF653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85837" y="4934773"/>
                <a:ext cx="154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2808731-352A-38FC-28A7-011730948659}"/>
                  </a:ext>
                </a:extLst>
              </p14:cNvPr>
              <p14:cNvContentPartPr/>
              <p14:nvPr/>
            </p14:nvContentPartPr>
            <p14:xfrm>
              <a:off x="5137317" y="4856293"/>
              <a:ext cx="15480" cy="1306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2808731-352A-38FC-28A7-0117309486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31197" y="4850173"/>
                <a:ext cx="277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28E84FB-CB51-9A23-0856-9C0AA90A516F}"/>
                  </a:ext>
                </a:extLst>
              </p14:cNvPr>
              <p14:cNvContentPartPr/>
              <p14:nvPr/>
            </p14:nvContentPartPr>
            <p14:xfrm>
              <a:off x="5588190" y="4872356"/>
              <a:ext cx="9360" cy="907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28E84FB-CB51-9A23-0856-9C0AA90A516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82070" y="4866236"/>
                <a:ext cx="216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500CBE3-458E-E96E-614E-BA3A5E49E8AF}"/>
                  </a:ext>
                </a:extLst>
              </p14:cNvPr>
              <p14:cNvContentPartPr/>
              <p14:nvPr/>
            </p14:nvContentPartPr>
            <p14:xfrm>
              <a:off x="5647950" y="4930676"/>
              <a:ext cx="6480" cy="540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500CBE3-458E-E96E-614E-BA3A5E49E8A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41830" y="4924556"/>
                <a:ext cx="187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F8FE3DA-6BB9-6AB4-B7CB-D8EECD15218B}"/>
                  </a:ext>
                </a:extLst>
              </p14:cNvPr>
              <p14:cNvContentPartPr/>
              <p14:nvPr/>
            </p14:nvContentPartPr>
            <p14:xfrm>
              <a:off x="5679270" y="4874516"/>
              <a:ext cx="86760" cy="1044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F8FE3DA-6BB9-6AB4-B7CB-D8EECD15218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73150" y="4868396"/>
                <a:ext cx="990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FEA51B7-946A-7D42-2276-286A0D0B6A42}"/>
                  </a:ext>
                </a:extLst>
              </p14:cNvPr>
              <p14:cNvContentPartPr/>
              <p14:nvPr/>
            </p14:nvContentPartPr>
            <p14:xfrm>
              <a:off x="6201177" y="4868737"/>
              <a:ext cx="13320" cy="1137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FEA51B7-946A-7D42-2276-286A0D0B6A4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195057" y="4862617"/>
                <a:ext cx="25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F7CE3DC-D8D5-E4A6-05F5-3B1CA4BAC7B4}"/>
                  </a:ext>
                </a:extLst>
              </p14:cNvPr>
              <p14:cNvContentPartPr/>
              <p14:nvPr/>
            </p14:nvContentPartPr>
            <p14:xfrm>
              <a:off x="6273897" y="4944697"/>
              <a:ext cx="14400" cy="568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F7CE3DC-D8D5-E4A6-05F5-3B1CA4BAC7B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67777" y="4938577"/>
                <a:ext cx="266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6B42739-A972-946C-3B90-63CDC16C5006}"/>
                  </a:ext>
                </a:extLst>
              </p14:cNvPr>
              <p14:cNvContentPartPr/>
              <p14:nvPr/>
            </p14:nvContentPartPr>
            <p14:xfrm>
              <a:off x="6310977" y="4876297"/>
              <a:ext cx="117000" cy="1098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6B42739-A972-946C-3B90-63CDC16C500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04857" y="4870177"/>
                <a:ext cx="129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CCCECDD-C687-ED6C-E2AA-3C0D44F921AD}"/>
                  </a:ext>
                </a:extLst>
              </p14:cNvPr>
              <p14:cNvContentPartPr/>
              <p14:nvPr/>
            </p14:nvContentPartPr>
            <p14:xfrm>
              <a:off x="6789467" y="4819549"/>
              <a:ext cx="69840" cy="1206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CCCECDD-C687-ED6C-E2AA-3C0D44F921A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83347" y="4813429"/>
                <a:ext cx="820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DD07A60C-E7D4-4889-C063-23D0E58888C8}"/>
                  </a:ext>
                </a:extLst>
              </p14:cNvPr>
              <p14:cNvContentPartPr/>
              <p14:nvPr/>
            </p14:nvContentPartPr>
            <p14:xfrm>
              <a:off x="6909762" y="4890829"/>
              <a:ext cx="13320" cy="489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DD07A60C-E7D4-4889-C063-23D0E58888C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03642" y="4884709"/>
                <a:ext cx="255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BD789438-B5F3-9838-A051-8B10ACCD8974}"/>
                  </a:ext>
                </a:extLst>
              </p14:cNvPr>
              <p14:cNvContentPartPr/>
              <p14:nvPr/>
            </p14:nvContentPartPr>
            <p14:xfrm>
              <a:off x="6959442" y="4819549"/>
              <a:ext cx="100800" cy="990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BD789438-B5F3-9838-A051-8B10ACCD897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53322" y="4813429"/>
                <a:ext cx="1130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2A6FB8A5-0993-1C36-1CCB-ABF0B8C6EAA5}"/>
                  </a:ext>
                </a:extLst>
              </p14:cNvPr>
              <p14:cNvContentPartPr/>
              <p14:nvPr/>
            </p14:nvContentPartPr>
            <p14:xfrm>
              <a:off x="7447242" y="4823149"/>
              <a:ext cx="56880" cy="1256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2A6FB8A5-0993-1C36-1CCB-ABF0B8C6EAA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441122" y="4817029"/>
                <a:ext cx="691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AAC82F8-65E3-4E24-25F8-5669E1852098}"/>
                  </a:ext>
                </a:extLst>
              </p14:cNvPr>
              <p14:cNvContentPartPr/>
              <p14:nvPr/>
            </p14:nvContentPartPr>
            <p14:xfrm>
              <a:off x="7536522" y="4889749"/>
              <a:ext cx="11160" cy="446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AAC82F8-65E3-4E24-25F8-5669E185209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30402" y="4883629"/>
                <a:ext cx="234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9830D303-984D-E114-3F3C-88B4C66C2941}"/>
                  </a:ext>
                </a:extLst>
              </p14:cNvPr>
              <p14:cNvContentPartPr/>
              <p14:nvPr/>
            </p14:nvContentPartPr>
            <p14:xfrm>
              <a:off x="7564962" y="4811269"/>
              <a:ext cx="22680" cy="856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9830D303-984D-E114-3F3C-88B4C66C294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558842" y="4805149"/>
                <a:ext cx="34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78E6C2A-A299-FC2D-8188-F20E144EFB56}"/>
                  </a:ext>
                </a:extLst>
              </p14:cNvPr>
              <p14:cNvContentPartPr/>
              <p14:nvPr/>
            </p14:nvContentPartPr>
            <p14:xfrm>
              <a:off x="8055826" y="4824456"/>
              <a:ext cx="50760" cy="1216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78E6C2A-A299-FC2D-8188-F20E144EFB5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49706" y="4818336"/>
                <a:ext cx="630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20288CFB-982C-D138-2160-81044AE6D74C}"/>
                  </a:ext>
                </a:extLst>
              </p14:cNvPr>
              <p14:cNvContentPartPr/>
              <p14:nvPr/>
            </p14:nvContentPartPr>
            <p14:xfrm>
              <a:off x="8145826" y="4900416"/>
              <a:ext cx="7200" cy="327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20288CFB-982C-D138-2160-81044AE6D74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39706" y="4894296"/>
                <a:ext cx="19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441FFD7-A571-CDC8-311E-D7EB35B21E96}"/>
                  </a:ext>
                </a:extLst>
              </p14:cNvPr>
              <p14:cNvContentPartPr/>
              <p14:nvPr/>
            </p14:nvContentPartPr>
            <p14:xfrm>
              <a:off x="8158426" y="4811496"/>
              <a:ext cx="118080" cy="1040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441FFD7-A571-CDC8-311E-D7EB35B21E9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152306" y="4805376"/>
                <a:ext cx="1303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8B9C96E-006D-4954-ACA2-692CDAE8390B}"/>
                  </a:ext>
                </a:extLst>
              </p14:cNvPr>
              <p14:cNvContentPartPr/>
              <p14:nvPr/>
            </p14:nvContentPartPr>
            <p14:xfrm>
              <a:off x="8645183" y="4805243"/>
              <a:ext cx="87480" cy="12276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8B9C96E-006D-4954-ACA2-692CDAE8390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39063" y="4799123"/>
                <a:ext cx="997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624DFF7-48A0-EF6E-87B4-34DE773B5BA5}"/>
                  </a:ext>
                </a:extLst>
              </p14:cNvPr>
              <p14:cNvContentPartPr/>
              <p14:nvPr/>
            </p14:nvContentPartPr>
            <p14:xfrm>
              <a:off x="8760420" y="4878683"/>
              <a:ext cx="5760" cy="41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624DFF7-48A0-EF6E-87B4-34DE773B5BA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54300" y="4872563"/>
                <a:ext cx="18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026FE52D-47CF-2E16-B7FB-3AC269945C38}"/>
                  </a:ext>
                </a:extLst>
              </p14:cNvPr>
              <p14:cNvContentPartPr/>
              <p14:nvPr/>
            </p14:nvContentPartPr>
            <p14:xfrm>
              <a:off x="8799660" y="4801283"/>
              <a:ext cx="106560" cy="1134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026FE52D-47CF-2E16-B7FB-3AC269945C3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793540" y="4795163"/>
                <a:ext cx="11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B4C61504-3D81-FEA1-BB6C-3CECBC999E8A}"/>
                  </a:ext>
                </a:extLst>
              </p14:cNvPr>
              <p14:cNvContentPartPr/>
              <p14:nvPr/>
            </p14:nvContentPartPr>
            <p14:xfrm>
              <a:off x="9207875" y="4788589"/>
              <a:ext cx="88920" cy="1515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B4C61504-3D81-FEA1-BB6C-3CECBC999E8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201755" y="4782469"/>
                <a:ext cx="1011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7E15347-570C-C241-0827-142D1E5ABA2E}"/>
                  </a:ext>
                </a:extLst>
              </p14:cNvPr>
              <p14:cNvContentPartPr/>
              <p14:nvPr/>
            </p14:nvContentPartPr>
            <p14:xfrm>
              <a:off x="9353315" y="4896949"/>
              <a:ext cx="6840" cy="439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7E15347-570C-C241-0827-142D1E5ABA2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347195" y="4890829"/>
                <a:ext cx="19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A616221-4296-79DF-ACFE-E1A04F4D0656}"/>
                  </a:ext>
                </a:extLst>
              </p14:cNvPr>
              <p14:cNvContentPartPr/>
              <p14:nvPr/>
            </p14:nvContentPartPr>
            <p14:xfrm>
              <a:off x="9419555" y="4804069"/>
              <a:ext cx="360" cy="3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A616221-4296-79DF-ACFE-E1A04F4D065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413435" y="4797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02131B7-4513-396E-EFE4-9FEF9009E903}"/>
                  </a:ext>
                </a:extLst>
              </p14:cNvPr>
              <p14:cNvContentPartPr/>
              <p14:nvPr/>
            </p14:nvContentPartPr>
            <p14:xfrm>
              <a:off x="9399395" y="4795069"/>
              <a:ext cx="77760" cy="1141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02131B7-4513-396E-EFE4-9FEF9009E90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393275" y="4788949"/>
                <a:ext cx="900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067AAA5A-4572-EA21-6B1C-F3B902CC4CF9}"/>
                  </a:ext>
                </a:extLst>
              </p14:cNvPr>
              <p14:cNvContentPartPr/>
              <p14:nvPr/>
            </p14:nvContentPartPr>
            <p14:xfrm>
              <a:off x="9800795" y="4800829"/>
              <a:ext cx="74520" cy="1152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067AAA5A-4572-EA21-6B1C-F3B902CC4CF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94675" y="4794709"/>
                <a:ext cx="867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79C78699-9856-D539-4026-5E7EFE8407FC}"/>
                  </a:ext>
                </a:extLst>
              </p14:cNvPr>
              <p14:cNvContentPartPr/>
              <p14:nvPr/>
            </p14:nvContentPartPr>
            <p14:xfrm>
              <a:off x="9908435" y="4862029"/>
              <a:ext cx="9360" cy="457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79C78699-9856-D539-4026-5E7EFE8407F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02315" y="4855909"/>
                <a:ext cx="216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851A3E1-217B-FCD9-9807-3C4D22E6BAD1}"/>
                  </a:ext>
                </a:extLst>
              </p14:cNvPr>
              <p14:cNvContentPartPr/>
              <p14:nvPr/>
            </p14:nvContentPartPr>
            <p14:xfrm>
              <a:off x="9970715" y="4797949"/>
              <a:ext cx="2880" cy="946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851A3E1-217B-FCD9-9807-3C4D22E6BAD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964595" y="4791829"/>
                <a:ext cx="15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02D3E38-AA18-992A-BE1D-FE38A85A693E}"/>
                  </a:ext>
                </a:extLst>
              </p14:cNvPr>
              <p14:cNvContentPartPr/>
              <p14:nvPr/>
            </p14:nvContentPartPr>
            <p14:xfrm>
              <a:off x="10369130" y="4811457"/>
              <a:ext cx="93600" cy="1162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02D3E38-AA18-992A-BE1D-FE38A85A693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63010" y="4805337"/>
                <a:ext cx="1058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3A83C992-BA10-ABB9-FCA4-FC0BCD8A3283}"/>
                  </a:ext>
                </a:extLst>
              </p14:cNvPr>
              <p14:cNvContentPartPr/>
              <p14:nvPr/>
            </p14:nvContentPartPr>
            <p14:xfrm>
              <a:off x="10498922" y="4887153"/>
              <a:ext cx="16920" cy="478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3A83C992-BA10-ABB9-FCA4-FC0BCD8A328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92802" y="4881033"/>
                <a:ext cx="29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B9671B2-DEDE-9F62-1C02-745EB032DE20}"/>
                  </a:ext>
                </a:extLst>
              </p14:cNvPr>
              <p14:cNvContentPartPr/>
              <p14:nvPr/>
            </p14:nvContentPartPr>
            <p14:xfrm>
              <a:off x="10537802" y="4821633"/>
              <a:ext cx="96120" cy="946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B9671B2-DEDE-9F62-1C02-745EB032DE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531682" y="4815513"/>
                <a:ext cx="10836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9299A126-0376-B3FF-F86B-591F6ABC5484}"/>
                  </a:ext>
                </a:extLst>
              </p14:cNvPr>
              <p14:cNvContentPartPr/>
              <p14:nvPr/>
            </p14:nvContentPartPr>
            <p14:xfrm>
              <a:off x="11006966" y="4817283"/>
              <a:ext cx="89640" cy="12672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9299A126-0376-B3FF-F86B-591F6ABC548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000846" y="4811163"/>
                <a:ext cx="101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4108A66-F181-2D33-910C-8200C4F31E0F}"/>
                  </a:ext>
                </a:extLst>
              </p14:cNvPr>
              <p14:cNvContentPartPr/>
              <p14:nvPr/>
            </p14:nvContentPartPr>
            <p14:xfrm>
              <a:off x="11140184" y="4885323"/>
              <a:ext cx="19800" cy="525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4108A66-F181-2D33-910C-8200C4F31E0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134064" y="4879203"/>
                <a:ext cx="32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3E09593-97E3-AE2E-E0CE-A3B2B6D08CAC}"/>
                  </a:ext>
                </a:extLst>
              </p14:cNvPr>
              <p14:cNvContentPartPr/>
              <p14:nvPr/>
            </p14:nvContentPartPr>
            <p14:xfrm>
              <a:off x="11181224" y="4801443"/>
              <a:ext cx="91080" cy="1263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3E09593-97E3-AE2E-E0CE-A3B2B6D08CA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175104" y="4795323"/>
                <a:ext cx="1033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6F71B766-0475-11E6-6986-B1E9028A6E6A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6F71B766-0475-11E6-6986-B1E9028A6E6A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7181571-D0FF-8822-0581-4C5771E2F93A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7181571-D0FF-8822-0581-4C5771E2F93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D5D58E9-A5BA-925F-6EF4-2DCA477C15EC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D5D58E9-A5BA-925F-6EF4-2DCA477C15EC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02DA37A-7047-ABE5-CE77-F3002DE52D1A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02DA37A-7047-ABE5-CE77-F3002DE52D1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0FDA8E8-94E7-A275-B8A9-CF7009012FD7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0FDA8E8-94E7-A275-B8A9-CF7009012FD7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BF8EB157-A979-10B9-657E-5473D3C7D23F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BF8EB157-A979-10B9-657E-5473D3C7D23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887784E-DD63-C864-F571-DB602F24E1BF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887784E-DD63-C864-F571-DB602F24E1B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6BE0020B-2625-F802-2C41-2ACD5A4CC1DE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6BE0020B-2625-F802-2C41-2ACD5A4CC1DE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1D4D574-3C36-C1A9-8110-3FCFDBFCD6CE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1D4D574-3C36-C1A9-8110-3FCFDBFCD6C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49E98D4-F1B7-58F2-EDDF-C5D0AF4FE778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49E98D4-F1B7-58F2-EDDF-C5D0AF4FE778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6E56E779-E7AC-AB17-DA24-F7E9CB983990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6E56E779-E7AC-AB17-DA24-F7E9CB983990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6191415-19BA-E303-4491-F316291DD054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6191415-19BA-E303-4491-F316291DD054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47270241-A7B5-1085-105E-DEDF63A109FC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47270241-A7B5-1085-105E-DEDF63A109F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958D515-29DD-C587-72A6-F0703844F278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958D515-29DD-C587-72A6-F0703844F278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7C19D45-3415-2054-697E-E1E54365FC7E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7C19D45-3415-2054-697E-E1E54365FC7E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C9D7EF66-6877-6864-F966-1118166D99B9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C9D7EF66-6877-6864-F966-1118166D99B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088CC7F-ED46-014D-3DDD-6507F5763F97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088CC7F-ED46-014D-3DDD-6507F5763F97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45B163E0-BF82-34B0-75D3-713B9333E405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45B163E0-BF82-34B0-75D3-713B9333E40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4DA4B62E-CF43-57DB-23CF-3888226DBD52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4DA4B62E-CF43-57DB-23CF-3888226DBD52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6A2DB98-E825-01DC-18A6-0A1976B0CAB1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6A2DB98-E825-01DC-18A6-0A1976B0CAB1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FC3910A-5820-AB89-0741-CC0EE0BFE5C1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FC3910A-5820-AB89-0741-CC0EE0BFE5C1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55FE3E9-C701-2262-1B15-EE9CC4C4FF08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55FE3E9-C701-2262-1B15-EE9CC4C4FF0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2AB2EFDC-8DCB-C6B3-4D0C-618BA96B9087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2AB2EFDC-8DCB-C6B3-4D0C-618BA96B9087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1FD76C9-376C-0E82-21B5-5C94355FA333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1FD76C9-376C-0E82-21B5-5C94355FA33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EE469127-F1D6-D485-CE42-3E4ABAADA0B4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EE469127-F1D6-D485-CE42-3E4ABAADA0B4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8C15684-3A66-BF35-32D5-CB63A860DF48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8C15684-3A66-BF35-32D5-CB63A860DF48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DAC7919B-A179-8F5B-4254-089ADEEA976D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DAC7919B-A179-8F5B-4254-089ADEEA976D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3A6FB940-803C-5DDF-F6F5-F453938827D2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3A6FB940-803C-5DDF-F6F5-F453938827D2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10F3660-6B20-57DD-8F98-45691F8D4B81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10F3660-6B20-57DD-8F98-45691F8D4B81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478C3E26-C024-1ACD-4185-2A247A5E2FB9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478C3E26-C024-1ACD-4185-2A247A5E2FB9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D7B3212-8AEA-84B6-9438-4068BF515FC6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D7B3212-8AEA-84B6-9438-4068BF515FC6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A1E00C55-74AE-413B-0A47-2F7875AAB685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A1E00C55-74AE-413B-0A47-2F7875AAB68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3C8EBE4F-ABA5-67A2-D14D-A885501DFCC8}"/>
                  </a:ext>
                </a:extLst>
              </p14:cNvPr>
              <p14:cNvContentPartPr/>
              <p14:nvPr/>
            </p14:nvContentPartPr>
            <p14:xfrm>
              <a:off x="2011989" y="1689223"/>
              <a:ext cx="720" cy="99792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3C8EBE4F-ABA5-67A2-D14D-A885501DFCC8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1975989" y="1671223"/>
                <a:ext cx="72000" cy="10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CEB45779-91E0-B4CE-3118-FE6E71673335}"/>
                  </a:ext>
                </a:extLst>
              </p14:cNvPr>
              <p14:cNvContentPartPr/>
              <p14:nvPr/>
            </p14:nvContentPartPr>
            <p14:xfrm>
              <a:off x="1920549" y="2562943"/>
              <a:ext cx="167040" cy="1414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CEB45779-91E0-B4CE-3118-FE6E71673335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902549" y="2544943"/>
                <a:ext cx="2026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DA0E8190-4642-9AA6-B93C-3A3C97B8211F}"/>
                  </a:ext>
                </a:extLst>
              </p14:cNvPr>
              <p14:cNvContentPartPr/>
              <p14:nvPr/>
            </p14:nvContentPartPr>
            <p14:xfrm>
              <a:off x="2760069" y="1683823"/>
              <a:ext cx="1533600" cy="10584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DA0E8190-4642-9AA6-B93C-3A3C97B8211F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2742069" y="1665823"/>
                <a:ext cx="1569240" cy="10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C4904B8-14FE-A734-D3CC-83835873F055}"/>
                  </a:ext>
                </a:extLst>
              </p14:cNvPr>
              <p14:cNvContentPartPr/>
              <p14:nvPr/>
            </p14:nvContentPartPr>
            <p14:xfrm>
              <a:off x="2740989" y="2626303"/>
              <a:ext cx="182880" cy="1440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C4904B8-14FE-A734-D3CC-83835873F055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2722989" y="2608303"/>
                <a:ext cx="2185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66FA0D4-284E-7251-6596-66A07EAA015B}"/>
                  </a:ext>
                </a:extLst>
              </p14:cNvPr>
              <p14:cNvContentPartPr/>
              <p14:nvPr/>
            </p14:nvContentPartPr>
            <p14:xfrm>
              <a:off x="3371173" y="1646299"/>
              <a:ext cx="3326040" cy="11066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66FA0D4-284E-7251-6596-66A07EAA015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353533" y="1628299"/>
                <a:ext cx="3361680" cy="11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4EB647A8-5D51-F24E-61AF-BDCE81DCCF54}"/>
                  </a:ext>
                </a:extLst>
              </p14:cNvPr>
              <p14:cNvContentPartPr/>
              <p14:nvPr/>
            </p14:nvContentPartPr>
            <p14:xfrm>
              <a:off x="3362173" y="2638459"/>
              <a:ext cx="92880" cy="1749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4EB647A8-5D51-F24E-61AF-BDCE81DCCF54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344533" y="2620819"/>
                <a:ext cx="1285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3E6F5139-F900-FBB0-3350-93C41358CBF6}"/>
                  </a:ext>
                </a:extLst>
              </p14:cNvPr>
              <p14:cNvContentPartPr/>
              <p14:nvPr/>
            </p14:nvContentPartPr>
            <p14:xfrm>
              <a:off x="4011600" y="1632429"/>
              <a:ext cx="5046120" cy="11595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3E6F5139-F900-FBB0-3350-93C41358CBF6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993600" y="1614429"/>
                <a:ext cx="5081760" cy="11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ABFCF8A0-1B35-D288-A515-AB029ABDEB40}"/>
                  </a:ext>
                </a:extLst>
              </p14:cNvPr>
              <p14:cNvContentPartPr/>
              <p14:nvPr/>
            </p14:nvContentPartPr>
            <p14:xfrm>
              <a:off x="4001709" y="2695111"/>
              <a:ext cx="150480" cy="1494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ABFCF8A0-1B35-D288-A515-AB029ABDEB40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3983709" y="2677471"/>
                <a:ext cx="1861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A095DEB-7B2F-7F18-3147-8B5A7933ED2F}"/>
                  </a:ext>
                </a:extLst>
              </p14:cNvPr>
              <p14:cNvContentPartPr/>
              <p14:nvPr/>
            </p14:nvContentPartPr>
            <p14:xfrm>
              <a:off x="2706429" y="1635631"/>
              <a:ext cx="1599480" cy="11448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A095DEB-7B2F-7F18-3147-8B5A7933ED2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688429" y="1617631"/>
                <a:ext cx="1635120" cy="11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F34E1248-9ECD-FA6F-D1C1-9BA4EBF4FCFB}"/>
                  </a:ext>
                </a:extLst>
              </p14:cNvPr>
              <p14:cNvContentPartPr/>
              <p14:nvPr/>
            </p14:nvContentPartPr>
            <p14:xfrm>
              <a:off x="4240749" y="2706991"/>
              <a:ext cx="92880" cy="9252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F34E1248-9ECD-FA6F-D1C1-9BA4EBF4FCFB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4223109" y="2688991"/>
                <a:ext cx="1285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0C036C0-5E4E-DD3A-324F-E8CB0751C44F}"/>
                  </a:ext>
                </a:extLst>
              </p14:cNvPr>
              <p14:cNvContentPartPr/>
              <p14:nvPr/>
            </p14:nvContentPartPr>
            <p14:xfrm>
              <a:off x="5023029" y="1660471"/>
              <a:ext cx="720" cy="10836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0C036C0-5E4E-DD3A-324F-E8CB0751C44F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4987029" y="1642471"/>
                <a:ext cx="72000" cy="11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1C60253F-E00A-D863-9489-DAED9F58A05B}"/>
                  </a:ext>
                </a:extLst>
              </p14:cNvPr>
              <p14:cNvContentPartPr/>
              <p14:nvPr/>
            </p14:nvContentPartPr>
            <p14:xfrm>
              <a:off x="4934829" y="2679271"/>
              <a:ext cx="116640" cy="9180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1C60253F-E00A-D863-9489-DAED9F58A05B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4916829" y="2661631"/>
                <a:ext cx="1522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2F86B127-EC75-8484-748D-F5C8DE0A4FB4}"/>
                  </a:ext>
                </a:extLst>
              </p14:cNvPr>
              <p14:cNvContentPartPr/>
              <p14:nvPr/>
            </p14:nvContentPartPr>
            <p14:xfrm>
              <a:off x="5665108" y="1626090"/>
              <a:ext cx="1672560" cy="114480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2F86B127-EC75-8484-748D-F5C8DE0A4FB4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5647108" y="1608090"/>
                <a:ext cx="1708200" cy="11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9CEC43AC-D48B-B1DC-401C-D1C427C30933}"/>
                  </a:ext>
                </a:extLst>
              </p14:cNvPr>
              <p14:cNvContentPartPr/>
              <p14:nvPr/>
            </p14:nvContentPartPr>
            <p14:xfrm>
              <a:off x="5642068" y="2667570"/>
              <a:ext cx="115200" cy="1515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9CEC43AC-D48B-B1DC-401C-D1C427C3093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5624068" y="2649930"/>
                <a:ext cx="1508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AEEB093-B60B-FF59-6A99-B9338AA5B4F0}"/>
                  </a:ext>
                </a:extLst>
              </p14:cNvPr>
              <p14:cNvContentPartPr/>
              <p14:nvPr/>
            </p14:nvContentPartPr>
            <p14:xfrm>
              <a:off x="6338121" y="1637579"/>
              <a:ext cx="3370320" cy="117900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AEEB093-B60B-FF59-6A99-B9338AA5B4F0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6320121" y="1619579"/>
                <a:ext cx="3405960" cy="12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15B3804-22C0-1E6B-1986-9A8CC2B9F064}"/>
                  </a:ext>
                </a:extLst>
              </p14:cNvPr>
              <p14:cNvContentPartPr/>
              <p14:nvPr/>
            </p14:nvContentPartPr>
            <p14:xfrm>
              <a:off x="6339201" y="2734499"/>
              <a:ext cx="77760" cy="1292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15B3804-22C0-1E6B-1986-9A8CC2B9F064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6321561" y="2716859"/>
                <a:ext cx="113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E0A17FB4-8DF8-4836-D2F0-132F6C71E8D4}"/>
                  </a:ext>
                </a:extLst>
              </p14:cNvPr>
              <p14:cNvContentPartPr/>
              <p14:nvPr/>
            </p14:nvContentPartPr>
            <p14:xfrm>
              <a:off x="3351381" y="1540572"/>
              <a:ext cx="3368520" cy="12387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E0A17FB4-8DF8-4836-D2F0-132F6C71E8D4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333381" y="1522572"/>
                <a:ext cx="3404160" cy="12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D336D71-0A4F-330E-148C-8F005A612BE1}"/>
                  </a:ext>
                </a:extLst>
              </p14:cNvPr>
              <p14:cNvContentPartPr/>
              <p14:nvPr/>
            </p14:nvContentPartPr>
            <p14:xfrm>
              <a:off x="6634221" y="2696532"/>
              <a:ext cx="94680" cy="1072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D336D71-0A4F-330E-148C-8F005A612BE1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6616581" y="2678892"/>
                <a:ext cx="1303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353ADB51-BB7D-E3B0-1E87-452D886BE479}"/>
                  </a:ext>
                </a:extLst>
              </p14:cNvPr>
              <p14:cNvContentPartPr/>
              <p14:nvPr/>
            </p14:nvContentPartPr>
            <p14:xfrm>
              <a:off x="5669781" y="1646052"/>
              <a:ext cx="1648440" cy="115272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353ADB51-BB7D-E3B0-1E87-452D886BE479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651781" y="1628052"/>
                <a:ext cx="1684080" cy="11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B598D1B7-2573-9193-7631-DFAECDFA1F45}"/>
                  </a:ext>
                </a:extLst>
              </p14:cNvPr>
              <p14:cNvContentPartPr/>
              <p14:nvPr/>
            </p14:nvContentPartPr>
            <p14:xfrm>
              <a:off x="7202301" y="2680692"/>
              <a:ext cx="124920" cy="13284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B598D1B7-2573-9193-7631-DFAECDFA1F45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184661" y="2662692"/>
                <a:ext cx="1605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187E0E5-3A12-701F-1AEF-5D8C7076611B}"/>
                  </a:ext>
                </a:extLst>
              </p14:cNvPr>
              <p14:cNvContentPartPr/>
              <p14:nvPr/>
            </p14:nvContentPartPr>
            <p14:xfrm>
              <a:off x="7987072" y="1631652"/>
              <a:ext cx="720" cy="111240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187E0E5-3A12-701F-1AEF-5D8C7076611B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951072" y="1613652"/>
                <a:ext cx="72000" cy="11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A2CE00C1-3D9D-587F-0CA4-684F6AC20117}"/>
                  </a:ext>
                </a:extLst>
              </p14:cNvPr>
              <p14:cNvContentPartPr/>
              <p14:nvPr/>
            </p14:nvContentPartPr>
            <p14:xfrm>
              <a:off x="7915072" y="2687892"/>
              <a:ext cx="123120" cy="741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A2CE00C1-3D9D-587F-0CA4-684F6AC20117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897432" y="2669892"/>
                <a:ext cx="1587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6B66FA03-D252-1823-F710-5E53A7508DF6}"/>
                  </a:ext>
                </a:extLst>
              </p14:cNvPr>
              <p14:cNvContentPartPr/>
              <p14:nvPr/>
            </p14:nvContentPartPr>
            <p14:xfrm>
              <a:off x="8730025" y="1651812"/>
              <a:ext cx="1566360" cy="10828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6B66FA03-D252-1823-F710-5E53A7508DF6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8712385" y="1633812"/>
                <a:ext cx="1602000" cy="11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40C24E6-A893-A500-975F-5B40088ECA7F}"/>
                  </a:ext>
                </a:extLst>
              </p14:cNvPr>
              <p14:cNvContentPartPr/>
              <p14:nvPr/>
            </p14:nvContentPartPr>
            <p14:xfrm>
              <a:off x="8722465" y="2642532"/>
              <a:ext cx="130320" cy="1101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40C24E6-A893-A500-975F-5B40088ECA7F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704465" y="2624532"/>
                <a:ext cx="16596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4415A5D9-A0A0-8AC8-2900-1D01835DCAD3}"/>
                  </a:ext>
                </a:extLst>
              </p14:cNvPr>
              <p14:cNvContentPartPr/>
              <p14:nvPr/>
            </p14:nvContentPartPr>
            <p14:xfrm>
              <a:off x="3980849" y="1554558"/>
              <a:ext cx="5055480" cy="127908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4415A5D9-A0A0-8AC8-2900-1D01835DCAD3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962849" y="1536558"/>
                <a:ext cx="5091120" cy="13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76000CCA-986E-D17D-E185-5CAA71ECB491}"/>
                  </a:ext>
                </a:extLst>
              </p14:cNvPr>
              <p14:cNvContentPartPr/>
              <p14:nvPr/>
            </p14:nvContentPartPr>
            <p14:xfrm>
              <a:off x="8937329" y="2727798"/>
              <a:ext cx="156960" cy="14040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76000CCA-986E-D17D-E185-5CAA71ECB491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919689" y="2709798"/>
                <a:ext cx="1926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30B2B1FD-77A6-9EB4-1F0E-7C6A1A9553D0}"/>
                  </a:ext>
                </a:extLst>
              </p14:cNvPr>
              <p14:cNvContentPartPr/>
              <p14:nvPr/>
            </p14:nvContentPartPr>
            <p14:xfrm>
              <a:off x="6335249" y="1634478"/>
              <a:ext cx="3334320" cy="11412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30B2B1FD-77A6-9EB4-1F0E-7C6A1A9553D0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6317249" y="1616478"/>
                <a:ext cx="3369960" cy="11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88679D0B-1F9D-2DB8-6A3B-20E6C5C1959B}"/>
                  </a:ext>
                </a:extLst>
              </p14:cNvPr>
              <p14:cNvContentPartPr/>
              <p14:nvPr/>
            </p14:nvContentPartPr>
            <p14:xfrm>
              <a:off x="9572009" y="2686758"/>
              <a:ext cx="105120" cy="14688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88679D0B-1F9D-2DB8-6A3B-20E6C5C1959B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9554369" y="2669118"/>
                <a:ext cx="1407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D2EFB79B-F071-F2ED-44A3-4E387DC6D7F0}"/>
                  </a:ext>
                </a:extLst>
              </p14:cNvPr>
              <p14:cNvContentPartPr/>
              <p14:nvPr/>
            </p14:nvContentPartPr>
            <p14:xfrm>
              <a:off x="8736089" y="1612878"/>
              <a:ext cx="1530720" cy="11667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D2EFB79B-F071-F2ED-44A3-4E387DC6D7F0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8718089" y="1594878"/>
                <a:ext cx="1566360" cy="12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565084C7-ED55-892C-29B0-6570570F4030}"/>
                  </a:ext>
                </a:extLst>
              </p14:cNvPr>
              <p14:cNvContentPartPr/>
              <p14:nvPr/>
            </p14:nvContentPartPr>
            <p14:xfrm>
              <a:off x="10151249" y="2683158"/>
              <a:ext cx="122400" cy="15804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565084C7-ED55-892C-29B0-6570570F4030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0133249" y="2665158"/>
                <a:ext cx="1580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CBEB6188-937F-2F7A-9217-B123E1A0038C}"/>
                  </a:ext>
                </a:extLst>
              </p14:cNvPr>
              <p14:cNvContentPartPr/>
              <p14:nvPr/>
            </p14:nvContentPartPr>
            <p14:xfrm>
              <a:off x="11022809" y="1679118"/>
              <a:ext cx="720" cy="101412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CBEB6188-937F-2F7A-9217-B123E1A0038C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0986809" y="1661118"/>
                <a:ext cx="72000" cy="10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6FBB2839-A2F1-D5DD-5E04-D7A50E732833}"/>
                  </a:ext>
                </a:extLst>
              </p14:cNvPr>
              <p14:cNvContentPartPr/>
              <p14:nvPr/>
            </p14:nvContentPartPr>
            <p14:xfrm>
              <a:off x="10947569" y="2562198"/>
              <a:ext cx="129240" cy="1447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6FBB2839-A2F1-D5DD-5E04-D7A50E73283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0929569" y="2544198"/>
                <a:ext cx="1648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AC9CC825-E64F-4D99-2E1F-0273595E0A0A}"/>
                  </a:ext>
                </a:extLst>
              </p14:cNvPr>
              <p14:cNvContentPartPr/>
              <p14:nvPr/>
            </p14:nvContentPartPr>
            <p14:xfrm>
              <a:off x="11139036" y="5029560"/>
              <a:ext cx="61920" cy="118656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AC9CC825-E64F-4D99-2E1F-0273595E0A0A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1121036" y="5011560"/>
                <a:ext cx="97560" cy="12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47DCD1C6-A544-0F7F-8921-FAA279CD4A7D}"/>
                  </a:ext>
                </a:extLst>
              </p14:cNvPr>
              <p14:cNvContentPartPr/>
              <p14:nvPr/>
            </p14:nvContentPartPr>
            <p14:xfrm>
              <a:off x="11128956" y="6154560"/>
              <a:ext cx="123840" cy="9576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47DCD1C6-A544-0F7F-8921-FAA279CD4A7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11110956" y="6136560"/>
                <a:ext cx="1594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A4FCC8B-1D35-184C-CA46-BA9CF0717086}"/>
                  </a:ext>
                </a:extLst>
              </p14:cNvPr>
              <p14:cNvContentPartPr/>
              <p14:nvPr/>
            </p14:nvContentPartPr>
            <p14:xfrm>
              <a:off x="2099773" y="5123880"/>
              <a:ext cx="35280" cy="11138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A4FCC8B-1D35-184C-CA46-BA9CF071708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081773" y="5105880"/>
                <a:ext cx="70920" cy="11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F70644BB-84FB-A284-C8C5-58018DF1CAF3}"/>
                  </a:ext>
                </a:extLst>
              </p14:cNvPr>
              <p14:cNvContentPartPr/>
              <p14:nvPr/>
            </p14:nvContentPartPr>
            <p14:xfrm>
              <a:off x="2042893" y="6162120"/>
              <a:ext cx="149760" cy="1080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F70644BB-84FB-A284-C8C5-58018DF1CAF3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024893" y="6144120"/>
                <a:ext cx="1854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17A5EBC-6F17-E654-BC52-61EDF1157B66}"/>
                  </a:ext>
                </a:extLst>
              </p14:cNvPr>
              <p14:cNvContentPartPr/>
              <p14:nvPr/>
            </p14:nvContentPartPr>
            <p14:xfrm rot="388057" flipH="1" flipV="1">
              <a:off x="2801316" y="5055230"/>
              <a:ext cx="1663548" cy="11922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17A5EBC-6F17-E654-BC52-61EDF1157B66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 rot="388057" flipH="1" flipV="1">
                <a:off x="2783676" y="5037231"/>
                <a:ext cx="1699188" cy="1227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9C8FAEEF-9B49-9458-8A95-342DA1313D9D}"/>
                  </a:ext>
                </a:extLst>
              </p14:cNvPr>
              <p14:cNvContentPartPr/>
              <p14:nvPr/>
            </p14:nvContentPartPr>
            <p14:xfrm>
              <a:off x="2915695" y="4833524"/>
              <a:ext cx="1449360" cy="144936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9C8FAEEF-9B49-9458-8A95-342DA1313D9D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897695" y="4815524"/>
                <a:ext cx="1485000" cy="14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212F6CCA-7FDB-477B-62DC-150C67D973C1}"/>
                  </a:ext>
                </a:extLst>
              </p14:cNvPr>
              <p14:cNvContentPartPr/>
              <p14:nvPr/>
            </p14:nvContentPartPr>
            <p14:xfrm>
              <a:off x="2890495" y="6175244"/>
              <a:ext cx="86760" cy="1332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212F6CCA-7FDB-477B-62DC-150C67D973C1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2872495" y="6157604"/>
                <a:ext cx="1224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3D486B09-BD39-A623-289C-32F0DEA8F08C}"/>
                  </a:ext>
                </a:extLst>
              </p14:cNvPr>
              <p14:cNvContentPartPr/>
              <p14:nvPr/>
            </p14:nvContentPartPr>
            <p14:xfrm>
              <a:off x="3508255" y="4990657"/>
              <a:ext cx="3242160" cy="134100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3D486B09-BD39-A623-289C-32F0DEA8F08C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3490615" y="4972657"/>
                <a:ext cx="3277800" cy="13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0E3C20A0-5AD0-F74F-8A60-99A1C3CA99EC}"/>
                  </a:ext>
                </a:extLst>
              </p14:cNvPr>
              <p14:cNvContentPartPr/>
              <p14:nvPr/>
            </p14:nvContentPartPr>
            <p14:xfrm>
              <a:off x="3494935" y="6233017"/>
              <a:ext cx="103680" cy="1206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0E3C20A0-5AD0-F74F-8A60-99A1C3CA99EC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3476935" y="6215017"/>
                <a:ext cx="1393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F82FC02-BDC1-215C-D469-71DE533A5698}"/>
                  </a:ext>
                </a:extLst>
              </p14:cNvPr>
              <p14:cNvContentPartPr/>
              <p14:nvPr/>
            </p14:nvContentPartPr>
            <p14:xfrm>
              <a:off x="4124904" y="4978676"/>
              <a:ext cx="5014800" cy="13125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F82FC02-BDC1-215C-D469-71DE533A569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107264" y="4960676"/>
                <a:ext cx="5050440" cy="13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CD2CDBBF-8809-7ACC-E301-96EEADA3F4A9}"/>
                  </a:ext>
                </a:extLst>
              </p14:cNvPr>
              <p14:cNvContentPartPr/>
              <p14:nvPr/>
            </p14:nvContentPartPr>
            <p14:xfrm>
              <a:off x="4070184" y="6231116"/>
              <a:ext cx="108000" cy="12240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CD2CDBBF-8809-7ACC-E301-96EEADA3F4A9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4052184" y="6213116"/>
                <a:ext cx="14364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D28CCF69-0DE1-6ED9-917E-AA76A5C72C97}"/>
                  </a:ext>
                </a:extLst>
              </p14:cNvPr>
              <p14:cNvContentPartPr/>
              <p14:nvPr/>
            </p14:nvContentPartPr>
            <p14:xfrm>
              <a:off x="5098704" y="5107916"/>
              <a:ext cx="65880" cy="110736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D28CCF69-0DE1-6ED9-917E-AA76A5C72C97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080704" y="5089916"/>
                <a:ext cx="101520" cy="11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5EA0502-3C0C-117C-16DA-20A3C3147E94}"/>
                  </a:ext>
                </a:extLst>
              </p14:cNvPr>
              <p14:cNvContentPartPr/>
              <p14:nvPr/>
            </p14:nvContentPartPr>
            <p14:xfrm>
              <a:off x="5075664" y="6107276"/>
              <a:ext cx="207000" cy="13752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5EA0502-3C0C-117C-16DA-20A3C3147E94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057664" y="6089636"/>
                <a:ext cx="2426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2110247C-733A-263C-4ADC-5B19ADDB3000}"/>
                  </a:ext>
                </a:extLst>
              </p14:cNvPr>
              <p14:cNvContentPartPr/>
              <p14:nvPr/>
            </p14:nvContentPartPr>
            <p14:xfrm>
              <a:off x="8132064" y="5020796"/>
              <a:ext cx="720" cy="119448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2110247C-733A-263C-4ADC-5B19ADDB3000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8096064" y="5002796"/>
                <a:ext cx="72000" cy="12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23E446C1-01EE-DF53-C0BF-0C06AAA50478}"/>
                  </a:ext>
                </a:extLst>
              </p14:cNvPr>
              <p14:cNvContentPartPr/>
              <p14:nvPr/>
            </p14:nvContentPartPr>
            <p14:xfrm>
              <a:off x="8067624" y="6143636"/>
              <a:ext cx="157680" cy="7776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23E446C1-01EE-DF53-C0BF-0C06AAA5047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8049984" y="6125996"/>
                <a:ext cx="1933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F6BF8568-731E-B51E-8C88-5AC50113C6FF}"/>
                  </a:ext>
                </a:extLst>
              </p14:cNvPr>
              <p14:cNvContentPartPr/>
              <p14:nvPr/>
            </p14:nvContentPartPr>
            <p14:xfrm>
              <a:off x="5833824" y="5035916"/>
              <a:ext cx="1598400" cy="119484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F6BF8568-731E-B51E-8C88-5AC50113C6FF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816184" y="5017916"/>
                <a:ext cx="1634040" cy="12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4BBB165E-B1B6-2F46-8FCB-9114F7221484}"/>
                  </a:ext>
                </a:extLst>
              </p14:cNvPr>
              <p14:cNvContentPartPr/>
              <p14:nvPr/>
            </p14:nvContentPartPr>
            <p14:xfrm>
              <a:off x="5795304" y="6123836"/>
              <a:ext cx="140760" cy="15012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4BBB165E-B1B6-2F46-8FCB-9114F7221484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777304" y="6106196"/>
                <a:ext cx="1764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A113A026-ABD8-9506-B368-8540EF436D79}"/>
                  </a:ext>
                </a:extLst>
              </p14:cNvPr>
              <p14:cNvContentPartPr/>
              <p14:nvPr/>
            </p14:nvContentPartPr>
            <p14:xfrm>
              <a:off x="6490104" y="4956716"/>
              <a:ext cx="3245040" cy="135468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A113A026-ABD8-9506-B368-8540EF436D79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472104" y="4938716"/>
                <a:ext cx="3280680" cy="13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ACE4386D-959B-2A29-95AB-7D9F32ABC912}"/>
                  </a:ext>
                </a:extLst>
              </p14:cNvPr>
              <p14:cNvContentPartPr/>
              <p14:nvPr/>
            </p14:nvContentPartPr>
            <p14:xfrm>
              <a:off x="6462744" y="6192236"/>
              <a:ext cx="134280" cy="14112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ACE4386D-959B-2A29-95AB-7D9F32ABC91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445104" y="6174596"/>
                <a:ext cx="1699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6AE16933-74D0-2F6F-F8D5-87576398B398}"/>
                  </a:ext>
                </a:extLst>
              </p14:cNvPr>
              <p14:cNvContentPartPr/>
              <p14:nvPr/>
            </p14:nvContentPartPr>
            <p14:xfrm>
              <a:off x="3399504" y="5024036"/>
              <a:ext cx="3464280" cy="122760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6AE16933-74D0-2F6F-F8D5-87576398B398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3381504" y="5006036"/>
                <a:ext cx="3499920" cy="12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F81DA131-BD40-D6C0-8AF3-290AB5C9847F}"/>
                  </a:ext>
                </a:extLst>
              </p14:cNvPr>
              <p14:cNvContentPartPr/>
              <p14:nvPr/>
            </p14:nvContentPartPr>
            <p14:xfrm>
              <a:off x="6806544" y="6182516"/>
              <a:ext cx="96840" cy="12672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F81DA131-BD40-D6C0-8AF3-290AB5C9847F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6788544" y="6164876"/>
                <a:ext cx="1324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AD3BBBEA-17C5-2A72-EECA-5FFA049EA1A2}"/>
                  </a:ext>
                </a:extLst>
              </p14:cNvPr>
              <p14:cNvContentPartPr/>
              <p14:nvPr/>
            </p14:nvContentPartPr>
            <p14:xfrm>
              <a:off x="5854344" y="5049596"/>
              <a:ext cx="1611360" cy="12294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AD3BBBEA-17C5-2A72-EECA-5FFA049EA1A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5836344" y="5031596"/>
                <a:ext cx="1647000" cy="12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FAE89442-5275-C289-5ED1-7B84B46B5AF1}"/>
                  </a:ext>
                </a:extLst>
              </p14:cNvPr>
              <p14:cNvContentPartPr/>
              <p14:nvPr/>
            </p14:nvContentPartPr>
            <p14:xfrm>
              <a:off x="7374984" y="6152636"/>
              <a:ext cx="94320" cy="17892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FAE89442-5275-C289-5ED1-7B84B46B5AF1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7356984" y="6134996"/>
                <a:ext cx="1299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B4E0299B-9466-D676-8C57-250AC04AF39A}"/>
                  </a:ext>
                </a:extLst>
              </p14:cNvPr>
              <p14:cNvContentPartPr/>
              <p14:nvPr/>
            </p14:nvContentPartPr>
            <p14:xfrm>
              <a:off x="8916504" y="5016476"/>
              <a:ext cx="1469880" cy="125532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B4E0299B-9466-D676-8C57-250AC04AF39A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8898504" y="4998476"/>
                <a:ext cx="1505520" cy="12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D847B545-1962-5AFD-778C-80277802E76F}"/>
                  </a:ext>
                </a:extLst>
              </p14:cNvPr>
              <p14:cNvContentPartPr/>
              <p14:nvPr/>
            </p14:nvContentPartPr>
            <p14:xfrm>
              <a:off x="8895264" y="6164156"/>
              <a:ext cx="117720" cy="13572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D847B545-1962-5AFD-778C-80277802E76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877624" y="6146156"/>
                <a:ext cx="153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0B910E54-E11C-8527-50EF-44A3DF1FF2E5}"/>
                  </a:ext>
                </a:extLst>
              </p14:cNvPr>
              <p14:cNvContentPartPr/>
              <p14:nvPr/>
            </p14:nvContentPartPr>
            <p14:xfrm>
              <a:off x="3953904" y="5040236"/>
              <a:ext cx="5263560" cy="127620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0B910E54-E11C-8527-50EF-44A3DF1FF2E5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3935904" y="5022236"/>
                <a:ext cx="5299200" cy="13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852FEBB2-F1FB-859B-DB54-C205ADA3F121}"/>
                  </a:ext>
                </a:extLst>
              </p14:cNvPr>
              <p14:cNvContentPartPr/>
              <p14:nvPr/>
            </p14:nvContentPartPr>
            <p14:xfrm>
              <a:off x="9137544" y="6191516"/>
              <a:ext cx="98280" cy="18396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852FEBB2-F1FB-859B-DB54-C205ADA3F121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9119904" y="6173516"/>
                <a:ext cx="133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44B05CEF-09A0-F6C8-9C61-35935E197F39}"/>
                  </a:ext>
                </a:extLst>
              </p14:cNvPr>
              <p14:cNvContentPartPr/>
              <p14:nvPr/>
            </p14:nvContentPartPr>
            <p14:xfrm>
              <a:off x="6501264" y="4891556"/>
              <a:ext cx="3375360" cy="139032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44B05CEF-09A0-F6C8-9C61-35935E197F39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6483264" y="4873556"/>
                <a:ext cx="3411000" cy="14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C4836D52-4B26-5BC8-6ABB-72D4B3E3B4C5}"/>
                  </a:ext>
                </a:extLst>
              </p14:cNvPr>
              <p14:cNvContentPartPr/>
              <p14:nvPr/>
            </p14:nvContentPartPr>
            <p14:xfrm>
              <a:off x="9799944" y="6134276"/>
              <a:ext cx="95400" cy="20052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C4836D52-4B26-5BC8-6ABB-72D4B3E3B4C5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9782304" y="6116276"/>
                <a:ext cx="1310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9236A121-C708-7BD5-E6D6-128F5F5D7224}"/>
                  </a:ext>
                </a:extLst>
              </p14:cNvPr>
              <p14:cNvContentPartPr/>
              <p14:nvPr/>
            </p14:nvContentPartPr>
            <p14:xfrm>
              <a:off x="8765304" y="4989836"/>
              <a:ext cx="1663200" cy="132660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9236A121-C708-7BD5-E6D6-128F5F5D7224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8747304" y="4971836"/>
                <a:ext cx="1698840" cy="13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057AEAC9-C2BB-B020-DB88-DA6C81FF5D7A}"/>
                  </a:ext>
                </a:extLst>
              </p14:cNvPr>
              <p14:cNvContentPartPr/>
              <p14:nvPr/>
            </p14:nvContentPartPr>
            <p14:xfrm>
              <a:off x="10304664" y="6141476"/>
              <a:ext cx="116640" cy="1796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057AEAC9-C2BB-B020-DB88-DA6C81FF5D7A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10286664" y="6123476"/>
                <a:ext cx="15228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485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6AE2-38DA-7E76-61A8-874F8C16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741D2613-4744-115D-6FCF-DF848C56F140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1FF2E-EB0A-4D72-C306-C03B4FFD1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dirty="0"/>
              <a:t>DIST:  07.0 (</a:t>
            </a:r>
            <a:r>
              <a:rPr lang="en-US" dirty="0">
                <a:ea typeface="+mj-lt"/>
                <a:cs typeface="+mj-lt"/>
              </a:rPr>
              <a:t>student_dist_block_cyclic_1d blk</a:t>
            </a:r>
            <a:r>
              <a:rPr lang="en-US" dirty="0"/>
              <a:t>=2)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6F9F96-4C84-3F9C-998B-E6102E20F23E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AB5C1D-5BB7-620F-CD95-8A37362BA8C9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B36C7-AFF9-B909-A328-7875BCD27648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209BA6-2A98-B1B8-2C7F-9CADA73CD279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C95DEF-0636-35A5-299C-48A0EA37C22A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9F42D4-0F25-E0F9-4345-48AC4AC53467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C40C6A-0ECD-36AE-7592-ACEECB11C75F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7F8CC7-7C7A-5405-9802-6AF8FAF09AE0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0E75E9-7AE5-BB88-C0DE-63D2DF003AB8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8E0B5-9485-9391-B401-D3BD0893AA3A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F814F4-6BDB-A772-3A44-82C8AB439F1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F45C6-D4B6-CF7A-51ED-E28E75355592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BFDF6D-6724-CA52-36EC-FE493D72D73E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B3AB6D-20F0-AF55-C408-E544083ED55E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80B19D-61C8-B37E-D0F3-BAF0306DB606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0853C52-9CF4-8E43-7A05-D3FCD7C4672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67EE47-FBF5-AB59-FF77-60240895B36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38D34C6-35C2-423E-EB14-45F4BED7A7E4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ED8A92-3148-F24C-98A1-D1406A801CC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859F5A1-B29D-2E0C-914F-1F16A699784E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CA3A6-1D4B-1314-B89A-7D3B36CB89CB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39D519-234E-A755-915B-81022F2DC81C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A91B8AE-2DE7-1666-E683-7C48806E231A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F0EE52-D824-DCE0-FCE3-76CD28F9B79E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553D309-106F-4976-1664-C0046897ED40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3310AE-E23D-6E5A-A115-DA58EBB76978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12E38D-0629-E295-C117-C9533207D8AB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53FB5FC-C947-D28A-E5E7-10EB8606F8F2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4946CDC-64DF-57AF-3226-5234233E3DEA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C601E50-3EA4-E7A5-2C4B-567127F66DCC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0E5E298-8FDD-00D7-FB8B-3EE557A6F908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668CF9F-6F3C-33C5-5866-D4CB3B7A39D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46A7546-3C5B-05D3-E52E-78C8A58DADC8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77970B7-0BD7-57C1-369B-05BEAAE26C29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72C106-0788-46AE-4069-64C0B4C5B57E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A794B10-ACBD-C829-7B08-ADF23A87307A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664DAC9-2985-D916-89F3-706623DD12D6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44B4D17-1045-F1D5-79EA-88325CCF456D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918E9C6-8FB9-8E68-9AFF-F3D335AC71A4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67B7CAF-831C-9BFF-3A5F-F81E6013E903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50E8BFC-70B4-C643-EA8A-BA706E5AF7F4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739994C-B50D-A7BB-2CD2-433BC3D1658C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11F801-58A9-D4EE-B6AB-10185001C7A8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2954AA9-4BD9-FB8F-4C84-E475E966740A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2C13186-63A6-7149-8E1F-BB914C1E6B13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3DF93C2-AFE4-BC90-7633-917EC4025C72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F264E9-534A-457E-273D-4481E6897CEB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4F020F4-0E4F-9CC7-869E-1C332CE5EF49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94F86C8-EE05-BBF7-B2F8-600C60F8C2A4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488B4F1-A718-2E2D-7577-53E7AF470725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30E1F76-476E-26C5-6133-AD210CB90C28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0F82E34-3915-6540-BB4A-ECF97F2A8312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E35E7EE-AFCA-8045-81EE-A0C0E274BA5E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AC7AE89-8127-7A82-879C-3A9CD4B26951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1F0F954-A79F-3A98-C4FC-EE69C3D07059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B58A107-DD6B-0D78-D3D2-6FEB6936726E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1FC084A-2DF1-65AF-324D-206A50D53B17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0625551-4F02-30A2-930C-2F6A7CB61B5C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434495D-DEAB-4397-D880-72F03AFD6465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D56BF2-F5B3-480D-5B97-F3B22736187B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C8095FB-E732-B950-5031-56C1B83FA485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7B1F593-FE33-AF2E-2DBB-CEBCA4636C1D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D4B9696-BB65-707A-77C1-173BD77E72F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60D9843-A4C0-1A4E-A60F-ABA4EA54A00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C6E0191-822B-42AA-07C5-DC7A82036C45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638E9A2-98C5-9B12-DC14-EC68FBE2894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A2BB45C-9DC7-C383-39F4-A85F84C5A9F6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AA5781C-51CD-226B-D804-B27B75603CD1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47F922F-EE7B-F958-74C8-DA1FCF4F5507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6011631-DDD5-444A-B066-3E4311550935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92131C-C475-AC59-A440-D9FC5B37F5A7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89F390-1787-750E-BB35-1A5F47F5D3D9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7224D36-B65E-1F38-C281-4CA5CA22F962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20E1FD5-7EAC-A9FE-B049-C16165C27200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2658A6-917A-7426-A1FE-1841F608932E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BE5382-D109-CB61-E8BA-1625DAA0EB9F}"/>
              </a:ext>
            </a:extLst>
          </p:cNvPr>
          <p:cNvSpPr txBox="1"/>
          <p:nvPr/>
        </p:nvSpPr>
        <p:spPr>
          <a:xfrm>
            <a:off x="4880086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546959B-8A63-170E-FFCE-0DDF4770BCE5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2CA94A-C7BC-853B-23EC-37CECD100021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733684-DE0B-8EBA-DEF1-1FB140031AD3}"/>
              </a:ext>
            </a:extLst>
          </p:cNvPr>
          <p:cNvGrpSpPr/>
          <p:nvPr/>
        </p:nvGrpSpPr>
        <p:grpSpPr>
          <a:xfrm>
            <a:off x="1809953" y="3071393"/>
            <a:ext cx="336600" cy="137880"/>
            <a:chOff x="1874324" y="3052859"/>
            <a:chExt cx="336600" cy="1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C34A1A-FCD1-BA73-6D2F-37198BE07B19}"/>
                    </a:ext>
                  </a:extLst>
                </p14:cNvPr>
                <p14:cNvContentPartPr/>
                <p14:nvPr/>
              </p14:nvContentPartPr>
              <p14:xfrm>
                <a:off x="1874324" y="3061139"/>
                <a:ext cx="74520" cy="118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C34A1A-FCD1-BA73-6D2F-37198BE07B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68204" y="3055019"/>
                  <a:ext cx="86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9C1A802-4458-EE27-8121-A137DC1A635A}"/>
                    </a:ext>
                  </a:extLst>
                </p14:cNvPr>
                <p14:cNvContentPartPr/>
                <p14:nvPr/>
              </p14:nvContentPartPr>
              <p14:xfrm>
                <a:off x="1970084" y="3132419"/>
                <a:ext cx="5400" cy="57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9C1A802-4458-EE27-8121-A137DC1A63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3964" y="3126299"/>
                  <a:ext cx="17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70EF93-E72F-20CC-AAAC-5C404A90E545}"/>
                    </a:ext>
                  </a:extLst>
                </p14:cNvPr>
                <p14:cNvContentPartPr/>
                <p14:nvPr/>
              </p14:nvContentPartPr>
              <p14:xfrm>
                <a:off x="2009684" y="3052859"/>
                <a:ext cx="64800" cy="108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70EF93-E72F-20CC-AAAC-5C404A90E5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03564" y="3046739"/>
                  <a:ext cx="77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67669B1-A8FD-CC50-2CA7-8A2BD7189B2F}"/>
                    </a:ext>
                  </a:extLst>
                </p14:cNvPr>
                <p14:cNvContentPartPr/>
                <p14:nvPr/>
              </p14:nvContentPartPr>
              <p14:xfrm>
                <a:off x="2105804" y="3132059"/>
                <a:ext cx="7200" cy="58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67669B1-A8FD-CC50-2CA7-8A2BD7189B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99684" y="3125939"/>
                  <a:ext cx="19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B581A4-D691-3D6F-29F1-BAD2FC6F8CE3}"/>
                    </a:ext>
                  </a:extLst>
                </p14:cNvPr>
                <p14:cNvContentPartPr/>
                <p14:nvPr/>
              </p14:nvContentPartPr>
              <p14:xfrm>
                <a:off x="2136764" y="3057539"/>
                <a:ext cx="74160" cy="11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B581A4-D691-3D6F-29F1-BAD2FC6F8C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30644" y="3051419"/>
                  <a:ext cx="864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7A4E854-8859-DACE-7435-D6018E76033B}"/>
              </a:ext>
            </a:extLst>
          </p:cNvPr>
          <p:cNvGrpSpPr/>
          <p:nvPr/>
        </p:nvGrpSpPr>
        <p:grpSpPr>
          <a:xfrm>
            <a:off x="2467456" y="3061313"/>
            <a:ext cx="302400" cy="163440"/>
            <a:chOff x="2502524" y="3057179"/>
            <a:chExt cx="302400" cy="16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2F35DDD-11DF-30C3-3622-EF9F1ACD90A8}"/>
                    </a:ext>
                  </a:extLst>
                </p14:cNvPr>
                <p14:cNvContentPartPr/>
                <p14:nvPr/>
              </p14:nvContentPartPr>
              <p14:xfrm>
                <a:off x="2502524" y="3087059"/>
                <a:ext cx="59760" cy="11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2F35DDD-11DF-30C3-3622-EF9F1ACD90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96404" y="3080939"/>
                  <a:ext cx="72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717C49-AE4B-83C9-656E-AA4D965464C8}"/>
                    </a:ext>
                  </a:extLst>
                </p14:cNvPr>
                <p14:cNvContentPartPr/>
                <p14:nvPr/>
              </p14:nvContentPartPr>
              <p14:xfrm>
                <a:off x="2604404" y="3147539"/>
                <a:ext cx="3600" cy="6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717C49-AE4B-83C9-656E-AA4D965464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98284" y="3141419"/>
                  <a:ext cx="15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675A9A-4967-001F-D38B-2847DEFF3292}"/>
                    </a:ext>
                  </a:extLst>
                </p14:cNvPr>
                <p14:cNvContentPartPr/>
                <p14:nvPr/>
              </p14:nvContentPartPr>
              <p14:xfrm>
                <a:off x="2633924" y="3081659"/>
                <a:ext cx="68760" cy="105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675A9A-4967-001F-D38B-2847DEFF329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7804" y="3075539"/>
                  <a:ext cx="81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E53410-57C5-35C6-A516-C46A5268BFD3}"/>
                    </a:ext>
                  </a:extLst>
                </p14:cNvPr>
                <p14:cNvContentPartPr/>
                <p14:nvPr/>
              </p14:nvContentPartPr>
              <p14:xfrm>
                <a:off x="2729324" y="3164099"/>
                <a:ext cx="9720" cy="56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E53410-57C5-35C6-A516-C46A5268BF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3204" y="3157979"/>
                  <a:ext cx="21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8E0B3A8-C69C-1020-CA86-230DDB864751}"/>
                    </a:ext>
                  </a:extLst>
                </p14:cNvPr>
                <p14:cNvContentPartPr/>
                <p14:nvPr/>
              </p14:nvContentPartPr>
              <p14:xfrm>
                <a:off x="2778644" y="3057179"/>
                <a:ext cx="26280" cy="13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8E0B3A8-C69C-1020-CA86-230DDB8647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2524" y="3051059"/>
                  <a:ext cx="3852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A995C7F-1F21-7E22-B907-B2A19E171EA9}"/>
                  </a:ext>
                </a:extLst>
              </p14:cNvPr>
              <p14:cNvContentPartPr/>
              <p14:nvPr/>
            </p14:nvContentPartPr>
            <p14:xfrm>
              <a:off x="2961156" y="2079563"/>
              <a:ext cx="720" cy="3623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A995C7F-1F21-7E22-B907-B2A19E171EA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48916" y="20734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5C46A15-F5BE-80C0-FB6F-F9627E0B0D4C}"/>
                  </a:ext>
                </a:extLst>
              </p14:cNvPr>
              <p14:cNvContentPartPr/>
              <p14:nvPr/>
            </p14:nvContentPartPr>
            <p14:xfrm>
              <a:off x="5307545" y="2077342"/>
              <a:ext cx="720" cy="36234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5C46A15-F5BE-80C0-FB6F-F9627E0B0D4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95305" y="2071222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68D1F75-3395-E05B-F763-1B5779B63755}"/>
                  </a:ext>
                </a:extLst>
              </p14:cNvPr>
              <p14:cNvContentPartPr/>
              <p14:nvPr/>
            </p14:nvContentPartPr>
            <p14:xfrm>
              <a:off x="7751386" y="2067993"/>
              <a:ext cx="720" cy="3623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68D1F75-3395-E05B-F763-1B5779B637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39146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695A1AA-0388-432F-49ED-D1F0038D1C2C}"/>
                  </a:ext>
                </a:extLst>
              </p14:cNvPr>
              <p14:cNvContentPartPr/>
              <p14:nvPr/>
            </p14:nvContentPartPr>
            <p14:xfrm>
              <a:off x="3063014" y="3086262"/>
              <a:ext cx="62280" cy="1260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695A1AA-0388-432F-49ED-D1F0038D1C2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6894" y="3080142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BE9B1588-4F35-C41F-C590-0E9D08B3BB77}"/>
                  </a:ext>
                </a:extLst>
              </p14:cNvPr>
              <p14:cNvContentPartPr/>
              <p14:nvPr/>
            </p14:nvContentPartPr>
            <p14:xfrm>
              <a:off x="3703094" y="3076902"/>
              <a:ext cx="61200" cy="1105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BE9B1588-4F35-C41F-C590-0E9D08B3BB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96974" y="3070782"/>
                <a:ext cx="7344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8FCEDF1-D1F3-55FB-10A4-F6A3B7EE405E}"/>
              </a:ext>
            </a:extLst>
          </p:cNvPr>
          <p:cNvGrpSpPr/>
          <p:nvPr/>
        </p:nvGrpSpPr>
        <p:grpSpPr>
          <a:xfrm>
            <a:off x="5469655" y="3053107"/>
            <a:ext cx="51120" cy="138960"/>
            <a:chOff x="5469655" y="3053107"/>
            <a:chExt cx="5112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6FB4408-9495-71E7-0AE9-DAFADFBEAF2D}"/>
                    </a:ext>
                  </a:extLst>
                </p14:cNvPr>
                <p14:cNvContentPartPr/>
                <p14:nvPr/>
              </p14:nvContentPartPr>
              <p14:xfrm>
                <a:off x="5469655" y="3053107"/>
                <a:ext cx="12240" cy="114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6FB4408-9495-71E7-0AE9-DAFADFBEAF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3535" y="3046987"/>
                  <a:ext cx="24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D5659E-C822-DDFF-07F2-80B8E1EBA273}"/>
                    </a:ext>
                  </a:extLst>
                </p14:cNvPr>
                <p14:cNvContentPartPr/>
                <p14:nvPr/>
              </p14:nvContentPartPr>
              <p14:xfrm>
                <a:off x="5518975" y="3161827"/>
                <a:ext cx="1800" cy="30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D5659E-C822-DDFF-07F2-80B8E1EBA2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12855" y="3155707"/>
                  <a:ext cx="140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AAFF68C-8ED3-4B70-BF11-F4DAA6B0F5A7}"/>
              </a:ext>
            </a:extLst>
          </p:cNvPr>
          <p:cNvGrpSpPr/>
          <p:nvPr/>
        </p:nvGrpSpPr>
        <p:grpSpPr>
          <a:xfrm>
            <a:off x="6117361" y="3081750"/>
            <a:ext cx="47520" cy="119160"/>
            <a:chOff x="6117361" y="3081750"/>
            <a:chExt cx="4752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CB1FED-A56F-6F8F-4E9F-9215BFC4C15D}"/>
                    </a:ext>
                  </a:extLst>
                </p14:cNvPr>
                <p14:cNvContentPartPr/>
                <p14:nvPr/>
              </p14:nvContentPartPr>
              <p14:xfrm>
                <a:off x="6117361" y="3081750"/>
                <a:ext cx="10800" cy="102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CB1FED-A56F-6F8F-4E9F-9215BFC4C1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11241" y="3075630"/>
                  <a:ext cx="23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8B8204B-F0E1-FA93-2F5D-215703EC8C31}"/>
                    </a:ext>
                  </a:extLst>
                </p14:cNvPr>
                <p14:cNvContentPartPr/>
                <p14:nvPr/>
              </p14:nvContentPartPr>
              <p14:xfrm>
                <a:off x="6162361" y="3165270"/>
                <a:ext cx="2520" cy="35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8B8204B-F0E1-FA93-2F5D-215703EC8C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56241" y="3159150"/>
                  <a:ext cx="147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6ACDE55-DA3B-B498-1698-B9D1D16EA34C}"/>
              </a:ext>
            </a:extLst>
          </p:cNvPr>
          <p:cNvGrpSpPr/>
          <p:nvPr/>
        </p:nvGrpSpPr>
        <p:grpSpPr>
          <a:xfrm>
            <a:off x="7853623" y="3103525"/>
            <a:ext cx="78480" cy="112680"/>
            <a:chOff x="7853623" y="3103525"/>
            <a:chExt cx="7848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EEC75EE-C9CB-1305-9657-AC895CCEEABC}"/>
                    </a:ext>
                  </a:extLst>
                </p14:cNvPr>
                <p14:cNvContentPartPr/>
                <p14:nvPr/>
              </p14:nvContentPartPr>
              <p14:xfrm>
                <a:off x="7853623" y="3103525"/>
                <a:ext cx="35280" cy="97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EEC75EE-C9CB-1305-9657-AC895CCEEA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47503" y="3097405"/>
                  <a:ext cx="47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6FC3372-A224-4DAB-6409-601354039F73}"/>
                    </a:ext>
                  </a:extLst>
                </p14:cNvPr>
                <p14:cNvContentPartPr/>
                <p14:nvPr/>
              </p14:nvContentPartPr>
              <p14:xfrm>
                <a:off x="7929943" y="3177325"/>
                <a:ext cx="2160" cy="38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6FC3372-A224-4DAB-6409-601354039F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23823" y="3171205"/>
                  <a:ext cx="144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9CF97B6-0BEF-0D42-9976-20991253BF82}"/>
                  </a:ext>
                </a:extLst>
              </p14:cNvPr>
              <p14:cNvContentPartPr/>
              <p14:nvPr/>
            </p14:nvContentPartPr>
            <p14:xfrm>
              <a:off x="9693137" y="3121225"/>
              <a:ext cx="54000" cy="81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9CF97B6-0BEF-0D42-9976-20991253BF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87017" y="3115105"/>
                <a:ext cx="66240" cy="9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5486E43-BCFC-5FE3-A5B6-074A37E05D36}"/>
              </a:ext>
            </a:extLst>
          </p:cNvPr>
          <p:cNvGrpSpPr/>
          <p:nvPr/>
        </p:nvGrpSpPr>
        <p:grpSpPr>
          <a:xfrm>
            <a:off x="10270181" y="3119053"/>
            <a:ext cx="98280" cy="85680"/>
            <a:chOff x="10270181" y="3119053"/>
            <a:chExt cx="9828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CC38625-84CF-B6FD-1137-1964DDDAAB99}"/>
                    </a:ext>
                  </a:extLst>
                </p14:cNvPr>
                <p14:cNvContentPartPr/>
                <p14:nvPr/>
              </p14:nvContentPartPr>
              <p14:xfrm>
                <a:off x="10270181" y="3119053"/>
                <a:ext cx="39240" cy="82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CC38625-84CF-B6FD-1137-1964DDDAAB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64061" y="3112933"/>
                  <a:ext cx="51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D686F15-2BA7-1251-28C2-AA7214F1E8D9}"/>
                    </a:ext>
                  </a:extLst>
                </p14:cNvPr>
                <p14:cNvContentPartPr/>
                <p14:nvPr/>
              </p14:nvContentPartPr>
              <p14:xfrm>
                <a:off x="10355501" y="3170533"/>
                <a:ext cx="12960" cy="34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D686F15-2BA7-1251-28C2-AA7214F1E8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49381" y="3164413"/>
                  <a:ext cx="2520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0854DE4-E296-072D-E743-D990EE78A950}"/>
                  </a:ext>
                </a:extLst>
              </p14:cNvPr>
              <p14:cNvContentPartPr/>
              <p14:nvPr/>
            </p14:nvContentPartPr>
            <p14:xfrm>
              <a:off x="9779501" y="3169813"/>
              <a:ext cx="10440" cy="349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0854DE4-E296-072D-E743-D990EE78A95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773381" y="3163693"/>
                <a:ext cx="2268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BD085F7-ED5B-5CC9-FE14-AC89B50DFA17}"/>
              </a:ext>
            </a:extLst>
          </p:cNvPr>
          <p:cNvGrpSpPr/>
          <p:nvPr/>
        </p:nvGrpSpPr>
        <p:grpSpPr>
          <a:xfrm>
            <a:off x="3160803" y="3107837"/>
            <a:ext cx="56160" cy="110520"/>
            <a:chOff x="3160803" y="3107837"/>
            <a:chExt cx="5616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BE0C216-D658-99EF-F6C3-B329761F67D0}"/>
                    </a:ext>
                  </a:extLst>
                </p14:cNvPr>
                <p14:cNvContentPartPr/>
                <p14:nvPr/>
              </p14:nvContentPartPr>
              <p14:xfrm>
                <a:off x="3160803" y="3175157"/>
                <a:ext cx="10440" cy="43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BE0C216-D658-99EF-F6C3-B329761F67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54683" y="3169037"/>
                  <a:ext cx="22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BD389D4-567C-45C2-8438-3CD0B3BEA3CC}"/>
                    </a:ext>
                  </a:extLst>
                </p14:cNvPr>
                <p14:cNvContentPartPr/>
                <p14:nvPr/>
              </p14:nvContentPartPr>
              <p14:xfrm>
                <a:off x="3204723" y="3107837"/>
                <a:ext cx="12240" cy="84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BD389D4-567C-45C2-8438-3CD0B3BEA3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98603" y="3101717"/>
                  <a:ext cx="2448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449C753-37D3-E9FF-5DCA-B0CA0A2507DD}"/>
              </a:ext>
            </a:extLst>
          </p:cNvPr>
          <p:cNvGrpSpPr/>
          <p:nvPr/>
        </p:nvGrpSpPr>
        <p:grpSpPr>
          <a:xfrm>
            <a:off x="3795483" y="3104597"/>
            <a:ext cx="41760" cy="108720"/>
            <a:chOff x="3795483" y="3104597"/>
            <a:chExt cx="4176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05171F3-2DA2-40A2-ED3D-152592EC0C12}"/>
                    </a:ext>
                  </a:extLst>
                </p14:cNvPr>
                <p14:cNvContentPartPr/>
                <p14:nvPr/>
              </p14:nvContentPartPr>
              <p14:xfrm>
                <a:off x="3795483" y="3179477"/>
                <a:ext cx="3600" cy="33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05171F3-2DA2-40A2-ED3D-152592EC0C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89363" y="3173357"/>
                  <a:ext cx="15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088A5DC-FF9A-2940-482B-AF8D935A62D4}"/>
                    </a:ext>
                  </a:extLst>
                </p14:cNvPr>
                <p14:cNvContentPartPr/>
                <p14:nvPr/>
              </p14:nvContentPartPr>
              <p14:xfrm>
                <a:off x="3831123" y="3104597"/>
                <a:ext cx="6120" cy="83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088A5DC-FF9A-2940-482B-AF8D935A62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25003" y="3098477"/>
                  <a:ext cx="1836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B1822FC-7F33-9DD3-D284-915A9B9F55D8}"/>
                  </a:ext>
                </a:extLst>
              </p14:cNvPr>
              <p14:cNvContentPartPr/>
              <p14:nvPr/>
            </p14:nvContentPartPr>
            <p14:xfrm>
              <a:off x="3265512" y="3166464"/>
              <a:ext cx="2160" cy="234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B1822FC-7F33-9DD3-D284-915A9B9F55D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59392" y="3160344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E18E664-1C5C-7D64-435D-43E6A1280E1A}"/>
                  </a:ext>
                </a:extLst>
              </p14:cNvPr>
              <p14:cNvContentPartPr/>
              <p14:nvPr/>
            </p14:nvContentPartPr>
            <p14:xfrm>
              <a:off x="3880032" y="3176544"/>
              <a:ext cx="2880" cy="162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E18E664-1C5C-7D64-435D-43E6A1280E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73912" y="3170424"/>
                <a:ext cx="1512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05336F4-C2E8-6C9F-0AEB-3EEE6FE23798}"/>
              </a:ext>
            </a:extLst>
          </p:cNvPr>
          <p:cNvGrpSpPr/>
          <p:nvPr/>
        </p:nvGrpSpPr>
        <p:grpSpPr>
          <a:xfrm>
            <a:off x="4913095" y="3055987"/>
            <a:ext cx="170057" cy="152237"/>
            <a:chOff x="4913095" y="3055987"/>
            <a:chExt cx="170057" cy="15223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941AC86-DCB4-3701-D5F4-78E0E0BFF01B}"/>
                    </a:ext>
                  </a:extLst>
                </p14:cNvPr>
                <p14:cNvContentPartPr/>
                <p14:nvPr/>
              </p14:nvContentPartPr>
              <p14:xfrm>
                <a:off x="4913095" y="3055987"/>
                <a:ext cx="5760" cy="114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941AC86-DCB4-3701-D5F4-78E0E0BFF0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06975" y="3049867"/>
                  <a:ext cx="18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3E99116-0552-C315-AF56-D2E216D8F098}"/>
                    </a:ext>
                  </a:extLst>
                </p14:cNvPr>
                <p14:cNvContentPartPr/>
                <p14:nvPr/>
              </p14:nvContentPartPr>
              <p14:xfrm>
                <a:off x="4957375" y="3169387"/>
                <a:ext cx="7920" cy="26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3E99116-0552-C315-AF56-D2E216D8F0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51255" y="3163267"/>
                  <a:ext cx="20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99E0655-CEF2-7020-5F52-44ED2A564376}"/>
                    </a:ext>
                  </a:extLst>
                </p14:cNvPr>
                <p14:cNvContentPartPr/>
                <p14:nvPr/>
              </p14:nvContentPartPr>
              <p14:xfrm>
                <a:off x="4992072" y="3067104"/>
                <a:ext cx="51120" cy="114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99E0655-CEF2-7020-5F52-44ED2A5643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85952" y="3060984"/>
                  <a:ext cx="63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E509572-4504-986A-56E0-EADBF1FB3737}"/>
                    </a:ext>
                  </a:extLst>
                </p14:cNvPr>
                <p14:cNvContentPartPr/>
                <p14:nvPr/>
              </p14:nvContentPartPr>
              <p14:xfrm>
                <a:off x="5071632" y="3163944"/>
                <a:ext cx="11520" cy="44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E509572-4504-986A-56E0-EADBF1FB373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65512" y="3157824"/>
                  <a:ext cx="2376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7AB964D-D6FE-BC38-E68A-20256496E3DE}"/>
                  </a:ext>
                </a:extLst>
              </p14:cNvPr>
              <p14:cNvContentPartPr/>
              <p14:nvPr/>
            </p14:nvContentPartPr>
            <p14:xfrm>
              <a:off x="3297293" y="3081415"/>
              <a:ext cx="55800" cy="108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7AB964D-D6FE-BC38-E68A-20256496E3D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91173" y="3075295"/>
                <a:ext cx="68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C9A4211C-92F4-32FC-AFE0-48811C631287}"/>
                  </a:ext>
                </a:extLst>
              </p14:cNvPr>
              <p14:cNvContentPartPr/>
              <p14:nvPr/>
            </p14:nvContentPartPr>
            <p14:xfrm>
              <a:off x="3925133" y="3083215"/>
              <a:ext cx="6840" cy="9036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C9A4211C-92F4-32FC-AFE0-48811C63128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19013" y="3077095"/>
                <a:ext cx="1908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B31FB49-4142-109E-FC67-54FE5233EA5B}"/>
              </a:ext>
            </a:extLst>
          </p:cNvPr>
          <p:cNvGrpSpPr/>
          <p:nvPr/>
        </p:nvGrpSpPr>
        <p:grpSpPr>
          <a:xfrm>
            <a:off x="4252135" y="3054907"/>
            <a:ext cx="224376" cy="122760"/>
            <a:chOff x="4252135" y="3054907"/>
            <a:chExt cx="224376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E6A5DB-899F-9FC4-F459-95ED1480C283}"/>
                    </a:ext>
                  </a:extLst>
                </p14:cNvPr>
                <p14:cNvContentPartPr/>
                <p14:nvPr/>
              </p14:nvContentPartPr>
              <p14:xfrm>
                <a:off x="4252135" y="3054907"/>
                <a:ext cx="10440" cy="114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E6A5DB-899F-9FC4-F459-95ED1480C2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46015" y="3048787"/>
                  <a:ext cx="22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3588579-C7DC-F5AC-6CD5-AAECB4238600}"/>
                    </a:ext>
                  </a:extLst>
                </p14:cNvPr>
                <p14:cNvContentPartPr/>
                <p14:nvPr/>
              </p14:nvContentPartPr>
              <p14:xfrm>
                <a:off x="4304335" y="3150307"/>
                <a:ext cx="1440" cy="27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3588579-C7DC-F5AC-6CD5-AAECB423860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98215" y="3144187"/>
                  <a:ext cx="13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197355C-400C-767B-E63C-B8E046013D46}"/>
                    </a:ext>
                  </a:extLst>
                </p14:cNvPr>
                <p14:cNvContentPartPr/>
                <p14:nvPr/>
              </p14:nvContentPartPr>
              <p14:xfrm>
                <a:off x="4332552" y="3065664"/>
                <a:ext cx="50760" cy="95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197355C-400C-767B-E63C-B8E046013D4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26432" y="3059544"/>
                  <a:ext cx="6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9291278-DC3E-521D-2B22-AB9EBDFC721B}"/>
                    </a:ext>
                  </a:extLst>
                </p14:cNvPr>
                <p14:cNvContentPartPr/>
                <p14:nvPr/>
              </p14:nvContentPartPr>
              <p14:xfrm>
                <a:off x="4404552" y="3141984"/>
                <a:ext cx="5760" cy="34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9291278-DC3E-521D-2B22-AB9EBDFC72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98432" y="3135864"/>
                  <a:ext cx="18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7841BDC-8144-C1B8-AFAF-FF4DA80832EB}"/>
                    </a:ext>
                  </a:extLst>
                </p14:cNvPr>
                <p14:cNvContentPartPr/>
                <p14:nvPr/>
              </p14:nvContentPartPr>
              <p14:xfrm>
                <a:off x="4428991" y="3059807"/>
                <a:ext cx="47520" cy="93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7841BDC-8144-C1B8-AFAF-FF4DA80832E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22871" y="3053687"/>
                  <a:ext cx="5976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6E7D0B6-CCA5-EC7A-4C08-7EEFF92F912C}"/>
                  </a:ext>
                </a:extLst>
              </p14:cNvPr>
              <p14:cNvContentPartPr/>
              <p14:nvPr/>
            </p14:nvContentPartPr>
            <p14:xfrm>
              <a:off x="5124511" y="3067007"/>
              <a:ext cx="15480" cy="921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6E7D0B6-CCA5-EC7A-4C08-7EEFF92F912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118391" y="3060887"/>
                <a:ext cx="2772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FA2FC10-AD5B-4E19-7314-ECE0CA5F095B}"/>
              </a:ext>
            </a:extLst>
          </p:cNvPr>
          <p:cNvGrpSpPr/>
          <p:nvPr/>
        </p:nvGrpSpPr>
        <p:grpSpPr>
          <a:xfrm>
            <a:off x="5567935" y="3049715"/>
            <a:ext cx="140400" cy="129600"/>
            <a:chOff x="5567935" y="3049715"/>
            <a:chExt cx="14040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2752C9F-EABE-B9A0-9820-F7CD48EB1D72}"/>
                    </a:ext>
                  </a:extLst>
                </p14:cNvPr>
                <p14:cNvContentPartPr/>
                <p14:nvPr/>
              </p14:nvContentPartPr>
              <p14:xfrm>
                <a:off x="5567935" y="3058715"/>
                <a:ext cx="18000" cy="107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2752C9F-EABE-B9A0-9820-F7CD48EB1D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61815" y="3052595"/>
                  <a:ext cx="30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1F0B6C8-D87F-2752-FFCE-FDE7C78B8D03}"/>
                    </a:ext>
                  </a:extLst>
                </p14:cNvPr>
                <p14:cNvContentPartPr/>
                <p14:nvPr/>
              </p14:nvContentPartPr>
              <p14:xfrm>
                <a:off x="5621575" y="3140075"/>
                <a:ext cx="3960" cy="392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1F0B6C8-D87F-2752-FFCE-FDE7C78B8D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15455" y="3133955"/>
                  <a:ext cx="16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D55F53C-0D85-2436-B2DE-03B14A6FD785}"/>
                    </a:ext>
                  </a:extLst>
                </p14:cNvPr>
                <p14:cNvContentPartPr/>
                <p14:nvPr/>
              </p14:nvContentPartPr>
              <p14:xfrm>
                <a:off x="5651095" y="3049715"/>
                <a:ext cx="57240" cy="112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D55F53C-0D85-2436-B2DE-03B14A6FD7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44975" y="3043595"/>
                  <a:ext cx="6948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3AEA5AF-CBF2-0FA3-71C5-0DC424A8B90A}"/>
              </a:ext>
            </a:extLst>
          </p:cNvPr>
          <p:cNvGrpSpPr/>
          <p:nvPr/>
        </p:nvGrpSpPr>
        <p:grpSpPr>
          <a:xfrm>
            <a:off x="6218067" y="3072973"/>
            <a:ext cx="129960" cy="124560"/>
            <a:chOff x="6218067" y="3072973"/>
            <a:chExt cx="12996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32DF092-CA6B-888F-7AA4-31B828A289DB}"/>
                    </a:ext>
                  </a:extLst>
                </p14:cNvPr>
                <p14:cNvContentPartPr/>
                <p14:nvPr/>
              </p14:nvContentPartPr>
              <p14:xfrm>
                <a:off x="6218067" y="3080173"/>
                <a:ext cx="19440" cy="109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32DF092-CA6B-888F-7AA4-31B828A289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11947" y="3074053"/>
                  <a:ext cx="31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870FE78-6E01-2CE2-DDF6-B2F717BAB79B}"/>
                    </a:ext>
                  </a:extLst>
                </p14:cNvPr>
                <p14:cNvContentPartPr/>
                <p14:nvPr/>
              </p14:nvContentPartPr>
              <p14:xfrm>
                <a:off x="6286827" y="3155413"/>
                <a:ext cx="4320" cy="421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870FE78-6E01-2CE2-DDF6-B2F717BAB7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80707" y="3149293"/>
                  <a:ext cx="16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E461BC6-E829-91C0-D7BA-14A1E027F152}"/>
                    </a:ext>
                  </a:extLst>
                </p14:cNvPr>
                <p14:cNvContentPartPr/>
                <p14:nvPr/>
              </p14:nvContentPartPr>
              <p14:xfrm>
                <a:off x="6328947" y="3072973"/>
                <a:ext cx="19080" cy="111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E461BC6-E829-91C0-D7BA-14A1E027F15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22827" y="3066853"/>
                  <a:ext cx="313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9440EF2-3212-3F34-B2D2-E826D6E81409}"/>
              </a:ext>
            </a:extLst>
          </p:cNvPr>
          <p:cNvGrpSpPr/>
          <p:nvPr/>
        </p:nvGrpSpPr>
        <p:grpSpPr>
          <a:xfrm>
            <a:off x="6695729" y="3089763"/>
            <a:ext cx="277362" cy="123845"/>
            <a:chOff x="6695729" y="3089763"/>
            <a:chExt cx="277362" cy="1238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EE92565-57E1-1414-1158-182388C67212}"/>
                    </a:ext>
                  </a:extLst>
                </p14:cNvPr>
                <p14:cNvContentPartPr/>
                <p14:nvPr/>
              </p14:nvContentPartPr>
              <p14:xfrm>
                <a:off x="6695729" y="3090128"/>
                <a:ext cx="45360" cy="1004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EE92565-57E1-1414-1158-182388C6721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9609" y="3084008"/>
                  <a:ext cx="57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E68C641-FC61-C1E6-22E1-CD5B1F2CCDD2}"/>
                    </a:ext>
                  </a:extLst>
                </p14:cNvPr>
                <p14:cNvContentPartPr/>
                <p14:nvPr/>
              </p14:nvContentPartPr>
              <p14:xfrm>
                <a:off x="6777089" y="3172928"/>
                <a:ext cx="3960" cy="40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E68C641-FC61-C1E6-22E1-CD5B1F2CCD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70969" y="3166808"/>
                  <a:ext cx="16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6721476-638A-D328-9464-766056B6E2F5}"/>
                    </a:ext>
                  </a:extLst>
                </p14:cNvPr>
                <p14:cNvContentPartPr/>
                <p14:nvPr/>
              </p14:nvContentPartPr>
              <p14:xfrm>
                <a:off x="6805691" y="3089763"/>
                <a:ext cx="53280" cy="109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6721476-638A-D328-9464-766056B6E2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99571" y="3083643"/>
                  <a:ext cx="65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E13CD27-E745-2892-B1AA-4A78CFC5FC47}"/>
                    </a:ext>
                  </a:extLst>
                </p14:cNvPr>
                <p14:cNvContentPartPr/>
                <p14:nvPr/>
              </p14:nvContentPartPr>
              <p14:xfrm>
                <a:off x="6889571" y="3160323"/>
                <a:ext cx="1800" cy="39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E13CD27-E745-2892-B1AA-4A78CFC5FC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3451" y="3154203"/>
                  <a:ext cx="14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0ED0831-6EBC-8B27-82FD-0108FBD2148F}"/>
                    </a:ext>
                  </a:extLst>
                </p14:cNvPr>
                <p14:cNvContentPartPr/>
                <p14:nvPr/>
              </p14:nvContentPartPr>
              <p14:xfrm>
                <a:off x="6906131" y="3089763"/>
                <a:ext cx="66960" cy="97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0ED0831-6EBC-8B27-82FD-0108FBD214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00011" y="3083643"/>
                  <a:ext cx="7920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A86D1DC-6834-7D9A-70E0-C107F1F7A8FF}"/>
              </a:ext>
            </a:extLst>
          </p:cNvPr>
          <p:cNvGrpSpPr/>
          <p:nvPr/>
        </p:nvGrpSpPr>
        <p:grpSpPr>
          <a:xfrm>
            <a:off x="7343729" y="3078603"/>
            <a:ext cx="248922" cy="136445"/>
            <a:chOff x="7343729" y="3078603"/>
            <a:chExt cx="248922" cy="1364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5B3F6A0-D67E-98E2-3253-C516576A441B}"/>
                    </a:ext>
                  </a:extLst>
                </p14:cNvPr>
                <p14:cNvContentPartPr/>
                <p14:nvPr/>
              </p14:nvContentPartPr>
              <p14:xfrm>
                <a:off x="7343729" y="3098408"/>
                <a:ext cx="37800" cy="114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5B3F6A0-D67E-98E2-3253-C516576A441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37609" y="3092288"/>
                  <a:ext cx="50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662EDBF-724A-124C-3254-004616836EC7}"/>
                    </a:ext>
                  </a:extLst>
                </p14:cNvPr>
                <p14:cNvContentPartPr/>
                <p14:nvPr/>
              </p14:nvContentPartPr>
              <p14:xfrm>
                <a:off x="7410329" y="3186608"/>
                <a:ext cx="4680" cy="28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662EDBF-724A-124C-3254-004616836EC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04209" y="3180488"/>
                  <a:ext cx="16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02579AF-D7F5-356A-943B-EFCAE929AFB8}"/>
                    </a:ext>
                  </a:extLst>
                </p14:cNvPr>
                <p14:cNvContentPartPr/>
                <p14:nvPr/>
              </p14:nvContentPartPr>
              <p14:xfrm>
                <a:off x="7434971" y="3079683"/>
                <a:ext cx="58680" cy="1191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02579AF-D7F5-356A-943B-EFCAE929AFB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28851" y="3073563"/>
                  <a:ext cx="70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F311C0-A661-68F3-88BE-AA78FFA11164}"/>
                    </a:ext>
                  </a:extLst>
                </p14:cNvPr>
                <p14:cNvContentPartPr/>
                <p14:nvPr/>
              </p14:nvContentPartPr>
              <p14:xfrm>
                <a:off x="7536851" y="3157083"/>
                <a:ext cx="2160" cy="49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F311C0-A661-68F3-88BE-AA78FFA111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30731" y="3150963"/>
                  <a:ext cx="14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10A45C9-8DDA-9E11-879D-3FF4704B6A15}"/>
                    </a:ext>
                  </a:extLst>
                </p14:cNvPr>
                <p14:cNvContentPartPr/>
                <p14:nvPr/>
              </p14:nvContentPartPr>
              <p14:xfrm>
                <a:off x="7572851" y="3078603"/>
                <a:ext cx="19800" cy="106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10A45C9-8DDA-9E11-879D-3FF4704B6A1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566731" y="3072483"/>
                  <a:ext cx="3204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A41AB1E-C7D1-21D9-F54F-0A021B7CDA44}"/>
              </a:ext>
            </a:extLst>
          </p:cNvPr>
          <p:cNvGrpSpPr/>
          <p:nvPr/>
        </p:nvGrpSpPr>
        <p:grpSpPr>
          <a:xfrm>
            <a:off x="7984889" y="3085370"/>
            <a:ext cx="180000" cy="113760"/>
            <a:chOff x="7984889" y="3085370"/>
            <a:chExt cx="18000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F8A0846-9F40-EE09-8E8C-7D3B0BC81F4A}"/>
                    </a:ext>
                  </a:extLst>
                </p14:cNvPr>
                <p14:cNvContentPartPr/>
                <p14:nvPr/>
              </p14:nvContentPartPr>
              <p14:xfrm>
                <a:off x="7984889" y="3090770"/>
                <a:ext cx="12240" cy="92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F8A0846-9F40-EE09-8E8C-7D3B0BC81F4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978769" y="3084650"/>
                  <a:ext cx="24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E864AD2-E9CB-D28A-7ACE-1B80A5E7181B}"/>
                    </a:ext>
                  </a:extLst>
                </p14:cNvPr>
                <p14:cNvContentPartPr/>
                <p14:nvPr/>
              </p14:nvContentPartPr>
              <p14:xfrm>
                <a:off x="8062289" y="3150170"/>
                <a:ext cx="1800" cy="48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E864AD2-E9CB-D28A-7ACE-1B80A5E7181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056169" y="3144050"/>
                  <a:ext cx="14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5338587-A07E-4BED-170E-DACE4DB091EF}"/>
                    </a:ext>
                  </a:extLst>
                </p14:cNvPr>
                <p14:cNvContentPartPr/>
                <p14:nvPr/>
              </p14:nvContentPartPr>
              <p14:xfrm>
                <a:off x="8097569" y="3085370"/>
                <a:ext cx="67320" cy="100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5338587-A07E-4BED-170E-DACE4DB091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1449" y="3079250"/>
                  <a:ext cx="795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5A33C46-B0F0-7296-7F2B-55499453ABCA}"/>
              </a:ext>
            </a:extLst>
          </p:cNvPr>
          <p:cNvGrpSpPr/>
          <p:nvPr/>
        </p:nvGrpSpPr>
        <p:grpSpPr>
          <a:xfrm>
            <a:off x="8527036" y="3091850"/>
            <a:ext cx="172813" cy="125374"/>
            <a:chOff x="8527036" y="3091850"/>
            <a:chExt cx="172813" cy="12537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2DE5BB3-973B-72E8-90B0-B11D39AC315B}"/>
                    </a:ext>
                  </a:extLst>
                </p14:cNvPr>
                <p14:cNvContentPartPr/>
                <p14:nvPr/>
              </p14:nvContentPartPr>
              <p14:xfrm>
                <a:off x="8527036" y="3092664"/>
                <a:ext cx="39600" cy="111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2DE5BB3-973B-72E8-90B0-B11D39AC315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20916" y="3086544"/>
                  <a:ext cx="51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0B9C7EA-9C06-EE8E-2F73-0885F1BE694B}"/>
                    </a:ext>
                  </a:extLst>
                </p14:cNvPr>
                <p14:cNvContentPartPr/>
                <p14:nvPr/>
              </p14:nvContentPartPr>
              <p14:xfrm>
                <a:off x="8593996" y="3181584"/>
                <a:ext cx="6480" cy="35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0B9C7EA-9C06-EE8E-2F73-0885F1BE69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87876" y="3175464"/>
                  <a:ext cx="18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20B231A-7732-8EE2-8957-627426270111}"/>
                    </a:ext>
                  </a:extLst>
                </p14:cNvPr>
                <p14:cNvContentPartPr/>
                <p14:nvPr/>
              </p14:nvContentPartPr>
              <p14:xfrm>
                <a:off x="8634689" y="3091850"/>
                <a:ext cx="19440" cy="94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20B231A-7732-8EE2-8957-62742627011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28569" y="3085730"/>
                  <a:ext cx="31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8CE70BB-1D52-A131-4882-31F590838BD0}"/>
                    </a:ext>
                  </a:extLst>
                </p14:cNvPr>
                <p14:cNvContentPartPr/>
                <p14:nvPr/>
              </p14:nvContentPartPr>
              <p14:xfrm>
                <a:off x="8690849" y="3155930"/>
                <a:ext cx="9000" cy="57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8CE70BB-1D52-A131-4882-31F590838BD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84729" y="3149810"/>
                  <a:ext cx="2124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2172F22-49E9-0786-594F-43DDAE8F13B9}"/>
                  </a:ext>
                </a:extLst>
              </p14:cNvPr>
              <p14:cNvContentPartPr/>
              <p14:nvPr/>
            </p14:nvContentPartPr>
            <p14:xfrm>
              <a:off x="8733925" y="3083271"/>
              <a:ext cx="24480" cy="936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2172F22-49E9-0786-594F-43DDAE8F13B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27805" y="3077151"/>
                <a:ext cx="3672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5B44C58-BE02-9270-110D-3EF42B7817CA}"/>
              </a:ext>
            </a:extLst>
          </p:cNvPr>
          <p:cNvGrpSpPr/>
          <p:nvPr/>
        </p:nvGrpSpPr>
        <p:grpSpPr>
          <a:xfrm>
            <a:off x="9088846" y="3117068"/>
            <a:ext cx="296889" cy="131111"/>
            <a:chOff x="9088846" y="3117068"/>
            <a:chExt cx="296889" cy="13111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CEE6C10-0CBD-C709-5652-AF191C166323}"/>
                    </a:ext>
                  </a:extLst>
                </p14:cNvPr>
                <p14:cNvContentPartPr/>
                <p14:nvPr/>
              </p14:nvContentPartPr>
              <p14:xfrm>
                <a:off x="9088846" y="3129739"/>
                <a:ext cx="66240" cy="108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CEE6C10-0CBD-C709-5652-AF191C16632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82726" y="3123619"/>
                  <a:ext cx="78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C02D459-1FF9-C4F2-7ACA-4608983CE6C0}"/>
                    </a:ext>
                  </a:extLst>
                </p14:cNvPr>
                <p14:cNvContentPartPr/>
                <p14:nvPr/>
              </p14:nvContentPartPr>
              <p14:xfrm>
                <a:off x="9178486" y="3209299"/>
                <a:ext cx="7920" cy="38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C02D459-1FF9-C4F2-7ACA-4608983CE6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72366" y="3203179"/>
                  <a:ext cx="20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7EAB0E-19DC-DE48-8A57-AA2823AE4376}"/>
                    </a:ext>
                  </a:extLst>
                </p14:cNvPr>
                <p14:cNvContentPartPr/>
                <p14:nvPr/>
              </p14:nvContentPartPr>
              <p14:xfrm>
                <a:off x="9214375" y="3132908"/>
                <a:ext cx="54000" cy="1080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7EAB0E-19DC-DE48-8A57-AA2823AE43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08255" y="3126788"/>
                  <a:ext cx="66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776E9E3-516A-1FB5-A684-BF662272B664}"/>
                    </a:ext>
                  </a:extLst>
                </p14:cNvPr>
                <p14:cNvContentPartPr/>
                <p14:nvPr/>
              </p14:nvContentPartPr>
              <p14:xfrm>
                <a:off x="9303295" y="3189428"/>
                <a:ext cx="1440" cy="50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776E9E3-516A-1FB5-A684-BF662272B66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97175" y="3183308"/>
                  <a:ext cx="13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584E37-0D8C-29EA-17AB-F928B742C5D3}"/>
                    </a:ext>
                  </a:extLst>
                </p14:cNvPr>
                <p14:cNvContentPartPr/>
                <p14:nvPr/>
              </p14:nvContentPartPr>
              <p14:xfrm>
                <a:off x="9327415" y="3117068"/>
                <a:ext cx="58320" cy="102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584E37-0D8C-29EA-17AB-F928B742C5D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21295" y="3110948"/>
                  <a:ext cx="705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E849A94-B684-83E7-F972-854E84F0B843}"/>
              </a:ext>
            </a:extLst>
          </p:cNvPr>
          <p:cNvGrpSpPr/>
          <p:nvPr/>
        </p:nvGrpSpPr>
        <p:grpSpPr>
          <a:xfrm>
            <a:off x="9826094" y="3084138"/>
            <a:ext cx="141480" cy="115200"/>
            <a:chOff x="9826094" y="3084138"/>
            <a:chExt cx="14148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47C9C42-FD65-ABD0-E2DD-C115CC3AB6E8}"/>
                    </a:ext>
                  </a:extLst>
                </p14:cNvPr>
                <p14:cNvContentPartPr/>
                <p14:nvPr/>
              </p14:nvContentPartPr>
              <p14:xfrm>
                <a:off x="9826094" y="3091698"/>
                <a:ext cx="47520" cy="914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47C9C42-FD65-ABD0-E2DD-C115CC3AB6E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19974" y="3085578"/>
                  <a:ext cx="59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5CD5AC5-A932-EB7A-0291-8F1B2E640DD8}"/>
                    </a:ext>
                  </a:extLst>
                </p14:cNvPr>
                <p14:cNvContentPartPr/>
                <p14:nvPr/>
              </p14:nvContentPartPr>
              <p14:xfrm>
                <a:off x="9910694" y="3144258"/>
                <a:ext cx="1080" cy="55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5CD5AC5-A932-EB7A-0291-8F1B2E640D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904574" y="3138138"/>
                  <a:ext cx="13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7FE6D92-44C8-DEEF-C484-DC1904824C6A}"/>
                    </a:ext>
                  </a:extLst>
                </p14:cNvPr>
                <p14:cNvContentPartPr/>
                <p14:nvPr/>
              </p14:nvContentPartPr>
              <p14:xfrm>
                <a:off x="9953894" y="3084138"/>
                <a:ext cx="13680" cy="96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7FE6D92-44C8-DEEF-C484-DC1904824C6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47774" y="3078018"/>
                  <a:ext cx="25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FECFF3B-6B2E-878A-EDB0-14025ADC8781}"/>
              </a:ext>
            </a:extLst>
          </p:cNvPr>
          <p:cNvGrpSpPr/>
          <p:nvPr/>
        </p:nvGrpSpPr>
        <p:grpSpPr>
          <a:xfrm>
            <a:off x="10407952" y="3094451"/>
            <a:ext cx="133200" cy="113400"/>
            <a:chOff x="10407952" y="3094451"/>
            <a:chExt cx="13320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13779B1-130E-26B9-931D-F1100E5A782C}"/>
                    </a:ext>
                  </a:extLst>
                </p14:cNvPr>
                <p14:cNvContentPartPr/>
                <p14:nvPr/>
              </p14:nvContentPartPr>
              <p14:xfrm>
                <a:off x="10407952" y="3094451"/>
                <a:ext cx="6120" cy="96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13779B1-130E-26B9-931D-F1100E5A78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401832" y="3088331"/>
                  <a:ext cx="18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45306F5-98C3-0BE4-497F-1D72932ADD14}"/>
                    </a:ext>
                  </a:extLst>
                </p14:cNvPr>
                <p14:cNvContentPartPr/>
                <p14:nvPr/>
              </p14:nvContentPartPr>
              <p14:xfrm>
                <a:off x="10445752" y="3159971"/>
                <a:ext cx="5040" cy="47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45306F5-98C3-0BE4-497F-1D72932ADD1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439632" y="3153851"/>
                  <a:ext cx="17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2832025-8340-D58E-05D7-81698DEC8FE5}"/>
                    </a:ext>
                  </a:extLst>
                </p14:cNvPr>
                <p14:cNvContentPartPr/>
                <p14:nvPr/>
              </p14:nvContentPartPr>
              <p14:xfrm>
                <a:off x="10481392" y="3100571"/>
                <a:ext cx="59760" cy="102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2832025-8340-D58E-05D7-81698DEC8FE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475272" y="3094451"/>
                  <a:ext cx="7200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4901541-9194-83B0-16E1-141B0E8072B7}"/>
              </a:ext>
            </a:extLst>
          </p:cNvPr>
          <p:cNvGrpSpPr/>
          <p:nvPr/>
        </p:nvGrpSpPr>
        <p:grpSpPr>
          <a:xfrm>
            <a:off x="10919548" y="3089568"/>
            <a:ext cx="194712" cy="117086"/>
            <a:chOff x="10919548" y="3089568"/>
            <a:chExt cx="194712" cy="1170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B88620A-E095-BBE8-C480-3F734C88CC46}"/>
                    </a:ext>
                  </a:extLst>
                </p14:cNvPr>
                <p14:cNvContentPartPr/>
                <p14:nvPr/>
              </p14:nvContentPartPr>
              <p14:xfrm>
                <a:off x="10919548" y="3108014"/>
                <a:ext cx="46080" cy="93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B88620A-E095-BBE8-C480-3F734C88CC4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13428" y="3101894"/>
                  <a:ext cx="58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EE54D36-B53A-202B-265A-3BFE62C26426}"/>
                    </a:ext>
                  </a:extLst>
                </p14:cNvPr>
                <p14:cNvContentPartPr/>
                <p14:nvPr/>
              </p14:nvContentPartPr>
              <p14:xfrm>
                <a:off x="10973548" y="3179294"/>
                <a:ext cx="6480" cy="27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EE54D36-B53A-202B-265A-3BFE62C2642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967428" y="3173174"/>
                  <a:ext cx="18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3705C4B-9C5F-2117-CDCD-0C3C4FCAE76A}"/>
                    </a:ext>
                  </a:extLst>
                </p14:cNvPr>
                <p14:cNvContentPartPr/>
                <p14:nvPr/>
              </p14:nvContentPartPr>
              <p14:xfrm>
                <a:off x="11019940" y="3097128"/>
                <a:ext cx="9720" cy="91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3705C4B-9C5F-2117-CDCD-0C3C4FCAE76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013820" y="3091008"/>
                  <a:ext cx="21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102B8B2-DF61-E38C-56B2-B1255CEEC484}"/>
                    </a:ext>
                  </a:extLst>
                </p14:cNvPr>
                <p14:cNvContentPartPr/>
                <p14:nvPr/>
              </p14:nvContentPartPr>
              <p14:xfrm>
                <a:off x="11062780" y="3163008"/>
                <a:ext cx="4680" cy="42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102B8B2-DF61-E38C-56B2-B1255CEEC48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56660" y="3156888"/>
                  <a:ext cx="16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36B29CA-EB61-3E68-CE5C-70E31DC7281B}"/>
                    </a:ext>
                  </a:extLst>
                </p14:cNvPr>
                <p14:cNvContentPartPr/>
                <p14:nvPr/>
              </p14:nvContentPartPr>
              <p14:xfrm>
                <a:off x="11098060" y="3089568"/>
                <a:ext cx="16200" cy="100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36B29CA-EB61-3E68-CE5C-70E31DC728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91940" y="3083448"/>
                  <a:ext cx="28440" cy="11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B58CF720-12C8-B2C4-45F1-8A1EE43CC6ED}"/>
                  </a:ext>
                </a:extLst>
              </p14:cNvPr>
              <p14:cNvContentPartPr/>
              <p14:nvPr/>
            </p14:nvContentPartPr>
            <p14:xfrm>
              <a:off x="1872724" y="4805106"/>
              <a:ext cx="74520" cy="11808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B58CF720-12C8-B2C4-45F1-8A1EE43CC6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6604" y="479898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DA13F28E-EA59-F971-C8E7-ADA53BBFA844}"/>
                  </a:ext>
                </a:extLst>
              </p14:cNvPr>
              <p14:cNvContentPartPr/>
              <p14:nvPr/>
            </p14:nvContentPartPr>
            <p14:xfrm>
              <a:off x="1968484" y="4876386"/>
              <a:ext cx="5400" cy="5760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DA13F28E-EA59-F971-C8E7-ADA53BBFA8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2364" y="487026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6B7B525E-796B-785C-ED56-76FEF17F5396}"/>
                  </a:ext>
                </a:extLst>
              </p14:cNvPr>
              <p14:cNvContentPartPr/>
              <p14:nvPr/>
            </p14:nvContentPartPr>
            <p14:xfrm>
              <a:off x="2008084" y="4796826"/>
              <a:ext cx="64800" cy="10836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6B7B525E-796B-785C-ED56-76FEF17F53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1964" y="479070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B79F6C3E-08A2-99C9-EE86-FB1D4C950A43}"/>
                  </a:ext>
                </a:extLst>
              </p14:cNvPr>
              <p14:cNvContentPartPr/>
              <p14:nvPr/>
            </p14:nvContentPartPr>
            <p14:xfrm>
              <a:off x="2104204" y="4876026"/>
              <a:ext cx="7200" cy="5868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B79F6C3E-08A2-99C9-EE86-FB1D4C950A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8084" y="486990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54452B9-1A6B-8553-EA6F-D2EA58425982}"/>
                  </a:ext>
                </a:extLst>
              </p14:cNvPr>
              <p14:cNvContentPartPr/>
              <p14:nvPr/>
            </p14:nvContentPartPr>
            <p14:xfrm>
              <a:off x="2135164" y="4801506"/>
              <a:ext cx="74160" cy="1119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54452B9-1A6B-8553-EA6F-D2EA584259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9044" y="479538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0293D735-3CD6-1695-6289-1B1549BC0530}"/>
                  </a:ext>
                </a:extLst>
              </p14:cNvPr>
              <p14:cNvContentPartPr/>
              <p14:nvPr/>
            </p14:nvContentPartPr>
            <p14:xfrm>
              <a:off x="2530227" y="4816626"/>
              <a:ext cx="59760" cy="11088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0293D735-3CD6-1695-6289-1B1549BC05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24107" y="481050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59AAC0E8-D394-E9C6-1E34-6BD35B1B2567}"/>
                  </a:ext>
                </a:extLst>
              </p14:cNvPr>
              <p14:cNvContentPartPr/>
              <p14:nvPr/>
            </p14:nvContentPartPr>
            <p14:xfrm>
              <a:off x="2632107" y="4877106"/>
              <a:ext cx="3600" cy="6372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59AAC0E8-D394-E9C6-1E34-6BD35B1B25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25987" y="487098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11D769A7-FD33-1318-3219-00C5455A3340}"/>
                  </a:ext>
                </a:extLst>
              </p14:cNvPr>
              <p14:cNvContentPartPr/>
              <p14:nvPr/>
            </p14:nvContentPartPr>
            <p14:xfrm>
              <a:off x="2661627" y="4811226"/>
              <a:ext cx="68760" cy="1054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11D769A7-FD33-1318-3219-00C5455A33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55507" y="4805106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A7E99BB-9743-10D1-E61E-70E046573AE4}"/>
                  </a:ext>
                </a:extLst>
              </p14:cNvPr>
              <p14:cNvContentPartPr/>
              <p14:nvPr/>
            </p14:nvContentPartPr>
            <p14:xfrm>
              <a:off x="2757027" y="4893666"/>
              <a:ext cx="9720" cy="5652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A7E99BB-9743-10D1-E61E-70E046573A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0907" y="4887546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378BD8B4-511B-0A27-57B6-15E4790630FC}"/>
                  </a:ext>
                </a:extLst>
              </p14:cNvPr>
              <p14:cNvContentPartPr/>
              <p14:nvPr/>
            </p14:nvContentPartPr>
            <p14:xfrm>
              <a:off x="2806347" y="4786746"/>
              <a:ext cx="26280" cy="13068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378BD8B4-511B-0A27-57B6-15E4790630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00227" y="4780626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18FD0CB-D4C6-A7F6-5F6D-9FF1B419704C}"/>
                  </a:ext>
                </a:extLst>
              </p14:cNvPr>
              <p14:cNvContentPartPr/>
              <p14:nvPr/>
            </p14:nvContentPartPr>
            <p14:xfrm>
              <a:off x="3125785" y="4811695"/>
              <a:ext cx="62280" cy="1260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18FD0CB-D4C6-A7F6-5F6D-9FF1B41970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19665" y="480557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0A1E0924-6F94-79CD-18F2-061623049689}"/>
                  </a:ext>
                </a:extLst>
              </p14:cNvPr>
              <p14:cNvContentPartPr/>
              <p14:nvPr/>
            </p14:nvContentPartPr>
            <p14:xfrm>
              <a:off x="3765865" y="4802335"/>
              <a:ext cx="61200" cy="11052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0A1E0924-6F94-79CD-18F2-0616230496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59745" y="479621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9B33D6E9-EEE1-728A-2D00-29AC5C7C82BA}"/>
                  </a:ext>
                </a:extLst>
              </p14:cNvPr>
              <p14:cNvContentPartPr/>
              <p14:nvPr/>
            </p14:nvContentPartPr>
            <p14:xfrm>
              <a:off x="3223574" y="4900590"/>
              <a:ext cx="10440" cy="432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9B33D6E9-EEE1-728A-2D00-29AC5C7C82B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17454" y="489447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FAB0DC61-7226-0D13-8605-4C837ED90D8E}"/>
                  </a:ext>
                </a:extLst>
              </p14:cNvPr>
              <p14:cNvContentPartPr/>
              <p14:nvPr/>
            </p14:nvContentPartPr>
            <p14:xfrm>
              <a:off x="3267494" y="4833270"/>
              <a:ext cx="12240" cy="8424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FAB0DC61-7226-0D13-8605-4C837ED90D8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61374" y="4827150"/>
                <a:ext cx="24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C214F024-C581-CBA5-C6A7-3DE9E7841C02}"/>
                  </a:ext>
                </a:extLst>
              </p14:cNvPr>
              <p14:cNvContentPartPr/>
              <p14:nvPr/>
            </p14:nvContentPartPr>
            <p14:xfrm>
              <a:off x="3858254" y="4904910"/>
              <a:ext cx="3600" cy="3384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C214F024-C581-CBA5-C6A7-3DE9E7841C0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52134" y="489879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50830434-1AE5-3C04-E4EB-86B02021B6EC}"/>
                  </a:ext>
                </a:extLst>
              </p14:cNvPr>
              <p14:cNvContentPartPr/>
              <p14:nvPr/>
            </p14:nvContentPartPr>
            <p14:xfrm>
              <a:off x="3893894" y="4830030"/>
              <a:ext cx="6120" cy="8316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50830434-1AE5-3C04-E4EB-86B02021B6E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87774" y="4823910"/>
                <a:ext cx="18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6841237-8B5F-BE54-57AE-710E4F26A2DD}"/>
                  </a:ext>
                </a:extLst>
              </p14:cNvPr>
              <p14:cNvContentPartPr/>
              <p14:nvPr/>
            </p14:nvContentPartPr>
            <p14:xfrm>
              <a:off x="3328283" y="4891897"/>
              <a:ext cx="2160" cy="2340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6841237-8B5F-BE54-57AE-710E4F26A2D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22163" y="4885777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47F639D9-A25F-4816-79A3-EC03B63CE241}"/>
                  </a:ext>
                </a:extLst>
              </p14:cNvPr>
              <p14:cNvContentPartPr/>
              <p14:nvPr/>
            </p14:nvContentPartPr>
            <p14:xfrm>
              <a:off x="3942803" y="4901977"/>
              <a:ext cx="2880" cy="1620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47F639D9-A25F-4816-79A3-EC03B63CE24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36683" y="4895857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A18F5C8B-C09C-A0D4-F9E2-B8320396B9F3}"/>
                  </a:ext>
                </a:extLst>
              </p14:cNvPr>
              <p14:cNvContentPartPr/>
              <p14:nvPr/>
            </p14:nvContentPartPr>
            <p14:xfrm>
              <a:off x="3360064" y="4806848"/>
              <a:ext cx="55800" cy="10836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A18F5C8B-C09C-A0D4-F9E2-B8320396B9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53944" y="4800728"/>
                <a:ext cx="68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6F13003D-A28B-ED04-28AF-96CAE44614B9}"/>
                  </a:ext>
                </a:extLst>
              </p14:cNvPr>
              <p14:cNvContentPartPr/>
              <p14:nvPr/>
            </p14:nvContentPartPr>
            <p14:xfrm>
              <a:off x="3987904" y="4808648"/>
              <a:ext cx="6840" cy="9036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6F13003D-A28B-ED04-28AF-96CAE44614B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981784" y="4802528"/>
                <a:ext cx="190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3B5D5D9C-DA14-341F-A507-F523289FB4F4}"/>
                  </a:ext>
                </a:extLst>
              </p14:cNvPr>
              <p14:cNvContentPartPr/>
              <p14:nvPr/>
            </p14:nvContentPartPr>
            <p14:xfrm>
              <a:off x="5574384" y="4782637"/>
              <a:ext cx="12240" cy="11448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3B5D5D9C-DA14-341F-A507-F523289FB4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68264" y="477651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67A575A0-EDC0-37AC-C0F5-38944D50BF4A}"/>
                  </a:ext>
                </a:extLst>
              </p14:cNvPr>
              <p14:cNvContentPartPr/>
              <p14:nvPr/>
            </p14:nvContentPartPr>
            <p14:xfrm>
              <a:off x="5623704" y="4891357"/>
              <a:ext cx="1800" cy="3024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67A575A0-EDC0-37AC-C0F5-38944D50BF4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17584" y="488523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E4FDF152-1263-FB00-010B-1D894E545132}"/>
                  </a:ext>
                </a:extLst>
              </p14:cNvPr>
              <p14:cNvContentPartPr/>
              <p14:nvPr/>
            </p14:nvContentPartPr>
            <p14:xfrm>
              <a:off x="6222090" y="4811280"/>
              <a:ext cx="10800" cy="10260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E4FDF152-1263-FB00-010B-1D894E5451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15970" y="480516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127F60D4-4A9B-D246-F85E-2F5755ACA6F6}"/>
                  </a:ext>
                </a:extLst>
              </p14:cNvPr>
              <p14:cNvContentPartPr/>
              <p14:nvPr/>
            </p14:nvContentPartPr>
            <p14:xfrm>
              <a:off x="6267090" y="4894800"/>
              <a:ext cx="2520" cy="3564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127F60D4-4A9B-D246-F85E-2F5755ACA6F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60970" y="488868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FD8E7BDE-A9DD-9DBC-C146-777D7D505EBB}"/>
                  </a:ext>
                </a:extLst>
              </p14:cNvPr>
              <p14:cNvContentPartPr/>
              <p14:nvPr/>
            </p14:nvContentPartPr>
            <p14:xfrm>
              <a:off x="5017824" y="4785517"/>
              <a:ext cx="5760" cy="11448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FD8E7BDE-A9DD-9DBC-C146-777D7D505EB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11704" y="477939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1BCA0F60-8310-7C33-3936-819743D5158F}"/>
                  </a:ext>
                </a:extLst>
              </p14:cNvPr>
              <p14:cNvContentPartPr/>
              <p14:nvPr/>
            </p14:nvContentPartPr>
            <p14:xfrm>
              <a:off x="5062104" y="4898917"/>
              <a:ext cx="7920" cy="2628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1BCA0F60-8310-7C33-3936-819743D515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55984" y="489279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74E909A0-561E-8B03-89B1-74C8A4277C35}"/>
                  </a:ext>
                </a:extLst>
              </p14:cNvPr>
              <p14:cNvContentPartPr/>
              <p14:nvPr/>
            </p14:nvContentPartPr>
            <p14:xfrm>
              <a:off x="5096801" y="4796634"/>
              <a:ext cx="51120" cy="11484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74E909A0-561E-8B03-89B1-74C8A4277C3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90681" y="4790514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E04E970-90FD-BDDE-A5DF-9044E9559D5F}"/>
                  </a:ext>
                </a:extLst>
              </p14:cNvPr>
              <p14:cNvContentPartPr/>
              <p14:nvPr/>
            </p14:nvContentPartPr>
            <p14:xfrm>
              <a:off x="5176361" y="4893474"/>
              <a:ext cx="11520" cy="442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E04E970-90FD-BDDE-A5DF-9044E9559D5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70241" y="4887354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6512D43B-57EC-F410-D04A-B6EA03EEF0BA}"/>
                  </a:ext>
                </a:extLst>
              </p14:cNvPr>
              <p14:cNvContentPartPr/>
              <p14:nvPr/>
            </p14:nvContentPartPr>
            <p14:xfrm>
              <a:off x="4356864" y="4784437"/>
              <a:ext cx="10440" cy="11412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6512D43B-57EC-F410-D04A-B6EA03EEF0B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50744" y="477831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97FFCB7F-3EEE-142D-BAA6-DA83F335812A}"/>
                  </a:ext>
                </a:extLst>
              </p14:cNvPr>
              <p14:cNvContentPartPr/>
              <p14:nvPr/>
            </p14:nvContentPartPr>
            <p14:xfrm>
              <a:off x="4409064" y="4879837"/>
              <a:ext cx="1440" cy="2736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97FFCB7F-3EEE-142D-BAA6-DA83F335812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02944" y="487371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9A38D670-5209-DB6A-2740-F296C6736283}"/>
                  </a:ext>
                </a:extLst>
              </p14:cNvPr>
              <p14:cNvContentPartPr/>
              <p14:nvPr/>
            </p14:nvContentPartPr>
            <p14:xfrm>
              <a:off x="4437281" y="4795194"/>
              <a:ext cx="50760" cy="9540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9A38D670-5209-DB6A-2740-F296C67362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31161" y="478907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1CCC1382-A3A9-B95D-2951-A9E6BAE2F5CE}"/>
                  </a:ext>
                </a:extLst>
              </p14:cNvPr>
              <p14:cNvContentPartPr/>
              <p14:nvPr/>
            </p14:nvContentPartPr>
            <p14:xfrm>
              <a:off x="4509281" y="4871514"/>
              <a:ext cx="5760" cy="3456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1CCC1382-A3A9-B95D-2951-A9E6BAE2F5C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03161" y="486539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D5CE30A6-4133-6246-257B-1A039638666B}"/>
                  </a:ext>
                </a:extLst>
              </p14:cNvPr>
              <p14:cNvContentPartPr/>
              <p14:nvPr/>
            </p14:nvContentPartPr>
            <p14:xfrm>
              <a:off x="4533720" y="4789337"/>
              <a:ext cx="47520" cy="9396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D5CE30A6-4133-6246-257B-1A039638666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27600" y="478321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7611F4BA-2415-BEBA-DBCD-E5695EDF212A}"/>
                  </a:ext>
                </a:extLst>
              </p14:cNvPr>
              <p14:cNvContentPartPr/>
              <p14:nvPr/>
            </p14:nvContentPartPr>
            <p14:xfrm>
              <a:off x="5229240" y="4796537"/>
              <a:ext cx="15480" cy="921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7611F4BA-2415-BEBA-DBCD-E5695EDF212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223120" y="4790417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8B3CEE8-79CC-BDF6-2DE2-43FE5D69ADF4}"/>
                  </a:ext>
                </a:extLst>
              </p14:cNvPr>
              <p14:cNvContentPartPr/>
              <p14:nvPr/>
            </p14:nvContentPartPr>
            <p14:xfrm>
              <a:off x="5672664" y="4788245"/>
              <a:ext cx="18000" cy="10728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8B3CEE8-79CC-BDF6-2DE2-43FE5D69ADF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666544" y="4782125"/>
                <a:ext cx="30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53C7C048-5555-E3B5-317A-417952C09634}"/>
                  </a:ext>
                </a:extLst>
              </p14:cNvPr>
              <p14:cNvContentPartPr/>
              <p14:nvPr/>
            </p14:nvContentPartPr>
            <p14:xfrm>
              <a:off x="5726304" y="4869605"/>
              <a:ext cx="3960" cy="3924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53C7C048-5555-E3B5-317A-417952C0963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20184" y="486348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3457A73B-4A48-BF61-CD87-88C28907132C}"/>
                  </a:ext>
                </a:extLst>
              </p14:cNvPr>
              <p14:cNvContentPartPr/>
              <p14:nvPr/>
            </p14:nvContentPartPr>
            <p14:xfrm>
              <a:off x="5755824" y="4779245"/>
              <a:ext cx="57240" cy="11232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3457A73B-4A48-BF61-CD87-88C28907132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49704" y="4773125"/>
                <a:ext cx="694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BD1831E9-A47E-BD95-421D-102D1059C1BC}"/>
                  </a:ext>
                </a:extLst>
              </p14:cNvPr>
              <p14:cNvContentPartPr/>
              <p14:nvPr/>
            </p14:nvContentPartPr>
            <p14:xfrm>
              <a:off x="6322796" y="4809703"/>
              <a:ext cx="19440" cy="10944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BD1831E9-A47E-BD95-421D-102D1059C1B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16676" y="4803583"/>
                <a:ext cx="316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A6EE91A9-8C85-F1B9-4D62-365C4E4C66D0}"/>
                  </a:ext>
                </a:extLst>
              </p14:cNvPr>
              <p14:cNvContentPartPr/>
              <p14:nvPr/>
            </p14:nvContentPartPr>
            <p14:xfrm>
              <a:off x="6391556" y="4884943"/>
              <a:ext cx="4320" cy="4212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A6EE91A9-8C85-F1B9-4D62-365C4E4C66D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85436" y="487882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A144E6D5-C48A-CBE5-7304-97AE20725DE0}"/>
                  </a:ext>
                </a:extLst>
              </p14:cNvPr>
              <p14:cNvContentPartPr/>
              <p14:nvPr/>
            </p14:nvContentPartPr>
            <p14:xfrm>
              <a:off x="6433676" y="4802503"/>
              <a:ext cx="19080" cy="11124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A144E6D5-C48A-CBE5-7304-97AE20725DE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427556" y="4796383"/>
                <a:ext cx="31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DD22F735-97A6-24AA-3919-663D8756DB3F}"/>
                  </a:ext>
                </a:extLst>
              </p14:cNvPr>
              <p14:cNvContentPartPr/>
              <p14:nvPr/>
            </p14:nvContentPartPr>
            <p14:xfrm>
              <a:off x="7960592" y="4803694"/>
              <a:ext cx="35280" cy="9720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DD22F735-97A6-24AA-3919-663D8756DB3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54472" y="479757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E06C92F1-0140-AE0E-DEE9-D45B4AACE6EF}"/>
                  </a:ext>
                </a:extLst>
              </p14:cNvPr>
              <p14:cNvContentPartPr/>
              <p14:nvPr/>
            </p14:nvContentPartPr>
            <p14:xfrm>
              <a:off x="8036912" y="4877494"/>
              <a:ext cx="2160" cy="3888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E06C92F1-0140-AE0E-DEE9-D45B4AACE6E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30792" y="487137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28E2529-1214-5312-972A-89BD75645BEA}"/>
                  </a:ext>
                </a:extLst>
              </p14:cNvPr>
              <p14:cNvContentPartPr/>
              <p14:nvPr/>
            </p14:nvContentPartPr>
            <p14:xfrm>
              <a:off x="6802698" y="4790297"/>
              <a:ext cx="45360" cy="10044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28E2529-1214-5312-972A-89BD75645BE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796578" y="478417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10363BA0-DC85-8C75-65D9-E091F431B6FD}"/>
                  </a:ext>
                </a:extLst>
              </p14:cNvPr>
              <p14:cNvContentPartPr/>
              <p14:nvPr/>
            </p14:nvContentPartPr>
            <p14:xfrm>
              <a:off x="6884058" y="4873097"/>
              <a:ext cx="3960" cy="4068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10363BA0-DC85-8C75-65D9-E091F431B6F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77938" y="486697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AD801A6E-5513-F7C6-54D1-73E145CACFC0}"/>
                  </a:ext>
                </a:extLst>
              </p14:cNvPr>
              <p14:cNvContentPartPr/>
              <p14:nvPr/>
            </p14:nvContentPartPr>
            <p14:xfrm>
              <a:off x="6912660" y="4789932"/>
              <a:ext cx="53280" cy="10944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AD801A6E-5513-F7C6-54D1-73E145CACFC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906540" y="478381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82C9A9B0-FBC9-C38E-5DD9-4C9BC0EDF41B}"/>
                  </a:ext>
                </a:extLst>
              </p14:cNvPr>
              <p14:cNvContentPartPr/>
              <p14:nvPr/>
            </p14:nvContentPartPr>
            <p14:xfrm>
              <a:off x="6996540" y="4860492"/>
              <a:ext cx="1800" cy="3960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82C9A9B0-FBC9-C38E-5DD9-4C9BC0EDF4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90420" y="485437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E86886AB-11C1-2C1F-980B-56CE512279E8}"/>
                  </a:ext>
                </a:extLst>
              </p14:cNvPr>
              <p14:cNvContentPartPr/>
              <p14:nvPr/>
            </p14:nvContentPartPr>
            <p14:xfrm>
              <a:off x="7013100" y="4789932"/>
              <a:ext cx="66960" cy="9792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E86886AB-11C1-2C1F-980B-56CE512279E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006980" y="478381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99B0D9FB-00BD-7A80-7BA7-FA730D4B3DA6}"/>
                  </a:ext>
                </a:extLst>
              </p14:cNvPr>
              <p14:cNvContentPartPr/>
              <p14:nvPr/>
            </p14:nvContentPartPr>
            <p14:xfrm>
              <a:off x="7450698" y="4798577"/>
              <a:ext cx="37800" cy="11448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99B0D9FB-00BD-7A80-7BA7-FA730D4B3DA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444578" y="479245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F44E0458-7DB9-AAE3-3544-9B92824DC1A2}"/>
                  </a:ext>
                </a:extLst>
              </p14:cNvPr>
              <p14:cNvContentPartPr/>
              <p14:nvPr/>
            </p14:nvContentPartPr>
            <p14:xfrm>
              <a:off x="7517298" y="4886777"/>
              <a:ext cx="4680" cy="2844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F44E0458-7DB9-AAE3-3544-9B92824DC1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11178" y="488065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0A18F598-1F74-00F0-8013-5EF2B6C964B4}"/>
                  </a:ext>
                </a:extLst>
              </p14:cNvPr>
              <p14:cNvContentPartPr/>
              <p14:nvPr/>
            </p14:nvContentPartPr>
            <p14:xfrm>
              <a:off x="7541940" y="4779852"/>
              <a:ext cx="58680" cy="1191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0A18F598-1F74-00F0-8013-5EF2B6C964B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535820" y="4773732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B151521C-6931-5BB5-6C3A-9A3CF289BED1}"/>
                  </a:ext>
                </a:extLst>
              </p14:cNvPr>
              <p14:cNvContentPartPr/>
              <p14:nvPr/>
            </p14:nvContentPartPr>
            <p14:xfrm>
              <a:off x="7643820" y="4857252"/>
              <a:ext cx="2160" cy="496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B151521C-6931-5BB5-6C3A-9A3CF289BED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637700" y="485113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34767E7B-F7A1-1DC2-6D9A-207FFD044822}"/>
                  </a:ext>
                </a:extLst>
              </p14:cNvPr>
              <p14:cNvContentPartPr/>
              <p14:nvPr/>
            </p14:nvContentPartPr>
            <p14:xfrm>
              <a:off x="7679820" y="4778772"/>
              <a:ext cx="19800" cy="1062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34767E7B-F7A1-1DC2-6D9A-207FFD04482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673700" y="4772652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D86758D7-E432-6EE9-8B90-BEE24D8E94E2}"/>
                  </a:ext>
                </a:extLst>
              </p14:cNvPr>
              <p14:cNvContentPartPr/>
              <p14:nvPr/>
            </p14:nvContentPartPr>
            <p14:xfrm>
              <a:off x="8091858" y="4790939"/>
              <a:ext cx="12240" cy="9216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D86758D7-E432-6EE9-8B90-BEE24D8E94E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085738" y="4784819"/>
                <a:ext cx="24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164906E8-3727-08C8-F02C-72EB101040AD}"/>
                  </a:ext>
                </a:extLst>
              </p14:cNvPr>
              <p14:cNvContentPartPr/>
              <p14:nvPr/>
            </p14:nvContentPartPr>
            <p14:xfrm>
              <a:off x="8169258" y="4850339"/>
              <a:ext cx="1800" cy="4896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164906E8-3727-08C8-F02C-72EB101040A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163138" y="484421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5A4CA268-AAD8-BE01-E47B-882026D94D9D}"/>
                  </a:ext>
                </a:extLst>
              </p14:cNvPr>
              <p14:cNvContentPartPr/>
              <p14:nvPr/>
            </p14:nvContentPartPr>
            <p14:xfrm>
              <a:off x="8204538" y="4785539"/>
              <a:ext cx="67320" cy="10080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5A4CA268-AAD8-BE01-E47B-882026D94D9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98418" y="4779419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DC64F566-E12E-2349-EA97-D18009BF4FC8}"/>
                  </a:ext>
                </a:extLst>
              </p14:cNvPr>
              <p14:cNvContentPartPr/>
              <p14:nvPr/>
            </p14:nvContentPartPr>
            <p14:xfrm>
              <a:off x="8634005" y="4792833"/>
              <a:ext cx="39600" cy="11196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DC64F566-E12E-2349-EA97-D18009BF4FC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27885" y="478671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F943CC28-3ACF-F18A-2340-549D44563FCE}"/>
                  </a:ext>
                </a:extLst>
              </p14:cNvPr>
              <p14:cNvContentPartPr/>
              <p14:nvPr/>
            </p14:nvContentPartPr>
            <p14:xfrm>
              <a:off x="8700965" y="4881753"/>
              <a:ext cx="6480" cy="356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F943CC28-3ACF-F18A-2340-549D44563FC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694845" y="487563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100AFAB-BF77-3DCF-658E-6AC93F5BE569}"/>
                  </a:ext>
                </a:extLst>
              </p14:cNvPr>
              <p14:cNvContentPartPr/>
              <p14:nvPr/>
            </p14:nvContentPartPr>
            <p14:xfrm>
              <a:off x="8741658" y="4792019"/>
              <a:ext cx="19440" cy="946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100AFAB-BF77-3DCF-658E-6AC93F5BE56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735538" y="4785899"/>
                <a:ext cx="316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A12E913F-5FD1-9BA2-28CA-617456FBEF49}"/>
                  </a:ext>
                </a:extLst>
              </p14:cNvPr>
              <p14:cNvContentPartPr/>
              <p14:nvPr/>
            </p14:nvContentPartPr>
            <p14:xfrm>
              <a:off x="8797818" y="4856099"/>
              <a:ext cx="9000" cy="5760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A12E913F-5FD1-9BA2-28CA-617456FBEF4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791698" y="484997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59A305C3-4AD0-7816-07E4-52C93111D16C}"/>
                  </a:ext>
                </a:extLst>
              </p14:cNvPr>
              <p14:cNvContentPartPr/>
              <p14:nvPr/>
            </p14:nvContentPartPr>
            <p14:xfrm>
              <a:off x="8840894" y="4783440"/>
              <a:ext cx="24480" cy="9360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59A305C3-4AD0-7816-07E4-52C93111D16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834774" y="4777320"/>
                <a:ext cx="367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BCA75191-C5E6-212D-EF63-1BE16FDC8C5F}"/>
                  </a:ext>
                </a:extLst>
              </p14:cNvPr>
              <p14:cNvContentPartPr/>
              <p14:nvPr/>
            </p14:nvContentPartPr>
            <p14:xfrm>
              <a:off x="9776892" y="4813005"/>
              <a:ext cx="54000" cy="8136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BCA75191-C5E6-212D-EF63-1BE16FDC8C5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770772" y="480688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5BA5C319-4601-50C2-9BDB-C72B85473BFA}"/>
                  </a:ext>
                </a:extLst>
              </p14:cNvPr>
              <p14:cNvContentPartPr/>
              <p14:nvPr/>
            </p14:nvContentPartPr>
            <p14:xfrm>
              <a:off x="10353936" y="4810833"/>
              <a:ext cx="39240" cy="824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5BA5C319-4601-50C2-9BDB-C72B85473BF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347816" y="480471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E8859FEB-162D-3036-9402-18C6D6BA5F78}"/>
                  </a:ext>
                </a:extLst>
              </p14:cNvPr>
              <p14:cNvContentPartPr/>
              <p14:nvPr/>
            </p14:nvContentPartPr>
            <p14:xfrm>
              <a:off x="10439256" y="4862313"/>
              <a:ext cx="12960" cy="3420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E8859FEB-162D-3036-9402-18C6D6BA5F7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433136" y="485619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C0102DDA-67B7-85D5-A0CE-5346002FC59F}"/>
                  </a:ext>
                </a:extLst>
              </p14:cNvPr>
              <p14:cNvContentPartPr/>
              <p14:nvPr/>
            </p14:nvContentPartPr>
            <p14:xfrm>
              <a:off x="9863256" y="4861593"/>
              <a:ext cx="10440" cy="3492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C0102DDA-67B7-85D5-A0CE-5346002FC59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857136" y="485547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21380B54-F05A-16F1-3F26-35BF47230232}"/>
                  </a:ext>
                </a:extLst>
              </p14:cNvPr>
              <p14:cNvContentPartPr/>
              <p14:nvPr/>
            </p14:nvContentPartPr>
            <p14:xfrm>
              <a:off x="9172601" y="4821519"/>
              <a:ext cx="66240" cy="10836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21380B54-F05A-16F1-3F26-35BF4723023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166481" y="481539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92C2681D-878E-A42B-E931-EE3669B1A429}"/>
                  </a:ext>
                </a:extLst>
              </p14:cNvPr>
              <p14:cNvContentPartPr/>
              <p14:nvPr/>
            </p14:nvContentPartPr>
            <p14:xfrm>
              <a:off x="9262241" y="4901079"/>
              <a:ext cx="7920" cy="3888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92C2681D-878E-A42B-E931-EE3669B1A42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256121" y="489495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03459F4D-21C8-AC48-C58A-AD6FB0BE1CB2}"/>
                  </a:ext>
                </a:extLst>
              </p14:cNvPr>
              <p14:cNvContentPartPr/>
              <p14:nvPr/>
            </p14:nvContentPartPr>
            <p14:xfrm>
              <a:off x="9298130" y="4824688"/>
              <a:ext cx="54000" cy="10800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03459F4D-21C8-AC48-C58A-AD6FB0BE1CB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292010" y="481856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4D1A6790-E210-9299-1AD6-BD3C7BC9374A}"/>
                  </a:ext>
                </a:extLst>
              </p14:cNvPr>
              <p14:cNvContentPartPr/>
              <p14:nvPr/>
            </p14:nvContentPartPr>
            <p14:xfrm>
              <a:off x="9387050" y="4881208"/>
              <a:ext cx="1440" cy="5076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4D1A6790-E210-9299-1AD6-BD3C7BC9374A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380930" y="487508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CD746B14-7214-E76F-D76A-71E3951C255D}"/>
                  </a:ext>
                </a:extLst>
              </p14:cNvPr>
              <p14:cNvContentPartPr/>
              <p14:nvPr/>
            </p14:nvContentPartPr>
            <p14:xfrm>
              <a:off x="9411170" y="4808848"/>
              <a:ext cx="58320" cy="10296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CD746B14-7214-E76F-D76A-71E3951C255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405050" y="480272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8F81ECF2-1A56-4F38-E5E8-8B94FC4AD390}"/>
                  </a:ext>
                </a:extLst>
              </p14:cNvPr>
              <p14:cNvContentPartPr/>
              <p14:nvPr/>
            </p14:nvContentPartPr>
            <p14:xfrm>
              <a:off x="9909849" y="4783478"/>
              <a:ext cx="47520" cy="9144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8F81ECF2-1A56-4F38-E5E8-8B94FC4AD390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903729" y="4777358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6B6B9953-857C-50A4-882C-300FFBC366F0}"/>
                  </a:ext>
                </a:extLst>
              </p14:cNvPr>
              <p14:cNvContentPartPr/>
              <p14:nvPr/>
            </p14:nvContentPartPr>
            <p14:xfrm>
              <a:off x="9994449" y="4836038"/>
              <a:ext cx="1080" cy="5508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6B6B9953-857C-50A4-882C-300FFBC366F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988329" y="482991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E309F924-DD17-407C-FE80-294A82BC06C9}"/>
                  </a:ext>
                </a:extLst>
              </p14:cNvPr>
              <p14:cNvContentPartPr/>
              <p14:nvPr/>
            </p14:nvContentPartPr>
            <p14:xfrm>
              <a:off x="10037649" y="4775918"/>
              <a:ext cx="13680" cy="964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E309F924-DD17-407C-FE80-294A82BC06C9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031529" y="4769798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510E2A84-7939-939C-5528-FD06207749C1}"/>
                  </a:ext>
                </a:extLst>
              </p14:cNvPr>
              <p14:cNvContentPartPr/>
              <p14:nvPr/>
            </p14:nvContentPartPr>
            <p14:xfrm>
              <a:off x="10491707" y="4786231"/>
              <a:ext cx="6120" cy="9612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510E2A84-7939-939C-5528-FD06207749C1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485587" y="4780111"/>
                <a:ext cx="183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A2E2E5DA-8E85-F32B-D8F0-7014558C1FB2}"/>
                  </a:ext>
                </a:extLst>
              </p14:cNvPr>
              <p14:cNvContentPartPr/>
              <p14:nvPr/>
            </p14:nvContentPartPr>
            <p14:xfrm>
              <a:off x="10529507" y="4851751"/>
              <a:ext cx="5040" cy="478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A2E2E5DA-8E85-F32B-D8F0-7014558C1FB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523387" y="484563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9B1C9E30-3702-333A-F26C-AF504C763192}"/>
                  </a:ext>
                </a:extLst>
              </p14:cNvPr>
              <p14:cNvContentPartPr/>
              <p14:nvPr/>
            </p14:nvContentPartPr>
            <p14:xfrm>
              <a:off x="10565147" y="4792351"/>
              <a:ext cx="59760" cy="10296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9B1C9E30-3702-333A-F26C-AF504C76319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559027" y="4786231"/>
                <a:ext cx="720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7C523236-A7E2-FAF4-1444-070C7E9AB673}"/>
                  </a:ext>
                </a:extLst>
              </p14:cNvPr>
              <p14:cNvContentPartPr/>
              <p14:nvPr/>
            </p14:nvContentPartPr>
            <p14:xfrm>
              <a:off x="11003303" y="4799794"/>
              <a:ext cx="46080" cy="9360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7C523236-A7E2-FAF4-1444-070C7E9AB67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997183" y="479367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64E9EADC-CF03-027A-96A6-7DD3DF50678D}"/>
                  </a:ext>
                </a:extLst>
              </p14:cNvPr>
              <p14:cNvContentPartPr/>
              <p14:nvPr/>
            </p14:nvContentPartPr>
            <p14:xfrm>
              <a:off x="11057303" y="4871074"/>
              <a:ext cx="6480" cy="2736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64E9EADC-CF03-027A-96A6-7DD3DF50678D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1051183" y="486495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53F8F6A5-BB67-97A6-74FA-FDD2B4331C1D}"/>
                  </a:ext>
                </a:extLst>
              </p14:cNvPr>
              <p14:cNvContentPartPr/>
              <p14:nvPr/>
            </p14:nvContentPartPr>
            <p14:xfrm>
              <a:off x="11103695" y="4788908"/>
              <a:ext cx="9720" cy="9144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53F8F6A5-BB67-97A6-74FA-FDD2B4331C1D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1097575" y="4782788"/>
                <a:ext cx="21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22CD6AC4-542F-C1A4-A61E-5E8DB6E7A926}"/>
                  </a:ext>
                </a:extLst>
              </p14:cNvPr>
              <p14:cNvContentPartPr/>
              <p14:nvPr/>
            </p14:nvContentPartPr>
            <p14:xfrm>
              <a:off x="11146535" y="4854788"/>
              <a:ext cx="4680" cy="4248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22CD6AC4-542F-C1A4-A61E-5E8DB6E7A92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140415" y="484866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E09735F-DEBA-6279-7670-ACFFD91A587F}"/>
                  </a:ext>
                </a:extLst>
              </p14:cNvPr>
              <p14:cNvContentPartPr/>
              <p14:nvPr/>
            </p14:nvContentPartPr>
            <p14:xfrm>
              <a:off x="11181815" y="4781348"/>
              <a:ext cx="16200" cy="10080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E09735F-DEBA-6279-7670-ACFFD91A587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175695" y="4775228"/>
                <a:ext cx="284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C7EEB964-7088-948C-E946-2055A4BCE648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C7EEB964-7088-948C-E946-2055A4BCE64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2A56FB78-751F-22C4-A28F-D9E2E12DCF78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2A56FB78-751F-22C4-A28F-D9E2E12DCF78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8623686B-7E4D-D4DE-23D8-30A68298C47F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8623686B-7E4D-D4DE-23D8-30A68298C47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52B52A1E-9C81-4962-BD75-AC6487084CBB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52B52A1E-9C81-4962-BD75-AC6487084CB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437F9707-5314-8B62-E411-D69C995BD0A7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437F9707-5314-8B62-E411-D69C995BD0A7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9F70E36A-B257-E83D-3C4C-64E435F290D6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9F70E36A-B257-E83D-3C4C-64E435F290D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378BA24F-23E5-373D-2AC3-662B82F67C3F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378BA24F-23E5-373D-2AC3-662B82F67C3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3D93E62E-59AC-8459-3083-03EEC89C924D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3D93E62E-59AC-8459-3083-03EEC89C924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00DC123E-C7CB-2F9F-FB29-4AB656CF6C58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00DC123E-C7CB-2F9F-FB29-4AB656CF6C58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36F94F55-680E-D549-41AC-E0A302C7C2A5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36F94F55-680E-D549-41AC-E0A302C7C2A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0EB21325-3FE4-4009-FBC3-E9D50ED38F95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0EB21325-3FE4-4009-FBC3-E9D50ED38F9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6E284917-D019-2F09-4E43-44C72121D3B9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6E284917-D019-2F09-4E43-44C72121D3B9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5AC4E022-2438-A82E-A3AB-6A430F39C00A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5AC4E022-2438-A82E-A3AB-6A430F39C00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A105D8E0-B7A4-58D8-4C89-998781C5A502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A105D8E0-B7A4-58D8-4C89-998781C5A50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56FC13D1-7CAE-748E-738A-0699E498EDCE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56FC13D1-7CAE-748E-738A-0699E498EDCE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CE11A219-610B-A351-B0F0-76B780528788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CE11A219-610B-A351-B0F0-76B78052878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1FA7C8A8-E0D2-F258-66AD-17F24DD3E71E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1FA7C8A8-E0D2-F258-66AD-17F24DD3E71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70715FC8-644C-2780-8EEC-355A09220395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70715FC8-644C-2780-8EEC-355A0922039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2C0F6D00-EDB7-B958-968A-1E0328C98E14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2C0F6D00-EDB7-B958-968A-1E0328C98E14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303AFEA2-B6DF-75D9-D1A0-98E0D6AA5255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303AFEA2-B6DF-75D9-D1A0-98E0D6AA525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7ED10FD3-FAA3-D96B-F3B9-3F5F1DD80E1E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7ED10FD3-FAA3-D96B-F3B9-3F5F1DD80E1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22C32770-8FD6-0B10-2FF4-CC6C645875E4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22C32770-8FD6-0B10-2FF4-CC6C645875E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C644E255-C5C5-739C-3E6C-F1A7A5939684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C644E255-C5C5-739C-3E6C-F1A7A593968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CD9A18A1-FB54-ED5D-877B-BC7B9F5E9EAA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CD9A18A1-FB54-ED5D-877B-BC7B9F5E9EAA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493916B2-0EF6-B668-433B-37AC92D0300E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493916B2-0EF6-B668-433B-37AC92D0300E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01804A29-235B-38EF-E748-1FA6D49148FA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01804A29-235B-38EF-E748-1FA6D49148F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256BAE8C-ACF2-DCC1-625B-0915647CD793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256BAE8C-ACF2-DCC1-625B-0915647CD79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6C93DD93-4B18-BA2A-4398-E4A0424A8B6C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6C93DD93-4B18-BA2A-4398-E4A0424A8B6C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A9610E8C-BA60-F668-3680-F1EF5D8435A9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A9610E8C-BA60-F668-3680-F1EF5D8435A9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8D3AC9CF-FB7D-66F4-3DD0-B3B41DD06516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8D3AC9CF-FB7D-66F4-3DD0-B3B41DD0651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8BA92C63-7DCA-6BAF-A78A-94956D9C9D0B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8BA92C63-7DCA-6BAF-A78A-94956D9C9D0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CDE5CD69-BA3F-D04E-EDDE-C56D68B112F4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CDE5CD69-BA3F-D04E-EDDE-C56D68B112F4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BDCA7ACE-66C1-2FCA-6833-1CACCE09827A}"/>
                  </a:ext>
                </a:extLst>
              </p14:cNvPr>
              <p14:cNvContentPartPr/>
              <p14:nvPr/>
            </p14:nvContentPartPr>
            <p14:xfrm>
              <a:off x="1964436" y="1633576"/>
              <a:ext cx="720" cy="112068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BDCA7ACE-66C1-2FCA-6833-1CACCE09827A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928436" y="1615576"/>
                <a:ext cx="72000" cy="11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0754F970-2C26-FBF8-068A-28F85CCBD456}"/>
                  </a:ext>
                </a:extLst>
              </p14:cNvPr>
              <p14:cNvContentPartPr/>
              <p14:nvPr/>
            </p14:nvContentPartPr>
            <p14:xfrm>
              <a:off x="1872996" y="2631856"/>
              <a:ext cx="138240" cy="13392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0754F970-2C26-FBF8-068A-28F85CCBD45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854996" y="2614216"/>
                <a:ext cx="1738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D6ABA407-1B0B-6719-C458-CEFDE63C09CC}"/>
                  </a:ext>
                </a:extLst>
              </p14:cNvPr>
              <p14:cNvContentPartPr/>
              <p14:nvPr/>
            </p14:nvContentPartPr>
            <p14:xfrm>
              <a:off x="2100876" y="5038456"/>
              <a:ext cx="42120" cy="120888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D6ABA407-1B0B-6719-C458-CEFDE63C09CC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082876" y="5020456"/>
                <a:ext cx="77760" cy="12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1E205484-8F70-A842-4795-46E23B7E8AB8}"/>
                  </a:ext>
                </a:extLst>
              </p14:cNvPr>
              <p14:cNvContentPartPr/>
              <p14:nvPr/>
            </p14:nvContentPartPr>
            <p14:xfrm>
              <a:off x="2060916" y="6168856"/>
              <a:ext cx="132840" cy="9396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1E205484-8F70-A842-4795-46E23B7E8AB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043276" y="6151216"/>
                <a:ext cx="1684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6122ECFC-F3B6-30BA-3B8D-38A9BBE41DA2}"/>
                  </a:ext>
                </a:extLst>
              </p14:cNvPr>
              <p14:cNvContentPartPr/>
              <p14:nvPr/>
            </p14:nvContentPartPr>
            <p14:xfrm>
              <a:off x="11018076" y="1710616"/>
              <a:ext cx="1800" cy="99612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6122ECFC-F3B6-30BA-3B8D-38A9BBE41DA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00076" y="1692616"/>
                <a:ext cx="37440" cy="10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6A4BBCA4-0478-341B-0DD9-157FD90E6017}"/>
                  </a:ext>
                </a:extLst>
              </p14:cNvPr>
              <p14:cNvContentPartPr/>
              <p14:nvPr/>
            </p14:nvContentPartPr>
            <p14:xfrm>
              <a:off x="10962996" y="2640136"/>
              <a:ext cx="113760" cy="7632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6A4BBCA4-0478-341B-0DD9-157FD90E6017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0945356" y="2622136"/>
                <a:ext cx="1494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FA6F4B1E-26E3-89B4-DC94-75319537B718}"/>
                  </a:ext>
                </a:extLst>
              </p14:cNvPr>
              <p14:cNvContentPartPr/>
              <p14:nvPr/>
            </p14:nvContentPartPr>
            <p14:xfrm>
              <a:off x="11132556" y="5009656"/>
              <a:ext cx="83160" cy="123624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FA6F4B1E-26E3-89B4-DC94-75319537B718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114556" y="4991656"/>
                <a:ext cx="118800" cy="12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BFA9CA77-B0DA-E536-F67D-09BF7ADBBA65}"/>
                  </a:ext>
                </a:extLst>
              </p14:cNvPr>
              <p14:cNvContentPartPr/>
              <p14:nvPr/>
            </p14:nvContentPartPr>
            <p14:xfrm>
              <a:off x="11148396" y="6139696"/>
              <a:ext cx="97200" cy="12132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BFA9CA77-B0DA-E536-F67D-09BF7ADBBA6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130756" y="6121696"/>
                <a:ext cx="1328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0A646F42-0E63-DF82-0D78-85138E0F0C10}"/>
                  </a:ext>
                </a:extLst>
              </p14:cNvPr>
              <p14:cNvContentPartPr/>
              <p14:nvPr/>
            </p14:nvContentPartPr>
            <p14:xfrm>
              <a:off x="2604156" y="1676416"/>
              <a:ext cx="11520" cy="104436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0A646F42-0E63-DF82-0D78-85138E0F0C10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586156" y="1658416"/>
                <a:ext cx="4716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85496061-A657-AA2B-825C-FDD97F39C0AC}"/>
                  </a:ext>
                </a:extLst>
              </p14:cNvPr>
              <p14:cNvContentPartPr/>
              <p14:nvPr/>
            </p14:nvContentPartPr>
            <p14:xfrm>
              <a:off x="2528556" y="2624296"/>
              <a:ext cx="132120" cy="12420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85496061-A657-AA2B-825C-FDD97F39C0AC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510916" y="2606296"/>
                <a:ext cx="1677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F4D71698-6D8D-E8F8-9176-915A0436791F}"/>
                  </a:ext>
                </a:extLst>
              </p14:cNvPr>
              <p14:cNvContentPartPr/>
              <p14:nvPr/>
            </p14:nvContentPartPr>
            <p14:xfrm>
              <a:off x="2727996" y="5018296"/>
              <a:ext cx="63360" cy="117396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F4D71698-6D8D-E8F8-9176-915A0436791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2709996" y="5000296"/>
                <a:ext cx="99000" cy="12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D63D7273-EC0A-F349-77A5-71C39214017E}"/>
                  </a:ext>
                </a:extLst>
              </p14:cNvPr>
              <p14:cNvContentPartPr/>
              <p14:nvPr/>
            </p14:nvContentPartPr>
            <p14:xfrm>
              <a:off x="2700996" y="6087136"/>
              <a:ext cx="141120" cy="12384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D63D7273-EC0A-F349-77A5-71C39214017E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683356" y="6069496"/>
                <a:ext cx="17676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DACB10F5-174C-1C7B-5840-E66E053EA0A4}"/>
                  </a:ext>
                </a:extLst>
              </p14:cNvPr>
              <p14:cNvContentPartPr/>
              <p14:nvPr/>
            </p14:nvContentPartPr>
            <p14:xfrm>
              <a:off x="3286356" y="1667776"/>
              <a:ext cx="3402720" cy="110700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DACB10F5-174C-1C7B-5840-E66E053EA0A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268356" y="1649776"/>
                <a:ext cx="3438360" cy="11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84B6CB77-FE1F-7BB8-6978-033FADE69956}"/>
                  </a:ext>
                </a:extLst>
              </p14:cNvPr>
              <p14:cNvContentPartPr/>
              <p14:nvPr/>
            </p14:nvContentPartPr>
            <p14:xfrm>
              <a:off x="3260076" y="2680816"/>
              <a:ext cx="109800" cy="11808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84B6CB77-FE1F-7BB8-6978-033FADE69956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242076" y="2662816"/>
                <a:ext cx="1454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9E7274F9-6946-5BEB-4D10-597750091750}"/>
                  </a:ext>
                </a:extLst>
              </p14:cNvPr>
              <p14:cNvContentPartPr/>
              <p14:nvPr/>
            </p14:nvContentPartPr>
            <p14:xfrm rot="209277">
              <a:off x="3428068" y="4971584"/>
              <a:ext cx="3455407" cy="1305632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9E7274F9-6946-5BEB-4D10-59775009175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 rot="209277">
                <a:off x="3410069" y="4953585"/>
                <a:ext cx="3491045" cy="1341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4B2129FF-17AA-4996-51F1-D5302C86AC49}"/>
                  </a:ext>
                </a:extLst>
              </p14:cNvPr>
              <p14:cNvContentPartPr/>
              <p14:nvPr/>
            </p14:nvContentPartPr>
            <p14:xfrm>
              <a:off x="6773676" y="6299536"/>
              <a:ext cx="72000" cy="10404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4B2129FF-17AA-4996-51F1-D5302C86AC49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6755676" y="6281536"/>
                <a:ext cx="107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26EB8FFD-24E0-8400-905D-CB59DD5DFC74}"/>
                  </a:ext>
                </a:extLst>
              </p14:cNvPr>
              <p14:cNvContentPartPr/>
              <p14:nvPr/>
            </p14:nvContentPartPr>
            <p14:xfrm>
              <a:off x="3958116" y="1630336"/>
              <a:ext cx="3362760" cy="116424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26EB8FFD-24E0-8400-905D-CB59DD5DFC7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940116" y="1612336"/>
                <a:ext cx="3398400" cy="11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8B1C8335-B2B9-2451-A36D-65FBD88878F5}"/>
                  </a:ext>
                </a:extLst>
              </p14:cNvPr>
              <p14:cNvContentPartPr/>
              <p14:nvPr/>
            </p14:nvContentPartPr>
            <p14:xfrm>
              <a:off x="3943716" y="2727976"/>
              <a:ext cx="95400" cy="9504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8B1C8335-B2B9-2451-A36D-65FBD88878F5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926076" y="2709976"/>
                <a:ext cx="1310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7AF7D1CC-B8D0-4638-47BA-FDDFF0463063}"/>
                  </a:ext>
                </a:extLst>
              </p14:cNvPr>
              <p14:cNvContentPartPr/>
              <p14:nvPr/>
            </p14:nvContentPartPr>
            <p14:xfrm>
              <a:off x="4044516" y="4756576"/>
              <a:ext cx="3403440" cy="159264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7AF7D1CC-B8D0-4638-47BA-FDDFF0463063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026516" y="4738576"/>
                <a:ext cx="3439080" cy="16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D423A7E7-5B00-AC8E-3A8A-0776249AD0BE}"/>
                  </a:ext>
                </a:extLst>
              </p14:cNvPr>
              <p14:cNvContentPartPr/>
              <p14:nvPr/>
            </p14:nvContentPartPr>
            <p14:xfrm>
              <a:off x="3276276" y="1673176"/>
              <a:ext cx="992160" cy="111924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D423A7E7-5B00-AC8E-3A8A-0776249AD0BE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258276" y="1655176"/>
                <a:ext cx="1027800" cy="11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098CDFEC-D368-3939-4AF9-EBF3B80C2535}"/>
                  </a:ext>
                </a:extLst>
              </p14:cNvPr>
              <p14:cNvContentPartPr/>
              <p14:nvPr/>
            </p14:nvContentPartPr>
            <p14:xfrm>
              <a:off x="4189956" y="2734096"/>
              <a:ext cx="102960" cy="7344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098CDFEC-D368-3939-4AF9-EBF3B80C253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171956" y="2716096"/>
                <a:ext cx="138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3D7F959F-6B89-4BB1-8A28-225EEB1721A8}"/>
                  </a:ext>
                </a:extLst>
              </p14:cNvPr>
              <p14:cNvContentPartPr/>
              <p14:nvPr/>
            </p14:nvContentPartPr>
            <p14:xfrm>
              <a:off x="3850116" y="1626376"/>
              <a:ext cx="1086840" cy="108684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3D7F959F-6B89-4BB1-8A28-225EEB1721A8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832116" y="1608376"/>
                <a:ext cx="1122480" cy="11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6976FA87-6511-5889-4F50-741D80C2A907}"/>
                  </a:ext>
                </a:extLst>
              </p14:cNvPr>
              <p14:cNvContentPartPr/>
              <p14:nvPr/>
            </p14:nvContentPartPr>
            <p14:xfrm>
              <a:off x="4839036" y="2640856"/>
              <a:ext cx="114840" cy="9792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6976FA87-6511-5889-4F50-741D80C2A907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821396" y="2623216"/>
                <a:ext cx="1504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02204315-C29C-A377-61F4-240CAC339FCD}"/>
                  </a:ext>
                </a:extLst>
              </p14:cNvPr>
              <p14:cNvContentPartPr/>
              <p14:nvPr/>
            </p14:nvContentPartPr>
            <p14:xfrm>
              <a:off x="3438276" y="4970416"/>
              <a:ext cx="951480" cy="132228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02204315-C29C-A377-61F4-240CAC339FCD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420276" y="4952416"/>
                <a:ext cx="987120" cy="13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D9AC6A04-B9BB-88D1-CC03-E5F86C18E3A1}"/>
                  </a:ext>
                </a:extLst>
              </p14:cNvPr>
              <p14:cNvContentPartPr/>
              <p14:nvPr/>
            </p14:nvContentPartPr>
            <p14:xfrm>
              <a:off x="3410916" y="6201616"/>
              <a:ext cx="104040" cy="10116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D9AC6A04-B9BB-88D1-CC03-E5F86C18E3A1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3393276" y="6183616"/>
                <a:ext cx="1396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B844AFBA-9912-B72B-29A0-8F5A1F524C36}"/>
                  </a:ext>
                </a:extLst>
              </p14:cNvPr>
              <p14:cNvContentPartPr/>
              <p14:nvPr/>
            </p14:nvContentPartPr>
            <p14:xfrm>
              <a:off x="4084836" y="5009656"/>
              <a:ext cx="944640" cy="127692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B844AFBA-9912-B72B-29A0-8F5A1F524C36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067196" y="4991656"/>
                <a:ext cx="980280" cy="13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814F1651-496A-D5B8-6FE1-211A02CCEC98}"/>
                  </a:ext>
                </a:extLst>
              </p14:cNvPr>
              <p14:cNvContentPartPr/>
              <p14:nvPr/>
            </p14:nvContentPartPr>
            <p14:xfrm>
              <a:off x="4070076" y="6204496"/>
              <a:ext cx="94320" cy="10764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814F1651-496A-D5B8-6FE1-211A02CCEC9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052076" y="6186856"/>
                <a:ext cx="1299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CFEC3B80-C95A-F9D5-950F-5702BF7AC1CC}"/>
                  </a:ext>
                </a:extLst>
              </p14:cNvPr>
              <p14:cNvContentPartPr/>
              <p14:nvPr/>
            </p14:nvContentPartPr>
            <p14:xfrm>
              <a:off x="5711286" y="1615720"/>
              <a:ext cx="2192040" cy="121716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CFEC3B80-C95A-F9D5-950F-5702BF7AC1C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693286" y="1597720"/>
                <a:ext cx="2227680" cy="12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08B10F10-6810-4A81-06FB-C2D846A02366}"/>
                  </a:ext>
                </a:extLst>
              </p14:cNvPr>
              <p14:cNvContentPartPr/>
              <p14:nvPr/>
            </p14:nvContentPartPr>
            <p14:xfrm>
              <a:off x="5695051" y="2751328"/>
              <a:ext cx="61560" cy="118440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08B10F10-6810-4A81-06FB-C2D846A0236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677051" y="2733688"/>
                <a:ext cx="972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347EFA54-34D8-FFA3-4351-26A68CBF4784}"/>
                  </a:ext>
                </a:extLst>
              </p14:cNvPr>
              <p14:cNvContentPartPr/>
              <p14:nvPr/>
            </p14:nvContentPartPr>
            <p14:xfrm>
              <a:off x="6345931" y="1655488"/>
              <a:ext cx="2231640" cy="116604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347EFA54-34D8-FFA3-4351-26A68CBF4784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6327931" y="1637488"/>
                <a:ext cx="226728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7427F3D9-DB54-272E-3109-0760E73297E4}"/>
                  </a:ext>
                </a:extLst>
              </p14:cNvPr>
              <p14:cNvContentPartPr/>
              <p14:nvPr/>
            </p14:nvContentPartPr>
            <p14:xfrm>
              <a:off x="6350611" y="2739808"/>
              <a:ext cx="86760" cy="123480"/>
            </p14:xfrm>
          </p:contentPart>
        </mc:Choice>
        <mc:Fallback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7427F3D9-DB54-272E-3109-0760E73297E4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6332971" y="2721808"/>
                <a:ext cx="1224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31849E04-420F-D304-D4EE-57D1117EF6DD}"/>
                  </a:ext>
                </a:extLst>
              </p14:cNvPr>
              <p14:cNvContentPartPr/>
              <p14:nvPr/>
            </p14:nvContentPartPr>
            <p14:xfrm>
              <a:off x="5871091" y="4937968"/>
              <a:ext cx="2183760" cy="137736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31849E04-420F-D304-D4EE-57D1117EF6DD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853091" y="4919968"/>
                <a:ext cx="2219400" cy="14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B09B886B-6160-0B27-E828-03EFFBEA7AB3}"/>
                  </a:ext>
                </a:extLst>
              </p14:cNvPr>
              <p14:cNvContentPartPr/>
              <p14:nvPr/>
            </p14:nvContentPartPr>
            <p14:xfrm>
              <a:off x="7938571" y="6242248"/>
              <a:ext cx="116280" cy="10656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B09B886B-6160-0B27-E828-03EFFBEA7AB3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7920571" y="6224608"/>
                <a:ext cx="1519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5060770B-6027-9AD4-7DFC-0D31C3AEAEFF}"/>
                  </a:ext>
                </a:extLst>
              </p14:cNvPr>
              <p14:cNvContentPartPr/>
              <p14:nvPr/>
            </p14:nvContentPartPr>
            <p14:xfrm>
              <a:off x="6471211" y="4957048"/>
              <a:ext cx="2199600" cy="136944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5060770B-6027-9AD4-7DFC-0D31C3AEAEFF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453211" y="4939048"/>
                <a:ext cx="2235240" cy="14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AA222FDC-5C07-D1C2-2186-2C7B1A9EDE8E}"/>
                  </a:ext>
                </a:extLst>
              </p14:cNvPr>
              <p14:cNvContentPartPr/>
              <p14:nvPr/>
            </p14:nvContentPartPr>
            <p14:xfrm>
              <a:off x="8579371" y="6221368"/>
              <a:ext cx="103320" cy="104040"/>
            </p14:xfrm>
          </p:contentPart>
        </mc:Choice>
        <mc:Fallback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AA222FDC-5C07-D1C2-2186-2C7B1A9EDE8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8561731" y="6203728"/>
                <a:ext cx="1389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DE633ACE-A3F3-CD32-7BF9-73B387E6741F}"/>
                  </a:ext>
                </a:extLst>
              </p14:cNvPr>
              <p14:cNvContentPartPr/>
              <p14:nvPr/>
            </p14:nvContentPartPr>
            <p14:xfrm>
              <a:off x="4479331" y="1647208"/>
              <a:ext cx="2171160" cy="1170720"/>
            </p14:xfrm>
          </p:contentPart>
        </mc:Choice>
        <mc:Fallback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DE633ACE-A3F3-CD32-7BF9-73B387E6741F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461331" y="1629208"/>
                <a:ext cx="2206800" cy="12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7ED12B98-DF7E-0A74-C0FD-B5B9C19FFFCD}"/>
                  </a:ext>
                </a:extLst>
              </p14:cNvPr>
              <p14:cNvContentPartPr/>
              <p14:nvPr/>
            </p14:nvContentPartPr>
            <p14:xfrm>
              <a:off x="6583531" y="2742328"/>
              <a:ext cx="100080" cy="9396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7ED12B98-DF7E-0A74-C0FD-B5B9C19FFFCD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565531" y="2724328"/>
                <a:ext cx="1357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237FE32D-F415-7B82-A40F-3F1E981003F0}"/>
                  </a:ext>
                </a:extLst>
              </p14:cNvPr>
              <p14:cNvContentPartPr/>
              <p14:nvPr/>
            </p14:nvContentPartPr>
            <p14:xfrm>
              <a:off x="5107531" y="1645768"/>
              <a:ext cx="2192040" cy="1151280"/>
            </p14:xfrm>
          </p:contentPart>
        </mc:Choice>
        <mc:Fallback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237FE32D-F415-7B82-A40F-3F1E981003F0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089531" y="1627768"/>
                <a:ext cx="222768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99BB6CCD-C9A3-12F8-C7C3-3DC402AD588C}"/>
                  </a:ext>
                </a:extLst>
              </p14:cNvPr>
              <p14:cNvContentPartPr/>
              <p14:nvPr/>
            </p14:nvContentPartPr>
            <p14:xfrm>
              <a:off x="7202371" y="2720368"/>
              <a:ext cx="117720" cy="111240"/>
            </p14:xfrm>
          </p:contentPart>
        </mc:Choice>
        <mc:Fallback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99BB6CCD-C9A3-12F8-C7C3-3DC402AD588C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184371" y="2702728"/>
                <a:ext cx="1533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2658FFF9-DCC7-23F1-DE63-B92D72A9B51B}"/>
                  </a:ext>
                </a:extLst>
              </p14:cNvPr>
              <p14:cNvContentPartPr/>
              <p14:nvPr/>
            </p14:nvContentPartPr>
            <p14:xfrm>
              <a:off x="4638091" y="4978288"/>
              <a:ext cx="2208600" cy="1328760"/>
            </p14:xfrm>
          </p:contentPart>
        </mc:Choice>
        <mc:Fallback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2658FFF9-DCC7-23F1-DE63-B92D72A9B51B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620451" y="4960288"/>
                <a:ext cx="2244240" cy="13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567891B0-52B7-6828-BBDC-122F2B63121B}"/>
                  </a:ext>
                </a:extLst>
              </p14:cNvPr>
              <p14:cNvContentPartPr/>
              <p14:nvPr/>
            </p14:nvContentPartPr>
            <p14:xfrm>
              <a:off x="4639531" y="6216688"/>
              <a:ext cx="93240" cy="11340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567891B0-52B7-6828-BBDC-122F2B63121B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4621891" y="6198688"/>
                <a:ext cx="1288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97F96A33-62F7-AA41-762E-457DDEFD6343}"/>
                  </a:ext>
                </a:extLst>
              </p14:cNvPr>
              <p14:cNvContentPartPr/>
              <p14:nvPr/>
            </p14:nvContentPartPr>
            <p14:xfrm>
              <a:off x="5304091" y="4998448"/>
              <a:ext cx="2135880" cy="1306080"/>
            </p14:xfrm>
          </p:contentPart>
        </mc:Choice>
        <mc:Fallback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97F96A33-62F7-AA41-762E-457DDEFD6343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5286451" y="4980448"/>
                <a:ext cx="2171520" cy="13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FC5B291A-2464-417A-34FE-3CFE1E79BDCE}"/>
                  </a:ext>
                </a:extLst>
              </p14:cNvPr>
              <p14:cNvContentPartPr/>
              <p14:nvPr/>
            </p14:nvContentPartPr>
            <p14:xfrm>
              <a:off x="5296531" y="6217048"/>
              <a:ext cx="87840" cy="104040"/>
            </p14:xfrm>
          </p:contentPart>
        </mc:Choice>
        <mc:Fallback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FC5B291A-2464-417A-34FE-3CFE1E79BDC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278531" y="6199408"/>
                <a:ext cx="1234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629BABFC-0A4D-1BC9-4B5B-46F1EAD0CBAC}"/>
                  </a:ext>
                </a:extLst>
              </p14:cNvPr>
              <p14:cNvContentPartPr/>
              <p14:nvPr/>
            </p14:nvContentPartPr>
            <p14:xfrm>
              <a:off x="8039011" y="1669168"/>
              <a:ext cx="1077840" cy="1077840"/>
            </p14:xfrm>
          </p:contentPart>
        </mc:Choice>
        <mc:Fallback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629BABFC-0A4D-1BC9-4B5B-46F1EAD0CBAC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8021011" y="1651168"/>
                <a:ext cx="1113480" cy="11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ED87C3B9-DBD1-1E54-4B76-158A965CB0D0}"/>
                  </a:ext>
                </a:extLst>
              </p14:cNvPr>
              <p14:cNvContentPartPr/>
              <p14:nvPr/>
            </p14:nvContentPartPr>
            <p14:xfrm>
              <a:off x="8019571" y="2652688"/>
              <a:ext cx="118440" cy="10188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ED87C3B9-DBD1-1E54-4B76-158A965CB0D0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001931" y="2634688"/>
                <a:ext cx="1540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F39CB71D-6D6D-7216-FA5A-E0CEA38E5E98}"/>
                  </a:ext>
                </a:extLst>
              </p14:cNvPr>
              <p14:cNvContentPartPr/>
              <p14:nvPr/>
            </p14:nvContentPartPr>
            <p14:xfrm>
              <a:off x="8670091" y="1656208"/>
              <a:ext cx="1059480" cy="105948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F39CB71D-6D6D-7216-FA5A-E0CEA38E5E98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652091" y="1638208"/>
                <a:ext cx="1095120" cy="10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29374786-82B4-A38C-55C7-4922476938A5}"/>
                  </a:ext>
                </a:extLst>
              </p14:cNvPr>
              <p14:cNvContentPartPr/>
              <p14:nvPr/>
            </p14:nvContentPartPr>
            <p14:xfrm>
              <a:off x="8631571" y="2641168"/>
              <a:ext cx="153720" cy="10008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29374786-82B4-A38C-55C7-4922476938A5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613931" y="2623528"/>
                <a:ext cx="1893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6D69F88-3AA5-D900-BF51-44A69A622F1A}"/>
                  </a:ext>
                </a:extLst>
              </p14:cNvPr>
              <p14:cNvContentPartPr/>
              <p14:nvPr/>
            </p14:nvContentPartPr>
            <p14:xfrm>
              <a:off x="8203531" y="5001328"/>
              <a:ext cx="1022760" cy="1267920"/>
            </p14:xfrm>
          </p:contentPart>
        </mc:Choice>
        <mc:Fallback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6D69F88-3AA5-D900-BF51-44A69A622F1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185531" y="4983328"/>
                <a:ext cx="1058400" cy="13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A98D9E57-DEC1-5158-B3B4-9A09CC587CF9}"/>
                  </a:ext>
                </a:extLst>
              </p14:cNvPr>
              <p14:cNvContentPartPr/>
              <p14:nvPr/>
            </p14:nvContentPartPr>
            <p14:xfrm>
              <a:off x="9115411" y="6183208"/>
              <a:ext cx="131040" cy="86400"/>
            </p14:xfrm>
          </p:contentPart>
        </mc:Choice>
        <mc:Fallback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A98D9E57-DEC1-5158-B3B4-9A09CC587CF9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097411" y="6165568"/>
                <a:ext cx="1666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59806C6C-64C1-236F-8533-413C2E16C0F7}"/>
                  </a:ext>
                </a:extLst>
              </p14:cNvPr>
              <p14:cNvContentPartPr/>
              <p14:nvPr/>
            </p14:nvContentPartPr>
            <p14:xfrm>
              <a:off x="8839291" y="4979368"/>
              <a:ext cx="1013760" cy="1316520"/>
            </p14:xfrm>
          </p:contentPart>
        </mc:Choice>
        <mc:Fallback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59806C6C-64C1-236F-8533-413C2E16C0F7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821291" y="4961368"/>
                <a:ext cx="1049400" cy="13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35A457A3-9505-98FA-0E81-966CEC144F3C}"/>
                  </a:ext>
                </a:extLst>
              </p14:cNvPr>
              <p14:cNvContentPartPr/>
              <p14:nvPr/>
            </p14:nvContentPartPr>
            <p14:xfrm>
              <a:off x="9746851" y="6215608"/>
              <a:ext cx="128520" cy="92880"/>
            </p14:xfrm>
          </p:contentPart>
        </mc:Choice>
        <mc:Fallback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35A457A3-9505-98FA-0E81-966CEC144F3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729211" y="6197608"/>
                <a:ext cx="1641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28C5C280-1FAC-8F45-3741-562CC0F3D4D0}"/>
                  </a:ext>
                </a:extLst>
              </p14:cNvPr>
              <p14:cNvContentPartPr/>
              <p14:nvPr/>
            </p14:nvContentPartPr>
            <p14:xfrm>
              <a:off x="5711971" y="1659448"/>
              <a:ext cx="3331800" cy="1117800"/>
            </p14:xfrm>
          </p:contentPart>
        </mc:Choice>
        <mc:Fallback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28C5C280-1FAC-8F45-3741-562CC0F3D4D0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5693971" y="1641448"/>
                <a:ext cx="3367440" cy="11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C0D2B19C-6E02-EE97-C065-6284B11831CC}"/>
                  </a:ext>
                </a:extLst>
              </p14:cNvPr>
              <p14:cNvContentPartPr/>
              <p14:nvPr/>
            </p14:nvContentPartPr>
            <p14:xfrm>
              <a:off x="8968531" y="2676808"/>
              <a:ext cx="103680" cy="13968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C0D2B19C-6E02-EE97-C065-6284B11831CC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950531" y="2658808"/>
                <a:ext cx="1393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71E0CF14-0ED4-6F79-CEF0-9AB405FBC79B}"/>
                  </a:ext>
                </a:extLst>
              </p14:cNvPr>
              <p14:cNvContentPartPr/>
              <p14:nvPr/>
            </p14:nvContentPartPr>
            <p14:xfrm>
              <a:off x="6303811" y="1627768"/>
              <a:ext cx="3364920" cy="1166760"/>
            </p14:xfrm>
          </p:contentPart>
        </mc:Choice>
        <mc:Fallback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71E0CF14-0ED4-6F79-CEF0-9AB405FBC79B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6285811" y="1609768"/>
                <a:ext cx="3400560" cy="12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50AC812A-E067-D856-462C-768E968DEB3D}"/>
                  </a:ext>
                </a:extLst>
              </p14:cNvPr>
              <p14:cNvContentPartPr/>
              <p14:nvPr/>
            </p14:nvContentPartPr>
            <p14:xfrm>
              <a:off x="9580531" y="2700568"/>
              <a:ext cx="78120" cy="14868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50AC812A-E067-D856-462C-768E968DEB3D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9562891" y="2682928"/>
                <a:ext cx="1137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8289DA57-CF61-9A7F-412F-1092399DEE3E}"/>
                  </a:ext>
                </a:extLst>
              </p14:cNvPr>
              <p14:cNvContentPartPr/>
              <p14:nvPr/>
            </p14:nvContentPartPr>
            <p14:xfrm>
              <a:off x="5877211" y="5006008"/>
              <a:ext cx="3361680" cy="130860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8289DA57-CF61-9A7F-412F-1092399DEE3E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859571" y="4988008"/>
                <a:ext cx="3397320" cy="13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4D2D7F55-18B4-198A-96D2-1EA6130D2E36}"/>
                  </a:ext>
                </a:extLst>
              </p14:cNvPr>
              <p14:cNvContentPartPr/>
              <p14:nvPr/>
            </p14:nvContentPartPr>
            <p14:xfrm>
              <a:off x="5858131" y="6239008"/>
              <a:ext cx="96120" cy="121680"/>
            </p14:xfrm>
          </p:contentPart>
        </mc:Choice>
        <mc:Fallback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4D2D7F55-18B4-198A-96D2-1EA6130D2E36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5840491" y="6221368"/>
                <a:ext cx="1317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8B5D269D-058C-8A47-11F9-721746D37BC8}"/>
                  </a:ext>
                </a:extLst>
              </p14:cNvPr>
              <p14:cNvContentPartPr/>
              <p14:nvPr/>
            </p14:nvContentPartPr>
            <p14:xfrm>
              <a:off x="6504691" y="4986568"/>
              <a:ext cx="3308760" cy="136800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8B5D269D-058C-8A47-11F9-721746D37BC8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487051" y="4968568"/>
                <a:ext cx="3344400" cy="14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FF584E06-255D-37FF-C85D-B9FA84A56656}"/>
                  </a:ext>
                </a:extLst>
              </p14:cNvPr>
              <p14:cNvContentPartPr/>
              <p14:nvPr/>
            </p14:nvContentPartPr>
            <p14:xfrm>
              <a:off x="6482011" y="6294808"/>
              <a:ext cx="90720" cy="9036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FF584E06-255D-37FF-C85D-B9FA84A5665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6464011" y="6276808"/>
                <a:ext cx="1263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D67F0CDB-D497-B835-DA21-2B9FC622C231}"/>
                  </a:ext>
                </a:extLst>
              </p14:cNvPr>
              <p14:cNvContentPartPr/>
              <p14:nvPr/>
            </p14:nvContentPartPr>
            <p14:xfrm>
              <a:off x="10379731" y="1761688"/>
              <a:ext cx="5400" cy="948960"/>
            </p14:xfrm>
          </p:contentPart>
        </mc:Choice>
        <mc:Fallback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D67F0CDB-D497-B835-DA21-2B9FC622C231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0361731" y="1743688"/>
                <a:ext cx="41040" cy="9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84C9250C-DCB8-CD95-2B35-5FF8903A8F7F}"/>
                  </a:ext>
                </a:extLst>
              </p14:cNvPr>
              <p14:cNvContentPartPr/>
              <p14:nvPr/>
            </p14:nvContentPartPr>
            <p14:xfrm>
              <a:off x="10322851" y="2619928"/>
              <a:ext cx="142560" cy="10836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84C9250C-DCB8-CD95-2B35-5FF8903A8F7F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10304851" y="2602288"/>
                <a:ext cx="1782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530751AE-EF8A-838E-15A3-3E3998B9D5FD}"/>
                  </a:ext>
                </a:extLst>
              </p14:cNvPr>
              <p14:cNvContentPartPr/>
              <p14:nvPr/>
            </p14:nvContentPartPr>
            <p14:xfrm>
              <a:off x="10487371" y="5028328"/>
              <a:ext cx="74520" cy="122868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530751AE-EF8A-838E-15A3-3E3998B9D5FD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10469371" y="5010328"/>
                <a:ext cx="110160" cy="12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0A1F3514-EDB6-2ABB-2901-1B1AC3BD0753}"/>
                  </a:ext>
                </a:extLst>
              </p14:cNvPr>
              <p14:cNvContentPartPr/>
              <p14:nvPr/>
            </p14:nvContentPartPr>
            <p14:xfrm>
              <a:off x="10491691" y="6159808"/>
              <a:ext cx="131040" cy="10080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0A1F3514-EDB6-2ABB-2901-1B1AC3BD0753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0473691" y="6142168"/>
                <a:ext cx="166680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295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C147-08AF-0EE1-9B8E-0275E96A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F6557E72-CE59-ED95-7EBB-1967090246CF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26215-A31B-D655-2E71-332C2FAB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600" dirty="0"/>
              <a:t>DIST:  07.1 (</a:t>
            </a:r>
            <a:r>
              <a:rPr lang="en-US" sz="3600" dirty="0">
                <a:ea typeface="+mj-lt"/>
                <a:cs typeface="+mj-lt"/>
              </a:rPr>
              <a:t>student_dist_block_cyclic_1d blk</a:t>
            </a:r>
            <a:r>
              <a:rPr lang="en-US" sz="3600" dirty="0"/>
              <a:t>=n/</a:t>
            </a:r>
            <a:r>
              <a:rPr lang="en-US" sz="3600" err="1"/>
              <a:t>num_ranks</a:t>
            </a:r>
            <a:r>
              <a:rPr lang="en-US" sz="3600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2FDBCD-4128-B7E5-E6D7-D7AB1831DB8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76DC5D-0E32-3D5C-F31B-E45E0C41F9E0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4EC05A-C42E-EDF9-A96D-47C95D3BEC38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4F807A-CED7-2751-E0B7-7F41065E666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EA0EE8-87BA-348C-907F-7BBB9A2BC16D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A9511E-7AF7-BFB7-FCF1-F2DFF3B9AAA2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F54056-2154-6D7B-8F79-9B70C7500A9F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9A96F2-9B74-A123-D1B9-A20DA9BF0EEA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78B6B8-8095-22EC-2278-FA0A5D4C8A89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D9E250-AFEA-93C7-7936-DD68CD596FCB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199648-52E5-FE1E-FCD2-8C436320CBDA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9F8FC-2693-9BFE-CD2D-E8F5AE84E2F0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FC05A1-34B9-9973-A6F6-D187E48B1394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7D2553-1445-17CE-7733-077D42B0BA21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29A6854-AFD5-E55B-339E-C1BAD6C09F79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6F29A6-0291-0DBD-8038-82693966BE0A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96B1FB5-A6CA-B209-33B1-10A838C4735F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CCB44C-9BFD-8639-A7FB-5300448AECDC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D82AC1-9C22-E0F5-7009-CA5FF9A4B222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61BBA65-EFA2-5ABB-760C-8B1C815AC448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66750-1C9C-E8E2-E203-7BB84E99301D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697F902-C97A-EFC2-0100-4CAFBACEBF10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BD2BE2-50D4-F207-CC24-4FD4F5E28AEC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AFFC94-73C8-96FB-F18C-0693DB27BDBD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139A0ED-9D98-57B9-39EB-A71708E61246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32AA90-D7A8-DBD9-4084-731E9A6CBDC1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6913254-7642-65BB-2F1F-D3F5444D6AF3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2D11BF-3A5F-EB3C-9DB7-F3510909CBB1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8C77423-F013-B4D9-94A6-ABE6287421E4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DB2E05-54CD-CFC1-B9AB-AC05DD76E96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84C3129-BB3F-CD3A-B4DC-E47733858956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CBE964D-7C32-3818-A01E-4CFB636B2B9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B5E3C78-C7EE-030C-23F2-F39ABCDAAF77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B018271-EC0B-CA08-9527-2801A722A743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9441FBD-8564-4C8A-08DC-505F9A67F36D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FEFE350-4953-42A3-87FD-852388792C53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52D9AAD-13DF-78D2-50DC-D71F0A03EF00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5D67C86-6A89-7C93-0BEA-58954846E0AE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B651C89-2B0D-45CF-73AF-9ABAC8C82B38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EFFC10F-A523-46A8-5875-AF9A0C232DAF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C04B52-291A-9D87-FD46-3A589A831FA8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678D664-FF01-62C5-8A99-B7F0E2018FF2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40F0F8-0919-ABB1-F834-91EC850D1CC2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3B2C836-E597-DB97-6DDD-0235AE1D27EA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1EC6146-0729-D6CA-E40A-871308A349EE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6F1222F-4EDA-18A7-3691-8FA8A4D0CBD8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BD65718-D950-75F5-0624-049AFB5E523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BA5E06F-90C0-39D0-5670-60A1C9E21321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F24FD3C-0DDC-0AF7-BF63-87A0EDC8CFB7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7EE113-832A-919A-BD1A-05A8C4BFCB42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A327F28-E453-82B2-F965-4910C5CAE37C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57913FA-F115-DABB-8A5F-7575B999FF95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BE1F8A8-5527-F1FE-CB9B-3F6EC81DD1C8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9BCFAEE-BC39-0937-9301-DCE9CFDC651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85A24B9-CAA7-326C-8406-9CE79024FF43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3514DAB-DEB7-DA8F-9B05-F7E4B9D262E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69439E4-8AC5-C0FD-4C26-7FB8C9A34B3F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FB639B7-7E0E-DF55-ECF8-64BF2AAC96A2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21183C3-CE0E-40A2-165E-88E11EE331BC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48ACE65-CF69-6794-1BC8-D6100DDFD72A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127002E-8B73-2EB7-2ED0-F07AC75A69AF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12E4579-90A7-35CE-1E82-4599387C6EF2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8B994AD-0213-34C8-71CA-F60200F69C1A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A1B3054-FA9C-A899-2BEB-617540267157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A365508-C204-8407-D281-D2167FD67E57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753B078-859A-2546-681F-D87D0116959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55E97DA-7F41-93A7-9739-9C1CA8322BC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8F62211-DCAA-562C-4D2F-CAC252E2422E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CE22182-9472-FDC0-4C24-3F12FEB4FFC4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9E8EC76-509F-7594-F4AC-5133B4D67F9D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9497144-8375-8F67-2062-5DB99F469FB5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D021D94-9C2C-346D-7AE2-B36A07B0549C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011244C-EBE5-9663-0751-4DD029FBCD70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67D3A04-5164-1EE4-7989-B4FC266C951B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8DA57B-9FA9-B107-9959-4E8A85BA69A7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C26D66E-661A-4A93-B35B-66A972F273AD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05138D-6D9E-3807-9578-3B7DDC735A4E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69251B0-727D-C629-BA84-C3925C09F0C7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5EB665F-A7BF-ECAE-AA58-3A575F919BDA}"/>
                  </a:ext>
                </a:extLst>
              </p14:cNvPr>
              <p14:cNvContentPartPr/>
              <p14:nvPr/>
            </p14:nvContentPartPr>
            <p14:xfrm>
              <a:off x="1872724" y="4805106"/>
              <a:ext cx="74520" cy="118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5EB665F-A7BF-ECAE-AA58-3A575F919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6604" y="479898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A569F2E-804A-202F-1252-F899A2C3D1B9}"/>
                  </a:ext>
                </a:extLst>
              </p14:cNvPr>
              <p14:cNvContentPartPr/>
              <p14:nvPr/>
            </p14:nvContentPartPr>
            <p14:xfrm>
              <a:off x="1968484" y="4876386"/>
              <a:ext cx="5400" cy="57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A569F2E-804A-202F-1252-F899A2C3D1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2364" y="487026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01C0095-A1A9-F94F-7862-85F81D042079}"/>
                  </a:ext>
                </a:extLst>
              </p14:cNvPr>
              <p14:cNvContentPartPr/>
              <p14:nvPr/>
            </p14:nvContentPartPr>
            <p14:xfrm>
              <a:off x="2008084" y="4796826"/>
              <a:ext cx="64800" cy="108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01C0095-A1A9-F94F-7862-85F81D0420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1964" y="479070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3C75B31-C5AC-BDBA-25DD-269376D8E244}"/>
                  </a:ext>
                </a:extLst>
              </p14:cNvPr>
              <p14:cNvContentPartPr/>
              <p14:nvPr/>
            </p14:nvContentPartPr>
            <p14:xfrm>
              <a:off x="2104204" y="4876026"/>
              <a:ext cx="7200" cy="58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3C75B31-C5AC-BDBA-25DD-269376D8E2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8084" y="486990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0A5476-CE29-F925-F249-83F7014E7EE4}"/>
                  </a:ext>
                </a:extLst>
              </p14:cNvPr>
              <p14:cNvContentPartPr/>
              <p14:nvPr/>
            </p14:nvContentPartPr>
            <p14:xfrm>
              <a:off x="2135164" y="4801506"/>
              <a:ext cx="74160" cy="1119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0A5476-CE29-F925-F249-83F7014E7E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9044" y="479538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50E9458-2C99-2868-C2D3-7B1A2A2A079F}"/>
                  </a:ext>
                </a:extLst>
              </p14:cNvPr>
              <p14:cNvContentPartPr/>
              <p14:nvPr/>
            </p14:nvContentPartPr>
            <p14:xfrm>
              <a:off x="2530227" y="4816626"/>
              <a:ext cx="59760" cy="110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50E9458-2C99-2868-C2D3-7B1A2A2A07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24107" y="481050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4CACA67-6EFA-7D32-5345-98ADA1840127}"/>
                  </a:ext>
                </a:extLst>
              </p14:cNvPr>
              <p14:cNvContentPartPr/>
              <p14:nvPr/>
            </p14:nvContentPartPr>
            <p14:xfrm>
              <a:off x="2632107" y="4877106"/>
              <a:ext cx="3600" cy="63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4CACA67-6EFA-7D32-5345-98ADA18401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25987" y="487098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B344A3-679E-A8C0-3D57-664D783841BE}"/>
                  </a:ext>
                </a:extLst>
              </p14:cNvPr>
              <p14:cNvContentPartPr/>
              <p14:nvPr/>
            </p14:nvContentPartPr>
            <p14:xfrm>
              <a:off x="2661627" y="4811226"/>
              <a:ext cx="68760" cy="105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B344A3-679E-A8C0-3D57-664D783841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55507" y="4805106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871934A-84C2-38B7-37C3-C5E12E7EED8C}"/>
                  </a:ext>
                </a:extLst>
              </p14:cNvPr>
              <p14:cNvContentPartPr/>
              <p14:nvPr/>
            </p14:nvContentPartPr>
            <p14:xfrm>
              <a:off x="2757027" y="4893666"/>
              <a:ext cx="9720" cy="56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871934A-84C2-38B7-37C3-C5E12E7EED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0907" y="4887546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9935482-5FF3-94B6-3A3C-8F8B6F5796BE}"/>
                  </a:ext>
                </a:extLst>
              </p14:cNvPr>
              <p14:cNvContentPartPr/>
              <p14:nvPr/>
            </p14:nvContentPartPr>
            <p14:xfrm>
              <a:off x="2806347" y="4786746"/>
              <a:ext cx="26280" cy="130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9935482-5FF3-94B6-3A3C-8F8B6F5796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00227" y="4780626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D248FBE-C394-DA58-8C8B-9AA30BC56606}"/>
                  </a:ext>
                </a:extLst>
              </p14:cNvPr>
              <p14:cNvContentPartPr/>
              <p14:nvPr/>
            </p14:nvContentPartPr>
            <p14:xfrm>
              <a:off x="3125785" y="4811695"/>
              <a:ext cx="62280" cy="126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D248FBE-C394-DA58-8C8B-9AA30BC5660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19665" y="480557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216CE9B-D17E-E15D-7D34-912897387B32}"/>
                  </a:ext>
                </a:extLst>
              </p14:cNvPr>
              <p14:cNvContentPartPr/>
              <p14:nvPr/>
            </p14:nvContentPartPr>
            <p14:xfrm>
              <a:off x="3765865" y="4802335"/>
              <a:ext cx="61200" cy="110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216CE9B-D17E-E15D-7D34-912897387B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59745" y="479621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B11EAFD-29FD-CBCA-458D-2554B222B88E}"/>
                  </a:ext>
                </a:extLst>
              </p14:cNvPr>
              <p14:cNvContentPartPr/>
              <p14:nvPr/>
            </p14:nvContentPartPr>
            <p14:xfrm>
              <a:off x="3223574" y="4900590"/>
              <a:ext cx="10440" cy="43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B11EAFD-29FD-CBCA-458D-2554B222B8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17454" y="489447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7F881A1-90F8-0E52-9F8B-B21929F7A188}"/>
                  </a:ext>
                </a:extLst>
              </p14:cNvPr>
              <p14:cNvContentPartPr/>
              <p14:nvPr/>
            </p14:nvContentPartPr>
            <p14:xfrm>
              <a:off x="3858254" y="4904910"/>
              <a:ext cx="3600" cy="33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7F881A1-90F8-0E52-9F8B-B21929F7A18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52134" y="489879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21959D9-2323-4E36-6FD9-776709179C69}"/>
                  </a:ext>
                </a:extLst>
              </p14:cNvPr>
              <p14:cNvContentPartPr/>
              <p14:nvPr/>
            </p14:nvContentPartPr>
            <p14:xfrm>
              <a:off x="3328283" y="4891897"/>
              <a:ext cx="2160" cy="23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21959D9-2323-4E36-6FD9-776709179C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22163" y="4885777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614F249-D0BD-1D56-BE70-8703F9D15FEC}"/>
                  </a:ext>
                </a:extLst>
              </p14:cNvPr>
              <p14:cNvContentPartPr/>
              <p14:nvPr/>
            </p14:nvContentPartPr>
            <p14:xfrm>
              <a:off x="3942803" y="4901977"/>
              <a:ext cx="2880" cy="162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614F249-D0BD-1D56-BE70-8703F9D15FE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36683" y="4895857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3B27F76-5F55-B165-CF07-F907BB362280}"/>
                  </a:ext>
                </a:extLst>
              </p14:cNvPr>
              <p14:cNvContentPartPr/>
              <p14:nvPr/>
            </p14:nvContentPartPr>
            <p14:xfrm>
              <a:off x="5574384" y="4782637"/>
              <a:ext cx="12240" cy="1144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3B27F76-5F55-B165-CF07-F907BB36228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68264" y="477651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9EF8BBC-B060-468D-C16C-33564D5049F6}"/>
                  </a:ext>
                </a:extLst>
              </p14:cNvPr>
              <p14:cNvContentPartPr/>
              <p14:nvPr/>
            </p14:nvContentPartPr>
            <p14:xfrm>
              <a:off x="5623704" y="4891357"/>
              <a:ext cx="1800" cy="302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9EF8BBC-B060-468D-C16C-33564D5049F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17584" y="488523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54BC754-CDE7-389C-6257-8BCBE53891CD}"/>
                  </a:ext>
                </a:extLst>
              </p14:cNvPr>
              <p14:cNvContentPartPr/>
              <p14:nvPr/>
            </p14:nvContentPartPr>
            <p14:xfrm>
              <a:off x="6222090" y="4811280"/>
              <a:ext cx="10800" cy="1026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54BC754-CDE7-389C-6257-8BCBE53891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15970" y="480516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3EAD7BD-E434-DCD7-4006-FC72FB3E7C4E}"/>
                  </a:ext>
                </a:extLst>
              </p14:cNvPr>
              <p14:cNvContentPartPr/>
              <p14:nvPr/>
            </p14:nvContentPartPr>
            <p14:xfrm>
              <a:off x="6267090" y="4894800"/>
              <a:ext cx="2520" cy="356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3EAD7BD-E434-DCD7-4006-FC72FB3E7C4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60970" y="488868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4F7DD61-B140-C58D-685B-FCA84CABA742}"/>
                  </a:ext>
                </a:extLst>
              </p14:cNvPr>
              <p14:cNvContentPartPr/>
              <p14:nvPr/>
            </p14:nvContentPartPr>
            <p14:xfrm>
              <a:off x="5017824" y="4785517"/>
              <a:ext cx="5760" cy="1144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4F7DD61-B140-C58D-685B-FCA84CABA74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011704" y="477939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47E35E4-DB76-97EB-557F-DC1310F38A55}"/>
                  </a:ext>
                </a:extLst>
              </p14:cNvPr>
              <p14:cNvContentPartPr/>
              <p14:nvPr/>
            </p14:nvContentPartPr>
            <p14:xfrm>
              <a:off x="5062104" y="4898917"/>
              <a:ext cx="7920" cy="262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47E35E4-DB76-97EB-557F-DC1310F38A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55984" y="489279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459A86C-FA4E-9B88-8D8B-062009656F17}"/>
                  </a:ext>
                </a:extLst>
              </p14:cNvPr>
              <p14:cNvContentPartPr/>
              <p14:nvPr/>
            </p14:nvContentPartPr>
            <p14:xfrm>
              <a:off x="5096801" y="4796634"/>
              <a:ext cx="51120" cy="1148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459A86C-FA4E-9B88-8D8B-062009656F1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90681" y="4790514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3753559-FDAC-3DCF-0EBF-1B5DC7F66B6D}"/>
                  </a:ext>
                </a:extLst>
              </p14:cNvPr>
              <p14:cNvContentPartPr/>
              <p14:nvPr/>
            </p14:nvContentPartPr>
            <p14:xfrm>
              <a:off x="5176361" y="4893474"/>
              <a:ext cx="11520" cy="44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3753559-FDAC-3DCF-0EBF-1B5DC7F66B6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70241" y="4887354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F060D50-74D6-BAF0-A034-A0E44D13B1F7}"/>
                  </a:ext>
                </a:extLst>
              </p14:cNvPr>
              <p14:cNvContentPartPr/>
              <p14:nvPr/>
            </p14:nvContentPartPr>
            <p14:xfrm>
              <a:off x="4356864" y="4784437"/>
              <a:ext cx="10440" cy="1141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F060D50-74D6-BAF0-A034-A0E44D13B1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50744" y="477831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DA0E73F-5862-C560-B5CF-B9977E96F6CE}"/>
                  </a:ext>
                </a:extLst>
              </p14:cNvPr>
              <p14:cNvContentPartPr/>
              <p14:nvPr/>
            </p14:nvContentPartPr>
            <p14:xfrm>
              <a:off x="4409064" y="4879837"/>
              <a:ext cx="1440" cy="27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DA0E73F-5862-C560-B5CF-B9977E96F6C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02944" y="487371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3EBCBF9C-F6AB-2727-20DE-CFFA72CB7B5E}"/>
                  </a:ext>
                </a:extLst>
              </p14:cNvPr>
              <p14:cNvContentPartPr/>
              <p14:nvPr/>
            </p14:nvContentPartPr>
            <p14:xfrm>
              <a:off x="4437281" y="4795194"/>
              <a:ext cx="50760" cy="954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3EBCBF9C-F6AB-2727-20DE-CFFA72CB7B5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31161" y="478907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0FA8F64-041A-3DE6-1187-8635557B909A}"/>
                  </a:ext>
                </a:extLst>
              </p14:cNvPr>
              <p14:cNvContentPartPr/>
              <p14:nvPr/>
            </p14:nvContentPartPr>
            <p14:xfrm>
              <a:off x="4509281" y="4871514"/>
              <a:ext cx="5760" cy="345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0FA8F64-041A-3DE6-1187-8635557B909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03161" y="486539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081F687-ABE9-9137-FAEF-AA73FCA89BE7}"/>
                  </a:ext>
                </a:extLst>
              </p14:cNvPr>
              <p14:cNvContentPartPr/>
              <p14:nvPr/>
            </p14:nvContentPartPr>
            <p14:xfrm>
              <a:off x="4533720" y="4789337"/>
              <a:ext cx="47520" cy="939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081F687-ABE9-9137-FAEF-AA73FCA89BE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27600" y="478321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D2FF48C5-F8A3-02D3-6865-B44BAF449DC3}"/>
                  </a:ext>
                </a:extLst>
              </p14:cNvPr>
              <p14:cNvContentPartPr/>
              <p14:nvPr/>
            </p14:nvContentPartPr>
            <p14:xfrm>
              <a:off x="5229240" y="4796537"/>
              <a:ext cx="15480" cy="921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D2FF48C5-F8A3-02D3-6865-B44BAF449DC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23120" y="4790417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1B03263-C2C5-FA2B-A5D4-FDA431C42BB6}"/>
                  </a:ext>
                </a:extLst>
              </p14:cNvPr>
              <p14:cNvContentPartPr/>
              <p14:nvPr/>
            </p14:nvContentPartPr>
            <p14:xfrm>
              <a:off x="5726304" y="4869605"/>
              <a:ext cx="3960" cy="392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1B03263-C2C5-FA2B-A5D4-FDA431C42BB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20184" y="486348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7B1C391-7EEC-C9D0-F88C-3BB26BCC3E83}"/>
                  </a:ext>
                </a:extLst>
              </p14:cNvPr>
              <p14:cNvContentPartPr/>
              <p14:nvPr/>
            </p14:nvContentPartPr>
            <p14:xfrm>
              <a:off x="6391556" y="4884943"/>
              <a:ext cx="4320" cy="42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7B1C391-7EEC-C9D0-F88C-3BB26BCC3E8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85436" y="487882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88024136-F95E-371B-62DE-F1515C9B3B72}"/>
                  </a:ext>
                </a:extLst>
              </p14:cNvPr>
              <p14:cNvContentPartPr/>
              <p14:nvPr/>
            </p14:nvContentPartPr>
            <p14:xfrm>
              <a:off x="7960592" y="4803694"/>
              <a:ext cx="35280" cy="972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88024136-F95E-371B-62DE-F1515C9B3B7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54472" y="479757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61B62F0-9819-A39B-CAEC-4CC8632E006B}"/>
                  </a:ext>
                </a:extLst>
              </p14:cNvPr>
              <p14:cNvContentPartPr/>
              <p14:nvPr/>
            </p14:nvContentPartPr>
            <p14:xfrm>
              <a:off x="8036912" y="4877494"/>
              <a:ext cx="2160" cy="3888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61B62F0-9819-A39B-CAEC-4CC8632E006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30792" y="487137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11FB212-FD61-03DE-9355-3818346E9FAC}"/>
                  </a:ext>
                </a:extLst>
              </p14:cNvPr>
              <p14:cNvContentPartPr/>
              <p14:nvPr/>
            </p14:nvContentPartPr>
            <p14:xfrm>
              <a:off x="6802698" y="4790297"/>
              <a:ext cx="45360" cy="1004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11FB212-FD61-03DE-9355-3818346E9FA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96578" y="478417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D1A2412-BFB8-1020-CE13-FE627A1FE485}"/>
                  </a:ext>
                </a:extLst>
              </p14:cNvPr>
              <p14:cNvContentPartPr/>
              <p14:nvPr/>
            </p14:nvContentPartPr>
            <p14:xfrm>
              <a:off x="6884058" y="4873097"/>
              <a:ext cx="3960" cy="406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D1A2412-BFB8-1020-CE13-FE627A1FE48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77938" y="486697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B9F41CD-E086-C29C-7AC5-A2D07C531F88}"/>
                  </a:ext>
                </a:extLst>
              </p14:cNvPr>
              <p14:cNvContentPartPr/>
              <p14:nvPr/>
            </p14:nvContentPartPr>
            <p14:xfrm>
              <a:off x="6912660" y="4789932"/>
              <a:ext cx="53280" cy="1094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B9F41CD-E086-C29C-7AC5-A2D07C531F8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906540" y="478381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18E16DE-60BC-C267-6B47-28F2CAA84307}"/>
                  </a:ext>
                </a:extLst>
              </p14:cNvPr>
              <p14:cNvContentPartPr/>
              <p14:nvPr/>
            </p14:nvContentPartPr>
            <p14:xfrm>
              <a:off x="6996540" y="4860492"/>
              <a:ext cx="1800" cy="396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18E16DE-60BC-C267-6B47-28F2CAA8430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90420" y="485437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B6B2A29-4B4A-C2AC-FAE5-EEB4DDBBAAB0}"/>
                  </a:ext>
                </a:extLst>
              </p14:cNvPr>
              <p14:cNvContentPartPr/>
              <p14:nvPr/>
            </p14:nvContentPartPr>
            <p14:xfrm>
              <a:off x="7013100" y="4789932"/>
              <a:ext cx="66960" cy="979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B6B2A29-4B4A-C2AC-FAE5-EEB4DDBBAAB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06980" y="478381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58B66EB-DF8E-DA4B-25E2-6275823F23F2}"/>
                  </a:ext>
                </a:extLst>
              </p14:cNvPr>
              <p14:cNvContentPartPr/>
              <p14:nvPr/>
            </p14:nvContentPartPr>
            <p14:xfrm>
              <a:off x="7450698" y="4798577"/>
              <a:ext cx="37800" cy="1144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58B66EB-DF8E-DA4B-25E2-6275823F23F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44578" y="479245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0A98EA9-3EAF-4115-2FD1-A68BB38E8AA9}"/>
                  </a:ext>
                </a:extLst>
              </p14:cNvPr>
              <p14:cNvContentPartPr/>
              <p14:nvPr/>
            </p14:nvContentPartPr>
            <p14:xfrm>
              <a:off x="7517298" y="4886777"/>
              <a:ext cx="4680" cy="284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0A98EA9-3EAF-4115-2FD1-A68BB38E8AA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11178" y="488065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F8C703E-9D30-13E8-6B44-12D7B6E75FE2}"/>
                  </a:ext>
                </a:extLst>
              </p14:cNvPr>
              <p14:cNvContentPartPr/>
              <p14:nvPr/>
            </p14:nvContentPartPr>
            <p14:xfrm>
              <a:off x="7541940" y="4779852"/>
              <a:ext cx="58680" cy="1191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F8C703E-9D30-13E8-6B44-12D7B6E75FE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535820" y="4773732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27B2DE5-3882-B383-19B3-ACFEBFC60A7E}"/>
                  </a:ext>
                </a:extLst>
              </p14:cNvPr>
              <p14:cNvContentPartPr/>
              <p14:nvPr/>
            </p14:nvContentPartPr>
            <p14:xfrm>
              <a:off x="7643820" y="4857252"/>
              <a:ext cx="2160" cy="496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27B2DE5-3882-B383-19B3-ACFEBFC60A7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37700" y="485113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EB0F605-1BC3-629D-1BF0-95BD5227C3A8}"/>
                  </a:ext>
                </a:extLst>
              </p14:cNvPr>
              <p14:cNvContentPartPr/>
              <p14:nvPr/>
            </p14:nvContentPartPr>
            <p14:xfrm>
              <a:off x="7679820" y="4778772"/>
              <a:ext cx="19800" cy="1062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EB0F605-1BC3-629D-1BF0-95BD5227C3A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673700" y="4772652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81DF0A5-BE18-9A55-BA02-1DC530CAF60A}"/>
                  </a:ext>
                </a:extLst>
              </p14:cNvPr>
              <p14:cNvContentPartPr/>
              <p14:nvPr/>
            </p14:nvContentPartPr>
            <p14:xfrm>
              <a:off x="8169258" y="4850339"/>
              <a:ext cx="1800" cy="489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81DF0A5-BE18-9A55-BA02-1DC530CAF60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63138" y="484421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FE458C9-B556-AA0C-5CF1-56D62C8BD01F}"/>
                  </a:ext>
                </a:extLst>
              </p14:cNvPr>
              <p14:cNvContentPartPr/>
              <p14:nvPr/>
            </p14:nvContentPartPr>
            <p14:xfrm>
              <a:off x="8634005" y="4792833"/>
              <a:ext cx="39600" cy="1119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FE458C9-B556-AA0C-5CF1-56D62C8BD01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27885" y="478671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075C322-C98C-697C-8AF8-D5B5C21BFF9E}"/>
                  </a:ext>
                </a:extLst>
              </p14:cNvPr>
              <p14:cNvContentPartPr/>
              <p14:nvPr/>
            </p14:nvContentPartPr>
            <p14:xfrm>
              <a:off x="8700965" y="4881753"/>
              <a:ext cx="6480" cy="3564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075C322-C98C-697C-8AF8-D5B5C21BFF9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94845" y="487563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EBA8949-87C2-AA4A-A01A-F26A81920318}"/>
                  </a:ext>
                </a:extLst>
              </p14:cNvPr>
              <p14:cNvContentPartPr/>
              <p14:nvPr/>
            </p14:nvContentPartPr>
            <p14:xfrm>
              <a:off x="8797818" y="4856099"/>
              <a:ext cx="9000" cy="576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EBA8949-87C2-AA4A-A01A-F26A819203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91698" y="484997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5D5470F-5D05-AA63-7A04-B02F60D5432C}"/>
                  </a:ext>
                </a:extLst>
              </p14:cNvPr>
              <p14:cNvContentPartPr/>
              <p14:nvPr/>
            </p14:nvContentPartPr>
            <p14:xfrm>
              <a:off x="9776892" y="4813005"/>
              <a:ext cx="54000" cy="813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5D5470F-5D05-AA63-7A04-B02F60D5432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70772" y="480688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FDF28D5-915E-614D-CE08-7376A5A4356E}"/>
                  </a:ext>
                </a:extLst>
              </p14:cNvPr>
              <p14:cNvContentPartPr/>
              <p14:nvPr/>
            </p14:nvContentPartPr>
            <p14:xfrm>
              <a:off x="10353936" y="4810833"/>
              <a:ext cx="39240" cy="824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FDF28D5-915E-614D-CE08-7376A5A4356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47816" y="480471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112AAB8-DE43-8904-F217-A003F93B2B4B}"/>
                  </a:ext>
                </a:extLst>
              </p14:cNvPr>
              <p14:cNvContentPartPr/>
              <p14:nvPr/>
            </p14:nvContentPartPr>
            <p14:xfrm>
              <a:off x="10439256" y="4862313"/>
              <a:ext cx="12960" cy="342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112AAB8-DE43-8904-F217-A003F93B2B4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33136" y="485619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5A8AA466-FF5F-FA1B-77EF-4DCB7BB4BD91}"/>
                  </a:ext>
                </a:extLst>
              </p14:cNvPr>
              <p14:cNvContentPartPr/>
              <p14:nvPr/>
            </p14:nvContentPartPr>
            <p14:xfrm>
              <a:off x="9863256" y="4861593"/>
              <a:ext cx="10440" cy="349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5A8AA466-FF5F-FA1B-77EF-4DCB7BB4BD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857136" y="485547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0684626-AC9E-A697-EAB7-C71CF6151897}"/>
                  </a:ext>
                </a:extLst>
              </p14:cNvPr>
              <p14:cNvContentPartPr/>
              <p14:nvPr/>
            </p14:nvContentPartPr>
            <p14:xfrm>
              <a:off x="9172601" y="4821519"/>
              <a:ext cx="66240" cy="1083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0684626-AC9E-A697-EAB7-C71CF615189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66481" y="481539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833152A-7E06-C442-A48A-C60147EA999A}"/>
                  </a:ext>
                </a:extLst>
              </p14:cNvPr>
              <p14:cNvContentPartPr/>
              <p14:nvPr/>
            </p14:nvContentPartPr>
            <p14:xfrm>
              <a:off x="9262241" y="4901079"/>
              <a:ext cx="7920" cy="38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833152A-7E06-C442-A48A-C60147EA999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256121" y="489495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40B7B764-43F6-11B5-70F1-B0522F77A38D}"/>
                  </a:ext>
                </a:extLst>
              </p14:cNvPr>
              <p14:cNvContentPartPr/>
              <p14:nvPr/>
            </p14:nvContentPartPr>
            <p14:xfrm>
              <a:off x="9298130" y="4824688"/>
              <a:ext cx="54000" cy="1080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40B7B764-43F6-11B5-70F1-B0522F77A38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92010" y="481856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D95754BE-9CC4-6C10-AF64-4AC6A7A6EDCB}"/>
                  </a:ext>
                </a:extLst>
              </p14:cNvPr>
              <p14:cNvContentPartPr/>
              <p14:nvPr/>
            </p14:nvContentPartPr>
            <p14:xfrm>
              <a:off x="9387050" y="4881208"/>
              <a:ext cx="1440" cy="507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D95754BE-9CC4-6C10-AF64-4AC6A7A6ED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380930" y="487508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70ACB70-57D8-AABF-D051-117E589FCC2C}"/>
                  </a:ext>
                </a:extLst>
              </p14:cNvPr>
              <p14:cNvContentPartPr/>
              <p14:nvPr/>
            </p14:nvContentPartPr>
            <p14:xfrm>
              <a:off x="9411170" y="4808848"/>
              <a:ext cx="58320" cy="1029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70ACB70-57D8-AABF-D051-117E589FCC2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405050" y="480272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6E71BAB-3C04-43C3-4DEB-D33F71510CDC}"/>
                  </a:ext>
                </a:extLst>
              </p14:cNvPr>
              <p14:cNvContentPartPr/>
              <p14:nvPr/>
            </p14:nvContentPartPr>
            <p14:xfrm>
              <a:off x="9909849" y="4783478"/>
              <a:ext cx="47520" cy="914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6E71BAB-3C04-43C3-4DEB-D33F71510CD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903729" y="4777358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429B092-0B74-5D17-EDD7-1AFDC7AB9F5E}"/>
                  </a:ext>
                </a:extLst>
              </p14:cNvPr>
              <p14:cNvContentPartPr/>
              <p14:nvPr/>
            </p14:nvContentPartPr>
            <p14:xfrm>
              <a:off x="9994449" y="4836038"/>
              <a:ext cx="1080" cy="550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429B092-0B74-5D17-EDD7-1AFDC7AB9F5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988329" y="482991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1E87CAE-82B6-758D-0F9F-DBA64103EBB6}"/>
                  </a:ext>
                </a:extLst>
              </p14:cNvPr>
              <p14:cNvContentPartPr/>
              <p14:nvPr/>
            </p14:nvContentPartPr>
            <p14:xfrm>
              <a:off x="10037649" y="4775918"/>
              <a:ext cx="13680" cy="964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1E87CAE-82B6-758D-0F9F-DBA64103EBB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031529" y="4769798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90B3902-9422-C3FC-822A-F26903595DFE}"/>
                  </a:ext>
                </a:extLst>
              </p14:cNvPr>
              <p14:cNvContentPartPr/>
              <p14:nvPr/>
            </p14:nvContentPartPr>
            <p14:xfrm>
              <a:off x="10529507" y="4851751"/>
              <a:ext cx="5040" cy="478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90B3902-9422-C3FC-822A-F26903595DF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523387" y="484563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D9FC202-5ADB-707C-557A-A258C12C51F7}"/>
                  </a:ext>
                </a:extLst>
              </p14:cNvPr>
              <p14:cNvContentPartPr/>
              <p14:nvPr/>
            </p14:nvContentPartPr>
            <p14:xfrm>
              <a:off x="11003303" y="4799794"/>
              <a:ext cx="46080" cy="936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D9FC202-5ADB-707C-557A-A258C12C51F7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997183" y="479367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E3E7B9C-5245-F747-6D47-3EF5FC3027E1}"/>
                  </a:ext>
                </a:extLst>
              </p14:cNvPr>
              <p14:cNvContentPartPr/>
              <p14:nvPr/>
            </p14:nvContentPartPr>
            <p14:xfrm>
              <a:off x="11057303" y="4871074"/>
              <a:ext cx="6480" cy="273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E3E7B9C-5245-F747-6D47-3EF5FC3027E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051183" y="486495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B702E15-1A9F-4D44-1BE0-F7654D3B297D}"/>
                  </a:ext>
                </a:extLst>
              </p14:cNvPr>
              <p14:cNvContentPartPr/>
              <p14:nvPr/>
            </p14:nvContentPartPr>
            <p14:xfrm>
              <a:off x="11146535" y="4854788"/>
              <a:ext cx="4680" cy="424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B702E15-1A9F-4D44-1BE0-F7654D3B297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140415" y="484866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B0B0C71D-920B-864F-076C-7CB7963F1DDB}"/>
                  </a:ext>
                </a:extLst>
              </p14:cNvPr>
              <p14:cNvContentPartPr/>
              <p14:nvPr/>
            </p14:nvContentPartPr>
            <p14:xfrm>
              <a:off x="1793560" y="3081784"/>
              <a:ext cx="74520" cy="1180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B0B0C71D-920B-864F-076C-7CB7963F1D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440" y="3075664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3FF8B74-D0C5-B3E4-A387-F34ADA7B5F59}"/>
                  </a:ext>
                </a:extLst>
              </p14:cNvPr>
              <p14:cNvContentPartPr/>
              <p14:nvPr/>
            </p14:nvContentPartPr>
            <p14:xfrm>
              <a:off x="1889320" y="3153064"/>
              <a:ext cx="5400" cy="576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3FF8B74-D0C5-B3E4-A387-F34ADA7B5F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3200" y="3146944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F073E2D6-F50B-78BB-5F7D-1E78483A4531}"/>
                  </a:ext>
                </a:extLst>
              </p14:cNvPr>
              <p14:cNvContentPartPr/>
              <p14:nvPr/>
            </p14:nvContentPartPr>
            <p14:xfrm>
              <a:off x="1928920" y="3073504"/>
              <a:ext cx="64800" cy="1083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F073E2D6-F50B-78BB-5F7D-1E78483A45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2800" y="3067384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2227503F-AE94-8D6F-3C6B-5C20E31372CC}"/>
                  </a:ext>
                </a:extLst>
              </p14:cNvPr>
              <p14:cNvContentPartPr/>
              <p14:nvPr/>
            </p14:nvContentPartPr>
            <p14:xfrm>
              <a:off x="2025040" y="3152704"/>
              <a:ext cx="7200" cy="586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2227503F-AE94-8D6F-3C6B-5C20E31372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8920" y="3146584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DC1787CD-816C-9DA2-D883-56C37F8884F8}"/>
                  </a:ext>
                </a:extLst>
              </p14:cNvPr>
              <p14:cNvContentPartPr/>
              <p14:nvPr/>
            </p14:nvContentPartPr>
            <p14:xfrm>
              <a:off x="2056000" y="3078184"/>
              <a:ext cx="74160" cy="1119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DC1787CD-816C-9DA2-D883-56C37F8884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9880" y="3072064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39AC3055-C370-DB07-896A-E3E74FC2A6F1}"/>
                  </a:ext>
                </a:extLst>
              </p14:cNvPr>
              <p14:cNvContentPartPr/>
              <p14:nvPr/>
            </p14:nvContentPartPr>
            <p14:xfrm>
              <a:off x="2451063" y="3093304"/>
              <a:ext cx="59760" cy="1108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39AC3055-C370-DB07-896A-E3E74FC2A6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44943" y="3087184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E600837C-5B48-FD70-0B46-5DB9DEB7F857}"/>
                  </a:ext>
                </a:extLst>
              </p14:cNvPr>
              <p14:cNvContentPartPr/>
              <p14:nvPr/>
            </p14:nvContentPartPr>
            <p14:xfrm>
              <a:off x="2552943" y="3153784"/>
              <a:ext cx="3600" cy="637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E600837C-5B48-FD70-0B46-5DB9DEB7F8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6823" y="3147664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0CBF7F8-58CB-5BAA-84F9-B7CE59C38D6B}"/>
                  </a:ext>
                </a:extLst>
              </p14:cNvPr>
              <p14:cNvContentPartPr/>
              <p14:nvPr/>
            </p14:nvContentPartPr>
            <p14:xfrm>
              <a:off x="2582463" y="3087904"/>
              <a:ext cx="68760" cy="1054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0CBF7F8-58CB-5BAA-84F9-B7CE59C38D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6343" y="3081784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07F2E474-9B7E-E090-E0FD-E3B4DE97D50A}"/>
                  </a:ext>
                </a:extLst>
              </p14:cNvPr>
              <p14:cNvContentPartPr/>
              <p14:nvPr/>
            </p14:nvContentPartPr>
            <p14:xfrm>
              <a:off x="2677863" y="3170344"/>
              <a:ext cx="9720" cy="565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07F2E474-9B7E-E090-E0FD-E3B4DE97D5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1743" y="3164224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239F573C-EE91-DA30-D50E-B32E0011B089}"/>
                  </a:ext>
                </a:extLst>
              </p14:cNvPr>
              <p14:cNvContentPartPr/>
              <p14:nvPr/>
            </p14:nvContentPartPr>
            <p14:xfrm>
              <a:off x="2727183" y="3063424"/>
              <a:ext cx="26280" cy="1306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239F573C-EE91-DA30-D50E-B32E0011B08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21063" y="3057304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B187C15A-7038-271E-5587-0C7FEB3ABA82}"/>
                  </a:ext>
                </a:extLst>
              </p14:cNvPr>
              <p14:cNvContentPartPr/>
              <p14:nvPr/>
            </p14:nvContentPartPr>
            <p14:xfrm>
              <a:off x="3046621" y="3088373"/>
              <a:ext cx="62280" cy="1260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B187C15A-7038-271E-5587-0C7FEB3ABA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40501" y="3082253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9747EB36-A31C-E05B-7F4F-3F60F50D4F6C}"/>
                  </a:ext>
                </a:extLst>
              </p14:cNvPr>
              <p14:cNvContentPartPr/>
              <p14:nvPr/>
            </p14:nvContentPartPr>
            <p14:xfrm>
              <a:off x="3686701" y="3079013"/>
              <a:ext cx="61200" cy="1105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9747EB36-A31C-E05B-7F4F-3F60F50D4F6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80581" y="3072893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23A5C754-E907-EA76-7849-9109DE4A2448}"/>
                  </a:ext>
                </a:extLst>
              </p14:cNvPr>
              <p14:cNvContentPartPr/>
              <p14:nvPr/>
            </p14:nvContentPartPr>
            <p14:xfrm>
              <a:off x="3144410" y="3177268"/>
              <a:ext cx="10440" cy="432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23A5C754-E907-EA76-7849-9109DE4A244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38290" y="3171148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6EF14C9-3B50-0BB7-F1FC-667FB0CF77A8}"/>
                  </a:ext>
                </a:extLst>
              </p14:cNvPr>
              <p14:cNvContentPartPr/>
              <p14:nvPr/>
            </p14:nvContentPartPr>
            <p14:xfrm>
              <a:off x="3779090" y="3181588"/>
              <a:ext cx="3600" cy="3384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6EF14C9-3B50-0BB7-F1FC-667FB0CF77A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72970" y="3175468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1211D2B-03EC-B0B6-E698-371562748D1A}"/>
                  </a:ext>
                </a:extLst>
              </p14:cNvPr>
              <p14:cNvContentPartPr/>
              <p14:nvPr/>
            </p14:nvContentPartPr>
            <p14:xfrm>
              <a:off x="3249119" y="3168575"/>
              <a:ext cx="2160" cy="234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1211D2B-03EC-B0B6-E698-371562748D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42999" y="3162455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4007F23-EC94-F8EF-79E1-2C81F845EECD}"/>
                  </a:ext>
                </a:extLst>
              </p14:cNvPr>
              <p14:cNvContentPartPr/>
              <p14:nvPr/>
            </p14:nvContentPartPr>
            <p14:xfrm>
              <a:off x="3863639" y="3178655"/>
              <a:ext cx="2880" cy="1620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4007F23-EC94-F8EF-79E1-2C81F845EE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57519" y="3172535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907123E-8D71-2A06-99DE-C4B172031FC0}"/>
                  </a:ext>
                </a:extLst>
              </p14:cNvPr>
              <p14:cNvContentPartPr/>
              <p14:nvPr/>
            </p14:nvContentPartPr>
            <p14:xfrm>
              <a:off x="5495220" y="3059315"/>
              <a:ext cx="12240" cy="11448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907123E-8D71-2A06-99DE-C4B172031FC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89100" y="3053195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0A95646C-C00D-F38C-63FD-462397DE1BEC}"/>
                  </a:ext>
                </a:extLst>
              </p14:cNvPr>
              <p14:cNvContentPartPr/>
              <p14:nvPr/>
            </p14:nvContentPartPr>
            <p14:xfrm>
              <a:off x="5544540" y="3168035"/>
              <a:ext cx="1800" cy="3024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0A95646C-C00D-F38C-63FD-462397DE1B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38420" y="3161915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34F5C2DA-789A-C04E-58D9-4AE3A66929E5}"/>
                  </a:ext>
                </a:extLst>
              </p14:cNvPr>
              <p14:cNvContentPartPr/>
              <p14:nvPr/>
            </p14:nvContentPartPr>
            <p14:xfrm>
              <a:off x="6142926" y="3087958"/>
              <a:ext cx="10800" cy="1026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34F5C2DA-789A-C04E-58D9-4AE3A66929E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36806" y="3081838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164CD42-C0C1-7DAC-7629-F78BBAAB5CD9}"/>
                  </a:ext>
                </a:extLst>
              </p14:cNvPr>
              <p14:cNvContentPartPr/>
              <p14:nvPr/>
            </p14:nvContentPartPr>
            <p14:xfrm>
              <a:off x="6187926" y="3171478"/>
              <a:ext cx="2520" cy="356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164CD42-C0C1-7DAC-7629-F78BBAAB5CD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81806" y="3165358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CDE6EDD-D058-B404-6884-ED145D64E671}"/>
                  </a:ext>
                </a:extLst>
              </p14:cNvPr>
              <p14:cNvContentPartPr/>
              <p14:nvPr/>
            </p14:nvContentPartPr>
            <p14:xfrm>
              <a:off x="4938660" y="3062195"/>
              <a:ext cx="5760" cy="11448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CDE6EDD-D058-B404-6884-ED145D64E67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32540" y="3056075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CD445CD1-2E4E-D39D-C3FE-D6746C94F277}"/>
                  </a:ext>
                </a:extLst>
              </p14:cNvPr>
              <p14:cNvContentPartPr/>
              <p14:nvPr/>
            </p14:nvContentPartPr>
            <p14:xfrm>
              <a:off x="4982940" y="3175595"/>
              <a:ext cx="7920" cy="2628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CD445CD1-2E4E-D39D-C3FE-D6746C94F2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76820" y="3169475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7490EAB4-5231-3CED-6FA0-59AA1BEB6E05}"/>
                  </a:ext>
                </a:extLst>
              </p14:cNvPr>
              <p14:cNvContentPartPr/>
              <p14:nvPr/>
            </p14:nvContentPartPr>
            <p14:xfrm>
              <a:off x="5017637" y="3073312"/>
              <a:ext cx="51120" cy="11484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7490EAB4-5231-3CED-6FA0-59AA1BEB6E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11517" y="3067192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ED6E048C-FC45-44A5-0B3D-56C8DB50731C}"/>
                  </a:ext>
                </a:extLst>
              </p14:cNvPr>
              <p14:cNvContentPartPr/>
              <p14:nvPr/>
            </p14:nvContentPartPr>
            <p14:xfrm>
              <a:off x="5097197" y="3170152"/>
              <a:ext cx="11520" cy="442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ED6E048C-FC45-44A5-0B3D-56C8DB5073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1077" y="3164032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E4E99E7C-7991-747A-6FD4-AA0E20F4F795}"/>
                  </a:ext>
                </a:extLst>
              </p14:cNvPr>
              <p14:cNvContentPartPr/>
              <p14:nvPr/>
            </p14:nvContentPartPr>
            <p14:xfrm>
              <a:off x="4277700" y="3061115"/>
              <a:ext cx="10440" cy="11412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E4E99E7C-7991-747A-6FD4-AA0E20F4F79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71580" y="3054995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41AE9226-ECCC-50B1-FD8C-FEB3F331DD70}"/>
                  </a:ext>
                </a:extLst>
              </p14:cNvPr>
              <p14:cNvContentPartPr/>
              <p14:nvPr/>
            </p14:nvContentPartPr>
            <p14:xfrm>
              <a:off x="4329900" y="3156515"/>
              <a:ext cx="1440" cy="273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41AE9226-ECCC-50B1-FD8C-FEB3F331DD7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23780" y="3150395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8DFED666-F50F-446B-64FF-ACFA692650A9}"/>
                  </a:ext>
                </a:extLst>
              </p14:cNvPr>
              <p14:cNvContentPartPr/>
              <p14:nvPr/>
            </p14:nvContentPartPr>
            <p14:xfrm>
              <a:off x="4358117" y="3071872"/>
              <a:ext cx="50760" cy="954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8DFED666-F50F-446B-64FF-ACFA692650A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51997" y="3065752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89BD62B3-E649-7DF6-4C7B-0455D775A966}"/>
                  </a:ext>
                </a:extLst>
              </p14:cNvPr>
              <p14:cNvContentPartPr/>
              <p14:nvPr/>
            </p14:nvContentPartPr>
            <p14:xfrm>
              <a:off x="4430117" y="3148192"/>
              <a:ext cx="5760" cy="3456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89BD62B3-E649-7DF6-4C7B-0455D775A96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23997" y="3142072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99857554-5CB0-DFE1-9D3C-1A0FA3564455}"/>
                  </a:ext>
                </a:extLst>
              </p14:cNvPr>
              <p14:cNvContentPartPr/>
              <p14:nvPr/>
            </p14:nvContentPartPr>
            <p14:xfrm>
              <a:off x="4454556" y="3066015"/>
              <a:ext cx="47520" cy="9396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99857554-5CB0-DFE1-9D3C-1A0FA356445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48436" y="3059895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67ED78C-D966-DD82-AB4E-DA8BEBB124E0}"/>
                  </a:ext>
                </a:extLst>
              </p14:cNvPr>
              <p14:cNvContentPartPr/>
              <p14:nvPr/>
            </p14:nvContentPartPr>
            <p14:xfrm>
              <a:off x="5150076" y="3073215"/>
              <a:ext cx="15480" cy="9216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67ED78C-D966-DD82-AB4E-DA8BEBB124E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43956" y="3067095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43A163B-0569-8456-BA2B-B3B78CC6DC03}"/>
                  </a:ext>
                </a:extLst>
              </p14:cNvPr>
              <p14:cNvContentPartPr/>
              <p14:nvPr/>
            </p14:nvContentPartPr>
            <p14:xfrm>
              <a:off x="5647140" y="3146283"/>
              <a:ext cx="3960" cy="3924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43A163B-0569-8456-BA2B-B3B78CC6DC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41020" y="3140163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A0C82426-46EB-C483-42EE-B5EFDD1572F2}"/>
                  </a:ext>
                </a:extLst>
              </p14:cNvPr>
              <p14:cNvContentPartPr/>
              <p14:nvPr/>
            </p14:nvContentPartPr>
            <p14:xfrm>
              <a:off x="6312392" y="3161621"/>
              <a:ext cx="4320" cy="421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A0C82426-46EB-C483-42EE-B5EFDD1572F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06272" y="3155501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DB3A388-3A68-CE8E-4366-CBD09398A15D}"/>
                  </a:ext>
                </a:extLst>
              </p14:cNvPr>
              <p14:cNvContentPartPr/>
              <p14:nvPr/>
            </p14:nvContentPartPr>
            <p14:xfrm>
              <a:off x="7881428" y="3080372"/>
              <a:ext cx="35280" cy="9720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DB3A388-3A68-CE8E-4366-CBD09398A15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75308" y="3074252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D4C50E47-0367-7B42-3A6E-70BFF3640670}"/>
                  </a:ext>
                </a:extLst>
              </p14:cNvPr>
              <p14:cNvContentPartPr/>
              <p14:nvPr/>
            </p14:nvContentPartPr>
            <p14:xfrm>
              <a:off x="7957748" y="3154172"/>
              <a:ext cx="2160" cy="3888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D4C50E47-0367-7B42-3A6E-70BFF364067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51628" y="3148052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C99DF29F-E361-5036-F4A2-91D441C939EC}"/>
                  </a:ext>
                </a:extLst>
              </p14:cNvPr>
              <p14:cNvContentPartPr/>
              <p14:nvPr/>
            </p14:nvContentPartPr>
            <p14:xfrm>
              <a:off x="6723534" y="3066975"/>
              <a:ext cx="45360" cy="10044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C99DF29F-E361-5036-F4A2-91D441C939E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17414" y="3060855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55D56D6-2577-C214-BA09-62FBF55FA31C}"/>
                  </a:ext>
                </a:extLst>
              </p14:cNvPr>
              <p14:cNvContentPartPr/>
              <p14:nvPr/>
            </p14:nvContentPartPr>
            <p14:xfrm>
              <a:off x="6804894" y="3149775"/>
              <a:ext cx="3960" cy="4068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55D56D6-2577-C214-BA09-62FBF55FA3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98774" y="3143655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DCD0F899-7BC8-24CA-3238-5E19640BD74F}"/>
                  </a:ext>
                </a:extLst>
              </p14:cNvPr>
              <p14:cNvContentPartPr/>
              <p14:nvPr/>
            </p14:nvContentPartPr>
            <p14:xfrm>
              <a:off x="6833496" y="3066610"/>
              <a:ext cx="53280" cy="1094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DCD0F899-7BC8-24CA-3238-5E19640BD74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27376" y="3060490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6CD234B-E00F-15CB-61FD-AC2445CCF29E}"/>
                  </a:ext>
                </a:extLst>
              </p14:cNvPr>
              <p14:cNvContentPartPr/>
              <p14:nvPr/>
            </p14:nvContentPartPr>
            <p14:xfrm>
              <a:off x="6917376" y="3137170"/>
              <a:ext cx="1800" cy="3960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6CD234B-E00F-15CB-61FD-AC2445CCF29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11256" y="3131050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3A2B0DA6-A9AD-7503-CAAD-85EC97BB54F7}"/>
                  </a:ext>
                </a:extLst>
              </p14:cNvPr>
              <p14:cNvContentPartPr/>
              <p14:nvPr/>
            </p14:nvContentPartPr>
            <p14:xfrm>
              <a:off x="6933936" y="3066610"/>
              <a:ext cx="66960" cy="979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3A2B0DA6-A9AD-7503-CAAD-85EC97BB54F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27816" y="3060490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EA268B07-EC29-42E6-3CAD-3B765BDE379B}"/>
                  </a:ext>
                </a:extLst>
              </p14:cNvPr>
              <p14:cNvContentPartPr/>
              <p14:nvPr/>
            </p14:nvContentPartPr>
            <p14:xfrm>
              <a:off x="7371534" y="3075255"/>
              <a:ext cx="37800" cy="11448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EA268B07-EC29-42E6-3CAD-3B765BDE379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65414" y="3069135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56F793CA-1D32-D124-D98E-F01B82B9256B}"/>
                  </a:ext>
                </a:extLst>
              </p14:cNvPr>
              <p14:cNvContentPartPr/>
              <p14:nvPr/>
            </p14:nvContentPartPr>
            <p14:xfrm>
              <a:off x="7438134" y="3163455"/>
              <a:ext cx="4680" cy="2844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56F793CA-1D32-D124-D98E-F01B82B9256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2014" y="3157335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F4298844-29E3-F57C-2393-3CF08F5E310F}"/>
                  </a:ext>
                </a:extLst>
              </p14:cNvPr>
              <p14:cNvContentPartPr/>
              <p14:nvPr/>
            </p14:nvContentPartPr>
            <p14:xfrm>
              <a:off x="7462776" y="3056530"/>
              <a:ext cx="58680" cy="11916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F4298844-29E3-F57C-2393-3CF08F5E310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456656" y="3050410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47EFB5B4-B342-77D4-952C-F3932D84A6B5}"/>
                  </a:ext>
                </a:extLst>
              </p14:cNvPr>
              <p14:cNvContentPartPr/>
              <p14:nvPr/>
            </p14:nvContentPartPr>
            <p14:xfrm>
              <a:off x="7564656" y="3133930"/>
              <a:ext cx="2160" cy="4968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47EFB5B4-B342-77D4-952C-F3932D84A6B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558536" y="3127810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93D9579B-A70B-EE3A-A8E6-B8A9BA49C9FD}"/>
                  </a:ext>
                </a:extLst>
              </p14:cNvPr>
              <p14:cNvContentPartPr/>
              <p14:nvPr/>
            </p14:nvContentPartPr>
            <p14:xfrm>
              <a:off x="7600656" y="3055450"/>
              <a:ext cx="19800" cy="1062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93D9579B-A70B-EE3A-A8E6-B8A9BA49C9F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594536" y="3049330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D8743A06-DF8E-EC70-9D5C-59F68204C1DB}"/>
                  </a:ext>
                </a:extLst>
              </p14:cNvPr>
              <p14:cNvContentPartPr/>
              <p14:nvPr/>
            </p14:nvContentPartPr>
            <p14:xfrm>
              <a:off x="8090094" y="3127017"/>
              <a:ext cx="1800" cy="4896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D8743A06-DF8E-EC70-9D5C-59F68204C1D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83974" y="3120897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8A6ED6F-4208-C15E-9CB0-1C8DB88F19C5}"/>
                  </a:ext>
                </a:extLst>
              </p14:cNvPr>
              <p14:cNvContentPartPr/>
              <p14:nvPr/>
            </p14:nvContentPartPr>
            <p14:xfrm>
              <a:off x="8554841" y="3069511"/>
              <a:ext cx="39600" cy="1119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8A6ED6F-4208-C15E-9CB0-1C8DB88F19C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48721" y="3063391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2BD41E5F-484D-8435-1E1C-B9A04BA4C474}"/>
                  </a:ext>
                </a:extLst>
              </p14:cNvPr>
              <p14:cNvContentPartPr/>
              <p14:nvPr/>
            </p14:nvContentPartPr>
            <p14:xfrm>
              <a:off x="8621801" y="3158431"/>
              <a:ext cx="6480" cy="3564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2BD41E5F-484D-8435-1E1C-B9A04BA4C47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15681" y="3152311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B5110BD-15B2-FC3C-DD0E-6AF901CD29CC}"/>
                  </a:ext>
                </a:extLst>
              </p14:cNvPr>
              <p14:cNvContentPartPr/>
              <p14:nvPr/>
            </p14:nvContentPartPr>
            <p14:xfrm>
              <a:off x="8718654" y="3132777"/>
              <a:ext cx="9000" cy="576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B5110BD-15B2-FC3C-DD0E-6AF901CD29C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12534" y="3126657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6A76770D-F4A8-4821-F6F5-6AD6585FFAAE}"/>
                  </a:ext>
                </a:extLst>
              </p14:cNvPr>
              <p14:cNvContentPartPr/>
              <p14:nvPr/>
            </p14:nvContentPartPr>
            <p14:xfrm>
              <a:off x="9697728" y="3089683"/>
              <a:ext cx="54000" cy="8136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6A76770D-F4A8-4821-F6F5-6AD6585FFAA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91608" y="3083563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ECED81F0-B3D8-964F-B424-5B3CCE4CF146}"/>
                  </a:ext>
                </a:extLst>
              </p14:cNvPr>
              <p14:cNvContentPartPr/>
              <p14:nvPr/>
            </p14:nvContentPartPr>
            <p14:xfrm>
              <a:off x="10274772" y="3087511"/>
              <a:ext cx="39240" cy="8244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ECED81F0-B3D8-964F-B424-5B3CCE4CF14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68652" y="3081391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96F89AA6-38B4-B325-0952-075F627C5FD0}"/>
                  </a:ext>
                </a:extLst>
              </p14:cNvPr>
              <p14:cNvContentPartPr/>
              <p14:nvPr/>
            </p14:nvContentPartPr>
            <p14:xfrm>
              <a:off x="10360092" y="3138991"/>
              <a:ext cx="12960" cy="342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96F89AA6-38B4-B325-0952-075F627C5FD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53972" y="3132871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4BEE35F1-E107-443E-CF90-7FD2E984E5A4}"/>
                  </a:ext>
                </a:extLst>
              </p14:cNvPr>
              <p14:cNvContentPartPr/>
              <p14:nvPr/>
            </p14:nvContentPartPr>
            <p14:xfrm>
              <a:off x="9784092" y="3138271"/>
              <a:ext cx="10440" cy="3492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4BEE35F1-E107-443E-CF90-7FD2E984E5A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777972" y="3132151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EDDABB57-0606-7890-B4A9-F72E6D6B71A4}"/>
                  </a:ext>
                </a:extLst>
              </p14:cNvPr>
              <p14:cNvContentPartPr/>
              <p14:nvPr/>
            </p14:nvContentPartPr>
            <p14:xfrm>
              <a:off x="9093437" y="3098197"/>
              <a:ext cx="66240" cy="1083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EDDABB57-0606-7890-B4A9-F72E6D6B71A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087317" y="3092077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0FCA282C-27B6-3F45-9C06-8215E02571C4}"/>
                  </a:ext>
                </a:extLst>
              </p14:cNvPr>
              <p14:cNvContentPartPr/>
              <p14:nvPr/>
            </p14:nvContentPartPr>
            <p14:xfrm>
              <a:off x="9183077" y="3177757"/>
              <a:ext cx="7920" cy="388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0FCA282C-27B6-3F45-9C06-8215E02571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176957" y="3171637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86B7DF14-0961-5295-F7FF-1E8D6665DFBC}"/>
                  </a:ext>
                </a:extLst>
              </p14:cNvPr>
              <p14:cNvContentPartPr/>
              <p14:nvPr/>
            </p14:nvContentPartPr>
            <p14:xfrm>
              <a:off x="9218966" y="3101366"/>
              <a:ext cx="54000" cy="1080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86B7DF14-0961-5295-F7FF-1E8D6665DFB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12846" y="3095246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5EF14464-3012-C91E-318A-0D3D39788768}"/>
                  </a:ext>
                </a:extLst>
              </p14:cNvPr>
              <p14:cNvContentPartPr/>
              <p14:nvPr/>
            </p14:nvContentPartPr>
            <p14:xfrm>
              <a:off x="9307886" y="3157886"/>
              <a:ext cx="1440" cy="5076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5EF14464-3012-C91E-318A-0D3D39788768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301766" y="3151766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324B3C0-110B-8ACD-A9C2-D0D9EF464E29}"/>
                  </a:ext>
                </a:extLst>
              </p14:cNvPr>
              <p14:cNvContentPartPr/>
              <p14:nvPr/>
            </p14:nvContentPartPr>
            <p14:xfrm>
              <a:off x="9332006" y="3085526"/>
              <a:ext cx="58320" cy="10296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324B3C0-110B-8ACD-A9C2-D0D9EF464E2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325886" y="3079406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4FD7D415-60AD-527F-B4C3-88E3D97B3262}"/>
                  </a:ext>
                </a:extLst>
              </p14:cNvPr>
              <p14:cNvContentPartPr/>
              <p14:nvPr/>
            </p14:nvContentPartPr>
            <p14:xfrm>
              <a:off x="9830685" y="3060156"/>
              <a:ext cx="47520" cy="9144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4FD7D415-60AD-527F-B4C3-88E3D97B326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824565" y="3054036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B6B4B00-D3A5-4588-A030-F2BCB6795BA0}"/>
                  </a:ext>
                </a:extLst>
              </p14:cNvPr>
              <p14:cNvContentPartPr/>
              <p14:nvPr/>
            </p14:nvContentPartPr>
            <p14:xfrm>
              <a:off x="9915285" y="3112716"/>
              <a:ext cx="1080" cy="5508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B6B4B00-D3A5-4588-A030-F2BCB6795BA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909165" y="3106596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5B46CC98-7E81-58CE-A286-B73B89E26336}"/>
                  </a:ext>
                </a:extLst>
              </p14:cNvPr>
              <p14:cNvContentPartPr/>
              <p14:nvPr/>
            </p14:nvContentPartPr>
            <p14:xfrm>
              <a:off x="9958485" y="3052596"/>
              <a:ext cx="13680" cy="9648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5B46CC98-7E81-58CE-A286-B73B89E2633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952365" y="3046476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CADD4801-58C3-6D5D-4832-4E27FD1341A8}"/>
                  </a:ext>
                </a:extLst>
              </p14:cNvPr>
              <p14:cNvContentPartPr/>
              <p14:nvPr/>
            </p14:nvContentPartPr>
            <p14:xfrm>
              <a:off x="10450343" y="3128429"/>
              <a:ext cx="5040" cy="4788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CADD4801-58C3-6D5D-4832-4E27FD1341A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444223" y="3122309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1E748982-1EA5-4699-41B1-A0E27D60BB95}"/>
                  </a:ext>
                </a:extLst>
              </p14:cNvPr>
              <p14:cNvContentPartPr/>
              <p14:nvPr/>
            </p14:nvContentPartPr>
            <p14:xfrm>
              <a:off x="10924139" y="3076472"/>
              <a:ext cx="46080" cy="9360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1E748982-1EA5-4699-41B1-A0E27D60BB9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918019" y="3070352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CB7514D8-ADDD-2373-FE04-D1FB4FE6866E}"/>
                  </a:ext>
                </a:extLst>
              </p14:cNvPr>
              <p14:cNvContentPartPr/>
              <p14:nvPr/>
            </p14:nvContentPartPr>
            <p14:xfrm>
              <a:off x="10978139" y="3147752"/>
              <a:ext cx="6480" cy="2736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CB7514D8-ADDD-2373-FE04-D1FB4FE6866E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972019" y="3141632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3A5D1354-64F7-EE66-D79A-04A5771306CB}"/>
                  </a:ext>
                </a:extLst>
              </p14:cNvPr>
              <p14:cNvContentPartPr/>
              <p14:nvPr/>
            </p14:nvContentPartPr>
            <p14:xfrm>
              <a:off x="11067371" y="3131466"/>
              <a:ext cx="4680" cy="4248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3A5D1354-64F7-EE66-D79A-04A5771306C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61251" y="3125346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E016F281-8FEB-288D-0DD1-20A6A1893A9E}"/>
                  </a:ext>
                </a:extLst>
              </p14:cNvPr>
              <p14:cNvContentPartPr/>
              <p14:nvPr/>
            </p14:nvContentPartPr>
            <p14:xfrm>
              <a:off x="3265022" y="3087700"/>
              <a:ext cx="64080" cy="11052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E016F281-8FEB-288D-0DD1-20A6A1893A9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258902" y="3081580"/>
                <a:ext cx="763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28FD6540-14FA-AA39-6342-9C567AFEE993}"/>
                  </a:ext>
                </a:extLst>
              </p14:cNvPr>
              <p14:cNvContentPartPr/>
              <p14:nvPr/>
            </p14:nvContentPartPr>
            <p14:xfrm>
              <a:off x="3370862" y="4827940"/>
              <a:ext cx="71280" cy="7956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28FD6540-14FA-AA39-6342-9C567AFEE99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64742" y="4821820"/>
                <a:ext cx="83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E8CC12E6-9537-AA12-C8D2-7806C9F5A1F3}"/>
                  </a:ext>
                </a:extLst>
              </p14:cNvPr>
              <p14:cNvContentPartPr/>
              <p14:nvPr/>
            </p14:nvContentPartPr>
            <p14:xfrm>
              <a:off x="3976382" y="4834060"/>
              <a:ext cx="57960" cy="9288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E8CC12E6-9537-AA12-C8D2-7806C9F5A1F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970262" y="4827940"/>
                <a:ext cx="702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903F747B-6310-8A2B-F87E-40B392B9109A}"/>
                  </a:ext>
                </a:extLst>
              </p14:cNvPr>
              <p14:cNvContentPartPr/>
              <p14:nvPr/>
            </p14:nvContentPartPr>
            <p14:xfrm>
              <a:off x="3908702" y="3106780"/>
              <a:ext cx="51840" cy="7992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903F747B-6310-8A2B-F87E-40B392B9109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902582" y="3100660"/>
                <a:ext cx="640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FFF2908B-B174-8D0B-DE4F-D488E55252F7}"/>
                  </a:ext>
                </a:extLst>
              </p14:cNvPr>
              <p14:cNvContentPartPr/>
              <p14:nvPr/>
            </p14:nvContentPartPr>
            <p14:xfrm>
              <a:off x="5672314" y="3064415"/>
              <a:ext cx="68400" cy="10296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FFF2908B-B174-8D0B-DE4F-D488E55252F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666194" y="3058295"/>
                <a:ext cx="806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1973B71E-A1B9-B04F-7415-E3A7DD3BA5F8}"/>
                  </a:ext>
                </a:extLst>
              </p14:cNvPr>
              <p14:cNvContentPartPr/>
              <p14:nvPr/>
            </p14:nvContentPartPr>
            <p14:xfrm>
              <a:off x="6355954" y="3083855"/>
              <a:ext cx="85320" cy="1026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1973B71E-A1B9-B04F-7415-E3A7DD3BA5F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349834" y="3077735"/>
                <a:ext cx="975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5F5CE8DA-C1A5-0302-E0D1-CD46FD777BB4}"/>
                  </a:ext>
                </a:extLst>
              </p14:cNvPr>
              <p14:cNvContentPartPr/>
              <p14:nvPr/>
            </p14:nvContentPartPr>
            <p14:xfrm>
              <a:off x="5752954" y="4788815"/>
              <a:ext cx="76320" cy="9252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5F5CE8DA-C1A5-0302-E0D1-CD46FD777BB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746834" y="4782695"/>
                <a:ext cx="885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0C2F7BA2-EDCB-53FE-82DE-5AEB4B86F0B1}"/>
                  </a:ext>
                </a:extLst>
              </p14:cNvPr>
              <p14:cNvContentPartPr/>
              <p14:nvPr/>
            </p14:nvContentPartPr>
            <p14:xfrm>
              <a:off x="6414994" y="4819055"/>
              <a:ext cx="88560" cy="9504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0C2F7BA2-EDCB-53FE-82DE-5AEB4B86F0B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08874" y="4812935"/>
                <a:ext cx="1008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307440A2-8C28-D3C9-9199-99A65D3C06B4}"/>
                  </a:ext>
                </a:extLst>
              </p14:cNvPr>
              <p14:cNvContentPartPr/>
              <p14:nvPr/>
            </p14:nvContentPartPr>
            <p14:xfrm>
              <a:off x="8128480" y="3063015"/>
              <a:ext cx="71640" cy="8928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307440A2-8C28-D3C9-9199-99A65D3C06B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22360" y="3056895"/>
                <a:ext cx="838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53A61B1C-2B59-B8E2-55E8-CB85ED14A5F6}"/>
                  </a:ext>
                </a:extLst>
              </p14:cNvPr>
              <p14:cNvContentPartPr/>
              <p14:nvPr/>
            </p14:nvContentPartPr>
            <p14:xfrm>
              <a:off x="8764240" y="3054735"/>
              <a:ext cx="78840" cy="10080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53A61B1C-2B59-B8E2-55E8-CB85ED14A5F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758120" y="3048615"/>
                <a:ext cx="910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FE37A26E-4FD9-3CC2-BC2F-3B7B3B96A344}"/>
                  </a:ext>
                </a:extLst>
              </p14:cNvPr>
              <p14:cNvContentPartPr/>
              <p14:nvPr/>
            </p14:nvContentPartPr>
            <p14:xfrm>
              <a:off x="8215960" y="4772655"/>
              <a:ext cx="56520" cy="10080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FE37A26E-4FD9-3CC2-BC2F-3B7B3B96A34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209840" y="4766535"/>
                <a:ext cx="687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4835D37E-4038-ACAB-F339-B4F076649A7F}"/>
                  </a:ext>
                </a:extLst>
              </p14:cNvPr>
              <p14:cNvContentPartPr/>
              <p14:nvPr/>
            </p14:nvContentPartPr>
            <p14:xfrm>
              <a:off x="8835160" y="4797855"/>
              <a:ext cx="70200" cy="8892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4835D37E-4038-ACAB-F339-B4F076649A7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829040" y="4791735"/>
                <a:ext cx="82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C94A4C9C-D713-9D6E-66EB-E231C2B4BCE9}"/>
                  </a:ext>
                </a:extLst>
              </p14:cNvPr>
              <p14:cNvContentPartPr/>
              <p14:nvPr/>
            </p14:nvContentPartPr>
            <p14:xfrm>
              <a:off x="10491959" y="3081877"/>
              <a:ext cx="67320" cy="9720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C94A4C9C-D713-9D6E-66EB-E231C2B4BCE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485839" y="3075757"/>
                <a:ext cx="795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F70EDECB-B19C-719F-1A27-87CD1CD41E51}"/>
                  </a:ext>
                </a:extLst>
              </p14:cNvPr>
              <p14:cNvContentPartPr/>
              <p14:nvPr/>
            </p14:nvContentPartPr>
            <p14:xfrm>
              <a:off x="11099639" y="3066037"/>
              <a:ext cx="74520" cy="9216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F70EDECB-B19C-719F-1A27-87CD1CD41E51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093519" y="3059917"/>
                <a:ext cx="867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C05CB608-6AD5-7D21-6492-ABE68196CE3C}"/>
                  </a:ext>
                </a:extLst>
              </p14:cNvPr>
              <p14:cNvContentPartPr/>
              <p14:nvPr/>
            </p14:nvContentPartPr>
            <p14:xfrm>
              <a:off x="10567559" y="4791157"/>
              <a:ext cx="70920" cy="8820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C05CB608-6AD5-7D21-6492-ABE68196CE3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561439" y="4785037"/>
                <a:ext cx="83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D32B2E46-FD11-E75F-5548-A7BD81EA6AA0}"/>
                  </a:ext>
                </a:extLst>
              </p14:cNvPr>
              <p14:cNvContentPartPr/>
              <p14:nvPr/>
            </p14:nvContentPartPr>
            <p14:xfrm>
              <a:off x="11171639" y="4789717"/>
              <a:ext cx="81000" cy="10080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D32B2E46-FD11-E75F-5548-A7BD81EA6AA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165519" y="4783597"/>
                <a:ext cx="93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6B31C231-7550-38F3-26DE-D991CF7E6114}"/>
                  </a:ext>
                </a:extLst>
              </p14:cNvPr>
              <p14:cNvContentPartPr/>
              <p14:nvPr/>
            </p14:nvContentPartPr>
            <p14:xfrm>
              <a:off x="3184148" y="3104843"/>
              <a:ext cx="43560" cy="8748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6B31C231-7550-38F3-26DE-D991CF7E6114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178028" y="3098723"/>
                <a:ext cx="55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F4F4B76A-9D83-9136-4F14-CC847CEBF593}"/>
                  </a:ext>
                </a:extLst>
              </p14:cNvPr>
              <p14:cNvContentPartPr/>
              <p14:nvPr/>
            </p14:nvContentPartPr>
            <p14:xfrm>
              <a:off x="3803435" y="3084178"/>
              <a:ext cx="43200" cy="9612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F4F4B76A-9D83-9136-4F14-CC847CEBF59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97315" y="3078058"/>
                <a:ext cx="554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561CBF41-5699-0275-F6B8-C560046AD411}"/>
                  </a:ext>
                </a:extLst>
              </p14:cNvPr>
              <p14:cNvContentPartPr/>
              <p14:nvPr/>
            </p14:nvContentPartPr>
            <p14:xfrm>
              <a:off x="5575631" y="3073198"/>
              <a:ext cx="35280" cy="9468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561CBF41-5699-0275-F6B8-C560046AD41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569511" y="3067078"/>
                <a:ext cx="47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0E3B15F8-66D3-74A5-1197-94010B3CCE06}"/>
                  </a:ext>
                </a:extLst>
              </p14:cNvPr>
              <p14:cNvContentPartPr/>
              <p14:nvPr/>
            </p14:nvContentPartPr>
            <p14:xfrm>
              <a:off x="6224648" y="3091086"/>
              <a:ext cx="59400" cy="986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0E3B15F8-66D3-74A5-1197-94010B3CCE0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218528" y="3084966"/>
                <a:ext cx="71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A29E2BFE-D9E6-06CC-9D83-9461FAAB7738}"/>
                  </a:ext>
                </a:extLst>
              </p14:cNvPr>
              <p14:cNvContentPartPr/>
              <p14:nvPr/>
            </p14:nvContentPartPr>
            <p14:xfrm>
              <a:off x="7996113" y="3062327"/>
              <a:ext cx="61200" cy="9900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A29E2BFE-D9E6-06CC-9D83-9461FAAB7738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989993" y="3056207"/>
                <a:ext cx="734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85128825-F039-6C6A-9CD1-90EBBC731F08}"/>
                  </a:ext>
                </a:extLst>
              </p14:cNvPr>
              <p14:cNvContentPartPr/>
              <p14:nvPr/>
            </p14:nvContentPartPr>
            <p14:xfrm>
              <a:off x="8648073" y="3064127"/>
              <a:ext cx="56160" cy="10332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85128825-F039-6C6A-9CD1-90EBBC731F0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641953" y="3058007"/>
                <a:ext cx="684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15C2B2C4-8F7A-E707-1BE7-6318DACCE986}"/>
                  </a:ext>
                </a:extLst>
              </p14:cNvPr>
              <p14:cNvContentPartPr/>
              <p14:nvPr/>
            </p14:nvContentPartPr>
            <p14:xfrm>
              <a:off x="10388271" y="3069623"/>
              <a:ext cx="39240" cy="9540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15C2B2C4-8F7A-E707-1BE7-6318DACCE98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382151" y="3063503"/>
                <a:ext cx="51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03AB5132-9297-C42E-FB0A-E086BA5FFB6C}"/>
                  </a:ext>
                </a:extLst>
              </p14:cNvPr>
              <p14:cNvContentPartPr/>
              <p14:nvPr/>
            </p14:nvContentPartPr>
            <p14:xfrm>
              <a:off x="11002791" y="3069983"/>
              <a:ext cx="33480" cy="1029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03AB5132-9297-C42E-FB0A-E086BA5FFB6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996671" y="3063863"/>
                <a:ext cx="457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4FBC36D8-0DCA-9E73-A52B-FBBA6919C97C}"/>
                  </a:ext>
                </a:extLst>
              </p14:cNvPr>
              <p14:cNvContentPartPr/>
              <p14:nvPr/>
            </p14:nvContentPartPr>
            <p14:xfrm>
              <a:off x="10477154" y="4780241"/>
              <a:ext cx="36720" cy="9936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4FBC36D8-0DCA-9E73-A52B-FBBA6919C97C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471034" y="4774121"/>
                <a:ext cx="489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4EE49F7C-02C0-63DE-2563-A090C7468C07}"/>
                  </a:ext>
                </a:extLst>
              </p14:cNvPr>
              <p14:cNvContentPartPr/>
              <p14:nvPr/>
            </p14:nvContentPartPr>
            <p14:xfrm>
              <a:off x="11086994" y="4790681"/>
              <a:ext cx="39240" cy="10548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4EE49F7C-02C0-63DE-2563-A090C7468C0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080874" y="4784561"/>
                <a:ext cx="51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2BEA650D-96FD-55DB-F66B-D6E9405743AC}"/>
                  </a:ext>
                </a:extLst>
              </p14:cNvPr>
              <p14:cNvContentPartPr/>
              <p14:nvPr/>
            </p14:nvContentPartPr>
            <p14:xfrm>
              <a:off x="8079829" y="4767873"/>
              <a:ext cx="49680" cy="12528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2BEA650D-96FD-55DB-F66B-D6E9405743A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073709" y="4761753"/>
                <a:ext cx="61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BDC0005F-B3FD-9F56-8690-203F931BAE5F}"/>
                  </a:ext>
                </a:extLst>
              </p14:cNvPr>
              <p14:cNvContentPartPr/>
              <p14:nvPr/>
            </p14:nvContentPartPr>
            <p14:xfrm>
              <a:off x="8729989" y="4778673"/>
              <a:ext cx="49320" cy="12384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BDC0005F-B3FD-9F56-8690-203F931BAE5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723869" y="4772553"/>
                <a:ext cx="615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18A776DE-7D8A-260E-3AF4-47EEF790D110}"/>
                  </a:ext>
                </a:extLst>
              </p14:cNvPr>
              <p14:cNvContentPartPr/>
              <p14:nvPr/>
            </p14:nvContentPartPr>
            <p14:xfrm>
              <a:off x="5654787" y="4778929"/>
              <a:ext cx="36720" cy="11880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18A776DE-7D8A-260E-3AF4-47EEF790D110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648667" y="4772809"/>
                <a:ext cx="489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3C9A79D6-FA3E-3EF9-5CB4-01C2005F59AD}"/>
                  </a:ext>
                </a:extLst>
              </p14:cNvPr>
              <p14:cNvContentPartPr/>
              <p14:nvPr/>
            </p14:nvContentPartPr>
            <p14:xfrm>
              <a:off x="6306747" y="4811689"/>
              <a:ext cx="43920" cy="954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3C9A79D6-FA3E-3EF9-5CB4-01C2005F59A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300627" y="4805569"/>
                <a:ext cx="56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2572A014-45F8-D91F-F64E-9ADA1DD3A32E}"/>
                  </a:ext>
                </a:extLst>
              </p14:cNvPr>
              <p14:cNvContentPartPr/>
              <p14:nvPr/>
            </p14:nvContentPartPr>
            <p14:xfrm>
              <a:off x="3253006" y="4810402"/>
              <a:ext cx="43920" cy="10692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2572A014-45F8-D91F-F64E-9ADA1DD3A32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246886" y="4804282"/>
                <a:ext cx="561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D4AC9383-1F71-6912-CB46-A1BB53D919CC}"/>
                  </a:ext>
                </a:extLst>
              </p14:cNvPr>
              <p14:cNvContentPartPr/>
              <p14:nvPr/>
            </p14:nvContentPartPr>
            <p14:xfrm>
              <a:off x="3889486" y="4812202"/>
              <a:ext cx="44640" cy="10764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D4AC9383-1F71-6912-CB46-A1BB53D919C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883366" y="4806082"/>
                <a:ext cx="568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D3C3706F-DA4B-8951-6B05-955208FBE374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D3C3706F-DA4B-8951-6B05-955208FBE37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72CA8621-764E-3CB2-D0DF-1ADBB78E565B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72CA8621-764E-3CB2-D0DF-1ADBB78E565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CB4C17AE-35D6-0B94-6844-730FEC3E9FD4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CB4C17AE-35D6-0B94-6844-730FEC3E9FD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3869EC83-8EB5-89BA-20ED-8078212222D7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3869EC83-8EB5-89BA-20ED-8078212222D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B4BACD70-132A-E20D-8BAD-78DBFDC0688F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B4BACD70-132A-E20D-8BAD-78DBFDC0688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38981DE8-9046-DDCF-4999-F336933FAA2D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38981DE8-9046-DDCF-4999-F336933FAA2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70AEFFD8-DE8E-9445-6FC9-21F3C351EBF8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70AEFFD8-DE8E-9445-6FC9-21F3C351EBF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AC06F9C-50D7-C7C7-FD2E-84F4EDEC9123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AC06F9C-50D7-C7C7-FD2E-84F4EDEC912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DB6B13CE-5189-C415-1125-375917071752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DB6B13CE-5189-C415-1125-37591707175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B7A901F4-D859-445D-1177-A4223D2E854D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B7A901F4-D859-445D-1177-A4223D2E854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3887F361-C2CC-1DEA-C882-D5904247EC20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3887F361-C2CC-1DEA-C882-D5904247EC2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1D2697C3-A59E-BC0D-C232-86300BBD0E68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1D2697C3-A59E-BC0D-C232-86300BBD0E6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1A7E4105-AB60-4042-5885-53E174084DC5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1A7E4105-AB60-4042-5885-53E174084DC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E50E4906-6813-1763-869A-C5A3B0DA8F30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E50E4906-6813-1763-869A-C5A3B0DA8F3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660374BA-0576-7CFB-17E3-A6D42B6ABC30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660374BA-0576-7CFB-17E3-A6D42B6ABC3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47EC86FA-7707-3A09-F833-27E03C68E38A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47EC86FA-7707-3A09-F833-27E03C68E38A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88EF6CBD-15BC-DB1C-F698-FB4A29893444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88EF6CBD-15BC-DB1C-F698-FB4A2989344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C137E236-9E3B-7E22-5CFA-D79E983A6B64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C137E236-9E3B-7E22-5CFA-D79E983A6B6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DC62C0EC-D739-2E74-9160-875EB232BA93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DC62C0EC-D739-2E74-9160-875EB232BA9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F2FAD230-755A-5EAE-E7A3-8BD96F699435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F2FAD230-755A-5EAE-E7A3-8BD96F699435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6EADB04D-CBD8-B199-C55D-86F1BFD21278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6EADB04D-CBD8-B199-C55D-86F1BFD2127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D70DBAD-2550-DCF9-5FE5-F1F3F5285787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D70DBAD-2550-DCF9-5FE5-F1F3F5285787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3CDAD488-8F60-17AF-DF4D-DA7C0B503D15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3CDAD488-8F60-17AF-DF4D-DA7C0B503D1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097993B4-481F-030A-2E7C-85077D56A832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097993B4-481F-030A-2E7C-85077D56A832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ABCF9951-6D7B-08E8-6429-F55D8D130072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ABCF9951-6D7B-08E8-6429-F55D8D130072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5D85B84B-CCCD-360A-2D68-CF5C45705528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5D85B84B-CCCD-360A-2D68-CF5C45705528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67B53C46-4B80-8878-E65D-5BB5F3E49A7A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67B53C46-4B80-8878-E65D-5BB5F3E49A7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69AD7521-E6BF-347F-BE27-603345B34673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69AD7521-E6BF-347F-BE27-603345B3467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21902148-AD1D-2F08-A37F-BC3696175281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21902148-AD1D-2F08-A37F-BC369617528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7A7C26A4-34CD-F80B-CC78-E9126E56D842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7A7C26A4-34CD-F80B-CC78-E9126E56D84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225E0A4A-68F7-CE4C-61D9-18819A059316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225E0A4A-68F7-CE4C-61D9-18819A059316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C16A15D7-9669-281F-BCC8-18C22E29FA76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C16A15D7-9669-281F-BCC8-18C22E29FA7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3DCA50A6-20A9-7FBB-8B46-835FC077D3EF}"/>
                  </a:ext>
                </a:extLst>
              </p14:cNvPr>
              <p14:cNvContentPartPr/>
              <p14:nvPr/>
            </p14:nvContentPartPr>
            <p14:xfrm>
              <a:off x="1997743" y="1779694"/>
              <a:ext cx="48960" cy="93996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3DCA50A6-20A9-7FBB-8B46-835FC077D3E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979743" y="1761694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2F41E6D6-D4C7-D367-34CE-4BB19C0BC515}"/>
                  </a:ext>
                </a:extLst>
              </p14:cNvPr>
              <p14:cNvContentPartPr/>
              <p14:nvPr/>
            </p14:nvContentPartPr>
            <p14:xfrm>
              <a:off x="1972183" y="2631454"/>
              <a:ext cx="146160" cy="10728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2F41E6D6-D4C7-D367-34CE-4BB19C0BC51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54543" y="2613814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85286743-30FB-F31A-E13A-9CD2E7410E8B}"/>
                  </a:ext>
                </a:extLst>
              </p14:cNvPr>
              <p14:cNvContentPartPr/>
              <p14:nvPr/>
            </p14:nvContentPartPr>
            <p14:xfrm>
              <a:off x="2615863" y="1679974"/>
              <a:ext cx="50040" cy="107064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85286743-30FB-F31A-E13A-9CD2E7410E8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597863" y="1661974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5BC616EE-E7D2-C433-47D1-345128BA6445}"/>
                  </a:ext>
                </a:extLst>
              </p14:cNvPr>
              <p14:cNvContentPartPr/>
              <p14:nvPr/>
            </p14:nvContentPartPr>
            <p14:xfrm>
              <a:off x="2591383" y="2633614"/>
              <a:ext cx="141480" cy="10368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5BC616EE-E7D2-C433-47D1-345128BA644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573383" y="2615614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E273673A-88D2-4955-7D81-E91ABEFD86B8}"/>
                  </a:ext>
                </a:extLst>
              </p14:cNvPr>
              <p14:cNvContentPartPr/>
              <p14:nvPr/>
            </p14:nvContentPartPr>
            <p14:xfrm>
              <a:off x="3135343" y="1713094"/>
              <a:ext cx="68400" cy="10076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E273673A-88D2-4955-7D81-E91ABEFD86B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17343" y="1695094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79F85A33-C157-59A1-91DA-E2BA4E3574BC}"/>
                  </a:ext>
                </a:extLst>
              </p14:cNvPr>
              <p14:cNvContentPartPr/>
              <p14:nvPr/>
            </p14:nvContentPartPr>
            <p14:xfrm>
              <a:off x="3128863" y="2625334"/>
              <a:ext cx="160200" cy="15624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79F85A33-C157-59A1-91DA-E2BA4E3574BC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11223" y="2607334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E8EF17DE-766B-F8E5-7AF8-6A9143497248}"/>
                  </a:ext>
                </a:extLst>
              </p14:cNvPr>
              <p14:cNvContentPartPr/>
              <p14:nvPr/>
            </p14:nvContentPartPr>
            <p14:xfrm>
              <a:off x="3767143" y="1728934"/>
              <a:ext cx="720" cy="100440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E8EF17DE-766B-F8E5-7AF8-6A914349724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31143" y="1710934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D69161D1-A8AF-272A-EC78-CAE18FC8164B}"/>
                  </a:ext>
                </a:extLst>
              </p14:cNvPr>
              <p14:cNvContentPartPr/>
              <p14:nvPr/>
            </p14:nvContentPartPr>
            <p14:xfrm>
              <a:off x="3695503" y="2635774"/>
              <a:ext cx="129600" cy="14004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D69161D1-A8AF-272A-EC78-CAE18FC8164B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677863" y="2617774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01DF89B6-07BA-C659-EDD9-146B944CD6F3}"/>
                  </a:ext>
                </a:extLst>
              </p14:cNvPr>
              <p14:cNvContentPartPr/>
              <p14:nvPr/>
            </p14:nvContentPartPr>
            <p14:xfrm>
              <a:off x="4399663" y="1699774"/>
              <a:ext cx="720" cy="104544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01DF89B6-07BA-C659-EDD9-146B944CD6F3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63663" y="1681774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1F5AC52B-6B32-9315-E7D2-7B139221051B}"/>
                  </a:ext>
                </a:extLst>
              </p14:cNvPr>
              <p14:cNvContentPartPr/>
              <p14:nvPr/>
            </p14:nvContentPartPr>
            <p14:xfrm>
              <a:off x="4343143" y="2662054"/>
              <a:ext cx="133200" cy="11052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1F5AC52B-6B32-9315-E7D2-7B139221051B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325503" y="2644054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70F55856-37D9-29DC-342B-4D75F003C6A5}"/>
                  </a:ext>
                </a:extLst>
              </p14:cNvPr>
              <p14:cNvContentPartPr/>
              <p14:nvPr/>
            </p14:nvContentPartPr>
            <p14:xfrm>
              <a:off x="4993303" y="1623814"/>
              <a:ext cx="82800" cy="11628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70F55856-37D9-29DC-342B-4D75F003C6A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75303" y="1605814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219B6EAD-D2CE-2615-F130-6B4F16973D0D}"/>
                  </a:ext>
                </a:extLst>
              </p14:cNvPr>
              <p14:cNvContentPartPr/>
              <p14:nvPr/>
            </p14:nvContentPartPr>
            <p14:xfrm>
              <a:off x="4986823" y="2661694"/>
              <a:ext cx="140760" cy="11844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219B6EAD-D2CE-2615-F130-6B4F16973D0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968823" y="2644054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6947A30E-DD06-2CD9-D0AD-7D8FB0FAFA36}"/>
                  </a:ext>
                </a:extLst>
              </p14:cNvPr>
              <p14:cNvContentPartPr/>
              <p14:nvPr/>
            </p14:nvContentPartPr>
            <p14:xfrm>
              <a:off x="5541943" y="1635694"/>
              <a:ext cx="88920" cy="111312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6947A30E-DD06-2CD9-D0AD-7D8FB0FAFA3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23943" y="1617694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3E72E3B9-D1AF-BDDE-B28C-18A13CC024C9}"/>
                  </a:ext>
                </a:extLst>
              </p14:cNvPr>
              <p14:cNvContentPartPr/>
              <p14:nvPr/>
            </p14:nvContentPartPr>
            <p14:xfrm>
              <a:off x="5565703" y="2664934"/>
              <a:ext cx="114840" cy="9072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3E72E3B9-D1AF-BDDE-B28C-18A13CC024C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548063" y="2647294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8553BFC0-FA12-3100-3952-9C5E2D7CFEE3}"/>
                  </a:ext>
                </a:extLst>
              </p14:cNvPr>
              <p14:cNvContentPartPr/>
              <p14:nvPr/>
            </p14:nvContentPartPr>
            <p14:xfrm>
              <a:off x="6186703" y="1677094"/>
              <a:ext cx="94680" cy="103716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8553BFC0-FA12-3100-3952-9C5E2D7CFEE3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168703" y="1659094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A981EC7D-7F6C-4F22-F9FF-F45CE45E94D4}"/>
                  </a:ext>
                </a:extLst>
              </p14:cNvPr>
              <p14:cNvContentPartPr/>
              <p14:nvPr/>
            </p14:nvContentPartPr>
            <p14:xfrm>
              <a:off x="6205783" y="2624974"/>
              <a:ext cx="127080" cy="910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A981EC7D-7F6C-4F22-F9FF-F45CE45E94D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188143" y="2606974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E135DDFB-0463-22FB-1780-E0A704ADD399}"/>
                  </a:ext>
                </a:extLst>
              </p14:cNvPr>
              <p14:cNvContentPartPr/>
              <p14:nvPr/>
            </p14:nvContentPartPr>
            <p14:xfrm>
              <a:off x="6792223" y="1659454"/>
              <a:ext cx="78480" cy="110088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E135DDFB-0463-22FB-1780-E0A704ADD39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774223" y="1641454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98A9D954-EAD3-D4B2-403C-BB9A9E193754}"/>
                  </a:ext>
                </a:extLst>
              </p14:cNvPr>
              <p14:cNvContentPartPr/>
              <p14:nvPr/>
            </p14:nvContentPartPr>
            <p14:xfrm>
              <a:off x="6787183" y="2678614"/>
              <a:ext cx="146520" cy="8748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98A9D954-EAD3-D4B2-403C-BB9A9E193754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69543" y="2660974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0BE999A5-D777-05A2-7D6B-C0E1386BF572}"/>
                  </a:ext>
                </a:extLst>
              </p14:cNvPr>
              <p14:cNvContentPartPr/>
              <p14:nvPr/>
            </p14:nvContentPartPr>
            <p14:xfrm>
              <a:off x="7420063" y="1644334"/>
              <a:ext cx="87840" cy="112896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0BE999A5-D777-05A2-7D6B-C0E1386BF57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02063" y="1626334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C35A312C-19D7-AA9C-3D26-B83260423534}"/>
                  </a:ext>
                </a:extLst>
              </p14:cNvPr>
              <p14:cNvContentPartPr/>
              <p14:nvPr/>
            </p14:nvContentPartPr>
            <p14:xfrm>
              <a:off x="7436263" y="2690854"/>
              <a:ext cx="115920" cy="7848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C35A312C-19D7-AA9C-3D26-B8326042353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418623" y="2673214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CEB4F81F-2D0A-53AA-65D6-A564BEF75D4D}"/>
                  </a:ext>
                </a:extLst>
              </p14:cNvPr>
              <p14:cNvContentPartPr/>
              <p14:nvPr/>
            </p14:nvContentPartPr>
            <p14:xfrm>
              <a:off x="7980943" y="1680334"/>
              <a:ext cx="86400" cy="110124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CEB4F81F-2D0A-53AA-65D6-A564BEF75D4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962943" y="1662334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C199820-22E8-6E3F-3D16-950DC97286F5}"/>
                  </a:ext>
                </a:extLst>
              </p14:cNvPr>
              <p14:cNvContentPartPr/>
              <p14:nvPr/>
            </p14:nvContentPartPr>
            <p14:xfrm>
              <a:off x="7996423" y="2697334"/>
              <a:ext cx="125280" cy="8928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C199820-22E8-6E3F-3D16-950DC97286F5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978423" y="2679694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762DB5B8-3289-00E2-7432-A25D0A1CC9F2}"/>
                  </a:ext>
                </a:extLst>
              </p14:cNvPr>
              <p14:cNvContentPartPr/>
              <p14:nvPr/>
            </p14:nvContentPartPr>
            <p14:xfrm>
              <a:off x="8602303" y="1669894"/>
              <a:ext cx="91080" cy="111168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762DB5B8-3289-00E2-7432-A25D0A1CC9F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584303" y="1651894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A6CA0379-9408-A359-B33C-364CB02662BA}"/>
                  </a:ext>
                </a:extLst>
              </p14:cNvPr>
              <p14:cNvContentPartPr/>
              <p14:nvPr/>
            </p14:nvContentPartPr>
            <p14:xfrm>
              <a:off x="8625703" y="2699494"/>
              <a:ext cx="118800" cy="8460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A6CA0379-9408-A359-B33C-364CB02662BA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08063" y="2681494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E519A4EB-66BC-2A89-0CA2-9167ACC01DB6}"/>
                  </a:ext>
                </a:extLst>
              </p14:cNvPr>
              <p14:cNvContentPartPr/>
              <p14:nvPr/>
            </p14:nvContentPartPr>
            <p14:xfrm>
              <a:off x="9228678" y="1668733"/>
              <a:ext cx="69480" cy="106992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E519A4EB-66BC-2A89-0CA2-9167ACC01DB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10678" y="1650733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2E1A0FC0-8EED-C17C-E725-E9504913C2B1}"/>
                  </a:ext>
                </a:extLst>
              </p14:cNvPr>
              <p14:cNvContentPartPr/>
              <p14:nvPr/>
            </p14:nvContentPartPr>
            <p14:xfrm>
              <a:off x="9225078" y="2637493"/>
              <a:ext cx="165960" cy="10080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2E1A0FC0-8EED-C17C-E725-E9504913C2B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207078" y="2619853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3E95DF3A-D4C7-E04C-3975-1C136477F06E}"/>
                  </a:ext>
                </a:extLst>
              </p14:cNvPr>
              <p14:cNvContentPartPr/>
              <p14:nvPr/>
            </p14:nvContentPartPr>
            <p14:xfrm>
              <a:off x="9799638" y="1673413"/>
              <a:ext cx="61920" cy="105588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3E95DF3A-D4C7-E04C-3975-1C136477F06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781638" y="1655413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D5E2EE62-26F9-67F0-FF5F-AACABCCCAEC0}"/>
                  </a:ext>
                </a:extLst>
              </p14:cNvPr>
              <p14:cNvContentPartPr/>
              <p14:nvPr/>
            </p14:nvContentPartPr>
            <p14:xfrm>
              <a:off x="9798918" y="2661253"/>
              <a:ext cx="114120" cy="9792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D5E2EE62-26F9-67F0-FF5F-AACABCCCAEC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780918" y="2643613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EC3521D5-B6C1-1364-0AD7-736E8926653A}"/>
                  </a:ext>
                </a:extLst>
              </p14:cNvPr>
              <p14:cNvContentPartPr/>
              <p14:nvPr/>
            </p14:nvContentPartPr>
            <p14:xfrm>
              <a:off x="10361238" y="1674133"/>
              <a:ext cx="93600" cy="106020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EC3521D5-B6C1-1364-0AD7-736E8926653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43238" y="1656133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0AB12727-D988-B135-F07D-7CD5AA89C2E2}"/>
                  </a:ext>
                </a:extLst>
              </p14:cNvPr>
              <p14:cNvContentPartPr/>
              <p14:nvPr/>
            </p14:nvContentPartPr>
            <p14:xfrm>
              <a:off x="10377078" y="2627413"/>
              <a:ext cx="131400" cy="9432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0AB12727-D988-B135-F07D-7CD5AA89C2E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59438" y="2609413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B98F8493-E3D8-626A-ADD0-923586D3633A}"/>
                  </a:ext>
                </a:extLst>
              </p14:cNvPr>
              <p14:cNvContentPartPr/>
              <p14:nvPr/>
            </p14:nvContentPartPr>
            <p14:xfrm>
              <a:off x="10996998" y="1678093"/>
              <a:ext cx="84960" cy="109332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B98F8493-E3D8-626A-ADD0-923586D3633A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978998" y="1660093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07A5E004-B593-DAE3-148B-8AC621704EB3}"/>
                  </a:ext>
                </a:extLst>
              </p14:cNvPr>
              <p14:cNvContentPartPr/>
              <p14:nvPr/>
            </p14:nvContentPartPr>
            <p14:xfrm>
              <a:off x="11007798" y="2690773"/>
              <a:ext cx="133200" cy="8028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07A5E004-B593-DAE3-148B-8AC621704EB3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989798" y="2673133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25C2F163-B61B-8718-9BFA-B68167EFEF86}"/>
                  </a:ext>
                </a:extLst>
              </p14:cNvPr>
              <p14:cNvContentPartPr/>
              <p14:nvPr/>
            </p14:nvContentPartPr>
            <p14:xfrm>
              <a:off x="2147243" y="5103281"/>
              <a:ext cx="48960" cy="93996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25C2F163-B61B-8718-9BFA-B68167EFEF8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129243" y="5085281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8C805683-751A-9481-E891-29384D2EF6FB}"/>
                  </a:ext>
                </a:extLst>
              </p14:cNvPr>
              <p14:cNvContentPartPr/>
              <p14:nvPr/>
            </p14:nvContentPartPr>
            <p14:xfrm>
              <a:off x="2121683" y="5955041"/>
              <a:ext cx="146160" cy="10728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8C805683-751A-9481-E891-29384D2EF6F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104043" y="5937401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49CFB54B-E613-3684-DBB6-150C4D0B3109}"/>
                  </a:ext>
                </a:extLst>
              </p14:cNvPr>
              <p14:cNvContentPartPr/>
              <p14:nvPr/>
            </p14:nvContentPartPr>
            <p14:xfrm>
              <a:off x="2765363" y="5003561"/>
              <a:ext cx="50040" cy="107064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49CFB54B-E613-3684-DBB6-150C4D0B310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747363" y="4985561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9619AC6A-C982-02B9-7713-BE549A15A7F9}"/>
                  </a:ext>
                </a:extLst>
              </p14:cNvPr>
              <p14:cNvContentPartPr/>
              <p14:nvPr/>
            </p14:nvContentPartPr>
            <p14:xfrm>
              <a:off x="2740883" y="5957201"/>
              <a:ext cx="141480" cy="10368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9619AC6A-C982-02B9-7713-BE549A15A7F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722883" y="5939201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AC6119F-66F4-D0FF-925A-1A256CC18679}"/>
                  </a:ext>
                </a:extLst>
              </p14:cNvPr>
              <p14:cNvContentPartPr/>
              <p14:nvPr/>
            </p14:nvContentPartPr>
            <p14:xfrm>
              <a:off x="3284843" y="5036681"/>
              <a:ext cx="68400" cy="100764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AC6119F-66F4-D0FF-925A-1A256CC18679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66843" y="5018681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5D1945DF-E79B-5A9E-66DA-70C65F25B488}"/>
                  </a:ext>
                </a:extLst>
              </p14:cNvPr>
              <p14:cNvContentPartPr/>
              <p14:nvPr/>
            </p14:nvContentPartPr>
            <p14:xfrm>
              <a:off x="3278363" y="5948921"/>
              <a:ext cx="160200" cy="15624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5D1945DF-E79B-5A9E-66DA-70C65F25B48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260723" y="5930921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27ED5156-0351-5CE2-3A4C-37BAEEC9C756}"/>
                  </a:ext>
                </a:extLst>
              </p14:cNvPr>
              <p14:cNvContentPartPr/>
              <p14:nvPr/>
            </p14:nvContentPartPr>
            <p14:xfrm>
              <a:off x="3916643" y="5052521"/>
              <a:ext cx="720" cy="100440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27ED5156-0351-5CE2-3A4C-37BAEEC9C75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880643" y="5034521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D24DB646-E759-6CC0-D88E-F7E2FB51FD17}"/>
                  </a:ext>
                </a:extLst>
              </p14:cNvPr>
              <p14:cNvContentPartPr/>
              <p14:nvPr/>
            </p14:nvContentPartPr>
            <p14:xfrm>
              <a:off x="3845003" y="5959361"/>
              <a:ext cx="129600" cy="14004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D24DB646-E759-6CC0-D88E-F7E2FB51FD1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827363" y="5941361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D97D56F9-1320-4DC0-3568-9E1D692D5DB5}"/>
                  </a:ext>
                </a:extLst>
              </p14:cNvPr>
              <p14:cNvContentPartPr/>
              <p14:nvPr/>
            </p14:nvContentPartPr>
            <p14:xfrm>
              <a:off x="4549163" y="5023361"/>
              <a:ext cx="720" cy="104544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D97D56F9-1320-4DC0-3568-9E1D692D5DB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513163" y="5005361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F2AC17E9-67A6-80DC-5C64-0F4A184A994B}"/>
                  </a:ext>
                </a:extLst>
              </p14:cNvPr>
              <p14:cNvContentPartPr/>
              <p14:nvPr/>
            </p14:nvContentPartPr>
            <p14:xfrm>
              <a:off x="4492643" y="5985641"/>
              <a:ext cx="133200" cy="11052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F2AC17E9-67A6-80DC-5C64-0F4A184A994B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475003" y="5967641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CB3FE4C5-BD46-3C95-852A-C6FD7E228C9B}"/>
                  </a:ext>
                </a:extLst>
              </p14:cNvPr>
              <p14:cNvContentPartPr/>
              <p14:nvPr/>
            </p14:nvContentPartPr>
            <p14:xfrm>
              <a:off x="5142803" y="4947401"/>
              <a:ext cx="82800" cy="116280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CB3FE4C5-BD46-3C95-852A-C6FD7E228C9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124803" y="4929401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9C79AE64-79C4-F1E0-24FD-6FC45286CBF5}"/>
                  </a:ext>
                </a:extLst>
              </p14:cNvPr>
              <p14:cNvContentPartPr/>
              <p14:nvPr/>
            </p14:nvContentPartPr>
            <p14:xfrm>
              <a:off x="5136323" y="5985281"/>
              <a:ext cx="140760" cy="11844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9C79AE64-79C4-F1E0-24FD-6FC45286CBF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118323" y="5967641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7372361A-B1E7-54FD-9B26-C16A4DA38CB4}"/>
                  </a:ext>
                </a:extLst>
              </p14:cNvPr>
              <p14:cNvContentPartPr/>
              <p14:nvPr/>
            </p14:nvContentPartPr>
            <p14:xfrm>
              <a:off x="5691443" y="4959281"/>
              <a:ext cx="88920" cy="111312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7372361A-B1E7-54FD-9B26-C16A4DA38CB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673443" y="4941281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A16ACAF7-7424-4A4E-1378-A1898F605933}"/>
                  </a:ext>
                </a:extLst>
              </p14:cNvPr>
              <p14:cNvContentPartPr/>
              <p14:nvPr/>
            </p14:nvContentPartPr>
            <p14:xfrm>
              <a:off x="5715203" y="5988521"/>
              <a:ext cx="114840" cy="9072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A16ACAF7-7424-4A4E-1378-A1898F605933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97563" y="5970881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753E9C7C-BDD0-B9E5-1E5B-0749A8444D47}"/>
                  </a:ext>
                </a:extLst>
              </p14:cNvPr>
              <p14:cNvContentPartPr/>
              <p14:nvPr/>
            </p14:nvContentPartPr>
            <p14:xfrm>
              <a:off x="6336203" y="5000681"/>
              <a:ext cx="94680" cy="103716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753E9C7C-BDD0-B9E5-1E5B-0749A8444D47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318203" y="4982681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B021C0B4-6E6A-65C6-3BB6-A93534FD3B46}"/>
                  </a:ext>
                </a:extLst>
              </p14:cNvPr>
              <p14:cNvContentPartPr/>
              <p14:nvPr/>
            </p14:nvContentPartPr>
            <p14:xfrm>
              <a:off x="6355283" y="5948561"/>
              <a:ext cx="127080" cy="9108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B021C0B4-6E6A-65C6-3BB6-A93534FD3B4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337643" y="5930561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1C02A315-0C16-111A-7D97-F318FA34F187}"/>
                  </a:ext>
                </a:extLst>
              </p14:cNvPr>
              <p14:cNvContentPartPr/>
              <p14:nvPr/>
            </p14:nvContentPartPr>
            <p14:xfrm>
              <a:off x="6941723" y="4983041"/>
              <a:ext cx="78480" cy="110088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1C02A315-0C16-111A-7D97-F318FA34F18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923723" y="4965041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4F2737C2-AE9A-DCB2-D7D6-63DE6512C83D}"/>
                  </a:ext>
                </a:extLst>
              </p14:cNvPr>
              <p14:cNvContentPartPr/>
              <p14:nvPr/>
            </p14:nvContentPartPr>
            <p14:xfrm>
              <a:off x="6936683" y="6002201"/>
              <a:ext cx="146520" cy="8748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4F2737C2-AE9A-DCB2-D7D6-63DE6512C83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919043" y="5984561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17474EBE-3936-614F-55AD-22237DE62688}"/>
                  </a:ext>
                </a:extLst>
              </p14:cNvPr>
              <p14:cNvContentPartPr/>
              <p14:nvPr/>
            </p14:nvContentPartPr>
            <p14:xfrm>
              <a:off x="7569563" y="4967921"/>
              <a:ext cx="87840" cy="112896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17474EBE-3936-614F-55AD-22237DE6268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551563" y="4949921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0941B0CF-B9EF-F568-8031-852AE2FF1274}"/>
                  </a:ext>
                </a:extLst>
              </p14:cNvPr>
              <p14:cNvContentPartPr/>
              <p14:nvPr/>
            </p14:nvContentPartPr>
            <p14:xfrm>
              <a:off x="7585763" y="6014441"/>
              <a:ext cx="115920" cy="7848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0941B0CF-B9EF-F568-8031-852AE2FF127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568123" y="5996801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CE8D901F-C38B-386F-A0C0-88F705A23CB7}"/>
                  </a:ext>
                </a:extLst>
              </p14:cNvPr>
              <p14:cNvContentPartPr/>
              <p14:nvPr/>
            </p14:nvContentPartPr>
            <p14:xfrm>
              <a:off x="8130443" y="5003921"/>
              <a:ext cx="86400" cy="110124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CE8D901F-C38B-386F-A0C0-88F705A23CB7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112443" y="4985921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A7893330-3BD6-E7CF-0B4C-8A453A8EB2D4}"/>
                  </a:ext>
                </a:extLst>
              </p14:cNvPr>
              <p14:cNvContentPartPr/>
              <p14:nvPr/>
            </p14:nvContentPartPr>
            <p14:xfrm>
              <a:off x="8145923" y="6020921"/>
              <a:ext cx="125280" cy="8928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A7893330-3BD6-E7CF-0B4C-8A453A8EB2D4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127923" y="6003281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7651F300-A0D0-8C26-D67E-8017DF1E01B4}"/>
                  </a:ext>
                </a:extLst>
              </p14:cNvPr>
              <p14:cNvContentPartPr/>
              <p14:nvPr/>
            </p14:nvContentPartPr>
            <p14:xfrm>
              <a:off x="8751803" y="4993481"/>
              <a:ext cx="91080" cy="111168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7651F300-A0D0-8C26-D67E-8017DF1E01B4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733803" y="4975481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DF1AD36D-BF80-77C4-5F10-6110AB6E1E1E}"/>
                  </a:ext>
                </a:extLst>
              </p14:cNvPr>
              <p14:cNvContentPartPr/>
              <p14:nvPr/>
            </p14:nvContentPartPr>
            <p14:xfrm>
              <a:off x="8775203" y="6023081"/>
              <a:ext cx="118800" cy="8460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DF1AD36D-BF80-77C4-5F10-6110AB6E1E1E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757563" y="6005081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3377D999-4BAB-6D1E-ECA2-6A1502F7E703}"/>
                  </a:ext>
                </a:extLst>
              </p14:cNvPr>
              <p14:cNvContentPartPr/>
              <p14:nvPr/>
            </p14:nvContentPartPr>
            <p14:xfrm>
              <a:off x="9378178" y="4992320"/>
              <a:ext cx="69480" cy="106992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3377D999-4BAB-6D1E-ECA2-6A1502F7E703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360178" y="4974320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61EF19CD-E400-517D-C037-5276FACCDDBF}"/>
                  </a:ext>
                </a:extLst>
              </p14:cNvPr>
              <p14:cNvContentPartPr/>
              <p14:nvPr/>
            </p14:nvContentPartPr>
            <p14:xfrm>
              <a:off x="9374578" y="5961080"/>
              <a:ext cx="165960" cy="10080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61EF19CD-E400-517D-C037-5276FACCDDBF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356578" y="5943440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0CE59DE2-EEE9-1765-F2DA-55A640A1FA42}"/>
                  </a:ext>
                </a:extLst>
              </p14:cNvPr>
              <p14:cNvContentPartPr/>
              <p14:nvPr/>
            </p14:nvContentPartPr>
            <p14:xfrm>
              <a:off x="9949138" y="4997000"/>
              <a:ext cx="61920" cy="105588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0CE59DE2-EEE9-1765-F2DA-55A640A1FA42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931138" y="4979000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B9C5D037-2897-CF2F-6D5C-AE139BE866E4}"/>
                  </a:ext>
                </a:extLst>
              </p14:cNvPr>
              <p14:cNvContentPartPr/>
              <p14:nvPr/>
            </p14:nvContentPartPr>
            <p14:xfrm>
              <a:off x="9948418" y="5984840"/>
              <a:ext cx="114120" cy="9792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B9C5D037-2897-CF2F-6D5C-AE139BE866E4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930418" y="5967200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3C5BDA05-BC5F-36AF-56EF-56AC7FB32461}"/>
                  </a:ext>
                </a:extLst>
              </p14:cNvPr>
              <p14:cNvContentPartPr/>
              <p14:nvPr/>
            </p14:nvContentPartPr>
            <p14:xfrm>
              <a:off x="10510738" y="4997720"/>
              <a:ext cx="93600" cy="106020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3C5BDA05-BC5F-36AF-56EF-56AC7FB32461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492738" y="4979720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9FF6F2C2-F625-3601-ECC1-5D853FF56550}"/>
                  </a:ext>
                </a:extLst>
              </p14:cNvPr>
              <p14:cNvContentPartPr/>
              <p14:nvPr/>
            </p14:nvContentPartPr>
            <p14:xfrm>
              <a:off x="10526578" y="5951000"/>
              <a:ext cx="131400" cy="9432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9FF6F2C2-F625-3601-ECC1-5D853FF5655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508938" y="5933000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6064FC25-C2DB-92E4-0BE4-BA79A4479EBF}"/>
                  </a:ext>
                </a:extLst>
              </p14:cNvPr>
              <p14:cNvContentPartPr/>
              <p14:nvPr/>
            </p14:nvContentPartPr>
            <p14:xfrm>
              <a:off x="11146498" y="5001680"/>
              <a:ext cx="84960" cy="109332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6064FC25-C2DB-92E4-0BE4-BA79A4479EB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128498" y="4983680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978084A6-F64D-16A8-47AE-7C781676CCF9}"/>
                  </a:ext>
                </a:extLst>
              </p14:cNvPr>
              <p14:cNvContentPartPr/>
              <p14:nvPr/>
            </p14:nvContentPartPr>
            <p14:xfrm>
              <a:off x="11157298" y="6014360"/>
              <a:ext cx="133200" cy="8028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978084A6-F64D-16A8-47AE-7C781676CCF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139298" y="5996720"/>
                <a:ext cx="16884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277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D59B-CC07-4668-960A-F5C0C655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03A72FE-D5B3-63BD-ED2C-D7E208E93F58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19730-F25F-04A7-AE6D-FEDB5F19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600" dirty="0"/>
              <a:t>DIST:  07.2 (</a:t>
            </a:r>
            <a:r>
              <a:rPr lang="en-US" sz="3600" dirty="0">
                <a:ea typeface="+mj-lt"/>
                <a:cs typeface="+mj-lt"/>
              </a:rPr>
              <a:t>student_dist_block_cyclic_1d blk</a:t>
            </a:r>
            <a:r>
              <a:rPr lang="en-US" sz="3600" dirty="0"/>
              <a:t>=1)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9A4146-1D51-A4B2-448A-B021306F19EC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B5EAA5-DDE8-7E8E-75B6-74216574965C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F57BF3-36E1-D987-6E32-A7DEE891CA4D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01D565-2E03-3CE8-8D87-BB5A189C5DEE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CD4A28-1993-2E91-E7ED-7A9F80D2485D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AAD6E1-B8BB-57CC-CBB9-E935C2903FED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AC8608-0202-EEC7-7C51-1DAFE2EB297C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054938-FEBF-912C-79B2-86A5DE3EF730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CC8B8B-0FAB-0478-832C-0FEB37A4E188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730E53-A472-7D9A-7796-BEEBA3A55DEF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BADF12-62B5-9862-8349-3029289E1F36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3FE5F-DC92-68C2-398D-A80D515C1B98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E2C303-270C-9228-6300-706F4039D053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AEC9DE-0A67-F47D-A715-3B4CE13DF739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1E8217-5923-9F91-CC13-EA84F952DDF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381B03-5E73-9B39-4A1A-41C77B3FD3E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1D1115-B405-9F73-535C-B58DBE6384DD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5AB536-8BEB-3559-017E-4BB974993816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B932EA-AD10-5C17-5ECD-FBA2BE9A2D34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96EB60-2430-A01B-F9EB-60B4A9EED734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2A6FC-1F6D-FEA7-F782-E95EA5DBC8EE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28A86FC-3FBC-CD86-A25D-1B16ACD8D738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0B4C66-E6A3-439F-CFB2-E054DDE906B5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A4F37FB-8F96-F1F5-DB5B-27CE9636B310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DCAB08-DCE9-321C-90A7-6D53985A6B56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4F965C-B50A-AF3B-523D-C83D0E69C045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1CD1B89-B776-FE88-4AAF-74493ACB07EC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D6A1D31-CC43-6DE9-4C36-A35C52AB6A2A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620D520-E29B-D3E1-F30F-B5842E597197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E5EEF02-362D-198E-1689-CDFB89F5F020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BF97EAF-71A0-A354-0EAC-03A802B6A8D8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EEBA445-23C1-6CC2-EA42-E0CF62B71D6E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9DC0B9-A840-65AE-3E02-2EBB046B9619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C142498-F522-B144-23D7-B44048221D5E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3C0AD57-2360-054A-613D-FF963984CFFA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F7D96E7-69C5-E29E-BA03-EFC48A52E4FE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6F2A4FA-E318-27C2-05E4-DCEDA3865090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1C44AB-693A-A14B-7763-D2F53CC8CBA8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0A28F95-E4C4-85B6-5A06-5F106917F53F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1148F7-7FE9-2B30-8CC4-C07C5F60C1BF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BEB25ED-3950-5C65-5F68-A87710403EAD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E097A97-67FB-4B50-414A-03C2E82E16B9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938BB01-32DB-4E10-7C6D-771D1D543E67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0A64D45-9856-A4C6-5008-BB4F75B1FD11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FF572F7-2DC1-A79B-897C-74A6A9F9848C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93EC4AA-DD89-E381-E329-08DECFAB92FF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5D870F0-A9E9-20B7-A906-59C965D15E39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DBB2DF0-EAE7-AAC2-F879-DFCA34A4AE4D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9A60190-8AC5-B869-CE51-672E22E125DE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B515E7C-A046-E7EA-BA4E-3F1300935A2D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2840BF4-1058-53AE-9ACE-DF72F42C4B4F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88631CF-4823-E6EB-0275-315C8552C648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FB02640-0053-5589-0B3A-3228FF6EE3EB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F2BD1ED-7E66-9107-CF31-13436BA8029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213C73C-5AA4-B34B-C50F-ABCB99044F76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BFC5D37-1BCB-8329-B647-D1FF63E98B3A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5B2A024-489C-A907-7F31-78AE19BFBF5C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8BFEA64-5C5D-B4C4-E178-C842B202293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4C0B846-18ED-93B5-7DBA-D6C8BAF0146E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E1B98EF-65F0-EA62-0C0C-D16D0F64CAF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E63131F-C25F-10F8-2D40-2EF6F66AB497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594F543-755C-FFB7-9ADD-D4C7787ABA70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D8F237B-0783-CC82-C851-DE62755E2E99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D3CD2C8-449F-35C2-94D4-33FBD5CC2D2C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A189ABC-99CE-3968-D25C-F04B933FAD07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D9C4D1A-2DE3-989C-7CAB-AA20AB0BF2AA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6A78F46-B54C-0EA8-E963-8D648B2C276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BDF6815-F2E7-5080-1CE3-2179C982EDDE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1DF9CB1-7211-86D4-290C-C6BC888906A5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EF1B8C6-828E-BA94-18EF-82325701F157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2E2173D-B2CA-85F1-D60B-208BB6DD733E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EDD3394-2976-DB78-12DD-3F4590263B7D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C3037CE-B536-94E4-73C0-0ACD1A80C8B8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38D5CB7-EABC-5975-8142-FBF0820AB69A}"/>
              </a:ext>
            </a:extLst>
          </p:cNvPr>
          <p:cNvSpPr/>
          <p:nvPr/>
        </p:nvSpPr>
        <p:spPr>
          <a:xfrm>
            <a:off x="4082453" y="2030961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633AEF-6463-6070-986B-8300E821D638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4F88B0-E3A9-0B2A-E16D-707CA333AFC9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DC5328-C4C6-38F6-D883-C232133D5C2D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C66498-9F37-6C1F-CBA9-B3813191DE88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48B8D0A1-8BF2-CEBB-2397-AF1E1914010A}"/>
                  </a:ext>
                </a:extLst>
              </p14:cNvPr>
              <p14:cNvContentPartPr/>
              <p14:nvPr/>
            </p14:nvContentPartPr>
            <p14:xfrm>
              <a:off x="1793560" y="3081784"/>
              <a:ext cx="74520" cy="1180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48B8D0A1-8BF2-CEBB-2397-AF1E191401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440" y="3075664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C03354A5-8D8C-B8B2-6692-9B3DECB2A98B}"/>
                  </a:ext>
                </a:extLst>
              </p14:cNvPr>
              <p14:cNvContentPartPr/>
              <p14:nvPr/>
            </p14:nvContentPartPr>
            <p14:xfrm>
              <a:off x="1889320" y="3153064"/>
              <a:ext cx="5400" cy="576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C03354A5-8D8C-B8B2-6692-9B3DECB2A9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3200" y="3146944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AFFA5C5-0A7A-CDA2-232E-AE5BA713E988}"/>
                  </a:ext>
                </a:extLst>
              </p14:cNvPr>
              <p14:cNvContentPartPr/>
              <p14:nvPr/>
            </p14:nvContentPartPr>
            <p14:xfrm>
              <a:off x="1928920" y="3073504"/>
              <a:ext cx="64800" cy="1083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AFFA5C5-0A7A-CDA2-232E-AE5BA713E9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2800" y="3067384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D35586C6-4D70-9477-5A13-0A8E01E65E63}"/>
                  </a:ext>
                </a:extLst>
              </p14:cNvPr>
              <p14:cNvContentPartPr/>
              <p14:nvPr/>
            </p14:nvContentPartPr>
            <p14:xfrm>
              <a:off x="2025040" y="3152704"/>
              <a:ext cx="7200" cy="586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D35586C6-4D70-9477-5A13-0A8E01E65E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8920" y="3146584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F8285609-687D-08FD-A7F9-3CB6A66927FA}"/>
                  </a:ext>
                </a:extLst>
              </p14:cNvPr>
              <p14:cNvContentPartPr/>
              <p14:nvPr/>
            </p14:nvContentPartPr>
            <p14:xfrm>
              <a:off x="2056000" y="3078184"/>
              <a:ext cx="74160" cy="1119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F8285609-687D-08FD-A7F9-3CB6A66927F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9880" y="3072064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889D3A3F-B459-A069-92DF-66639A3A32C0}"/>
                  </a:ext>
                </a:extLst>
              </p14:cNvPr>
              <p14:cNvContentPartPr/>
              <p14:nvPr/>
            </p14:nvContentPartPr>
            <p14:xfrm>
              <a:off x="2451063" y="3093304"/>
              <a:ext cx="59760" cy="1108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889D3A3F-B459-A069-92DF-66639A3A32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44943" y="3087184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8E17115F-69FB-3B46-C1EB-D47145DABC65}"/>
                  </a:ext>
                </a:extLst>
              </p14:cNvPr>
              <p14:cNvContentPartPr/>
              <p14:nvPr/>
            </p14:nvContentPartPr>
            <p14:xfrm>
              <a:off x="2552943" y="3153784"/>
              <a:ext cx="3600" cy="6372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8E17115F-69FB-3B46-C1EB-D47145DABC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6823" y="3147664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BBFC2B80-8632-DE7E-6731-1F04A3552ED8}"/>
                  </a:ext>
                </a:extLst>
              </p14:cNvPr>
              <p14:cNvContentPartPr/>
              <p14:nvPr/>
            </p14:nvContentPartPr>
            <p14:xfrm>
              <a:off x="3046621" y="3088373"/>
              <a:ext cx="62280" cy="12600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BBFC2B80-8632-DE7E-6731-1F04A3552ED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0501" y="3082253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D647E29F-31F6-722E-E298-46E45EF60C27}"/>
                  </a:ext>
                </a:extLst>
              </p14:cNvPr>
              <p14:cNvContentPartPr/>
              <p14:nvPr/>
            </p14:nvContentPartPr>
            <p14:xfrm>
              <a:off x="3686701" y="3079013"/>
              <a:ext cx="61200" cy="1105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D647E29F-31F6-722E-E298-46E45EF60C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0581" y="3072893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8795BCE9-3AFB-3E61-4462-8F21891225C3}"/>
                  </a:ext>
                </a:extLst>
              </p14:cNvPr>
              <p14:cNvContentPartPr/>
              <p14:nvPr/>
            </p14:nvContentPartPr>
            <p14:xfrm>
              <a:off x="3144410" y="3177268"/>
              <a:ext cx="10440" cy="432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8795BCE9-3AFB-3E61-4462-8F21891225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8290" y="3171148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69A6A82A-15FD-E377-8D9B-9634E98AA40F}"/>
                  </a:ext>
                </a:extLst>
              </p14:cNvPr>
              <p14:cNvContentPartPr/>
              <p14:nvPr/>
            </p14:nvContentPartPr>
            <p14:xfrm>
              <a:off x="3779090" y="3181588"/>
              <a:ext cx="3600" cy="3384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69A6A82A-15FD-E377-8D9B-9634E98AA4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72970" y="3175468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27DE997C-75ED-A52E-155F-B557EBFEF5BA}"/>
                  </a:ext>
                </a:extLst>
              </p14:cNvPr>
              <p14:cNvContentPartPr/>
              <p14:nvPr/>
            </p14:nvContentPartPr>
            <p14:xfrm>
              <a:off x="5495220" y="3059315"/>
              <a:ext cx="12240" cy="1144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27DE997C-75ED-A52E-155F-B557EBFEF5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89100" y="3053195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79F577AD-5016-3FCB-2D06-133F45544511}"/>
                  </a:ext>
                </a:extLst>
              </p14:cNvPr>
              <p14:cNvContentPartPr/>
              <p14:nvPr/>
            </p14:nvContentPartPr>
            <p14:xfrm>
              <a:off x="5544540" y="3168035"/>
              <a:ext cx="1800" cy="3024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79F577AD-5016-3FCB-2D06-133F4554451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38420" y="3161915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2D74F25A-9892-675B-147F-D0166BE0FDB3}"/>
                  </a:ext>
                </a:extLst>
              </p14:cNvPr>
              <p14:cNvContentPartPr/>
              <p14:nvPr/>
            </p14:nvContentPartPr>
            <p14:xfrm>
              <a:off x="6142926" y="3087958"/>
              <a:ext cx="10800" cy="10260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2D74F25A-9892-675B-147F-D0166BE0FD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36806" y="3081838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54A18BE0-D2FC-E0B8-4480-03049D90AE32}"/>
                  </a:ext>
                </a:extLst>
              </p14:cNvPr>
              <p14:cNvContentPartPr/>
              <p14:nvPr/>
            </p14:nvContentPartPr>
            <p14:xfrm>
              <a:off x="6187926" y="3171478"/>
              <a:ext cx="2520" cy="356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54A18BE0-D2FC-E0B8-4480-03049D90AE3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81806" y="3165358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572476FF-7025-5CFA-2DBB-B4F6DDAC96BE}"/>
                  </a:ext>
                </a:extLst>
              </p14:cNvPr>
              <p14:cNvContentPartPr/>
              <p14:nvPr/>
            </p14:nvContentPartPr>
            <p14:xfrm>
              <a:off x="4938660" y="3062195"/>
              <a:ext cx="5760" cy="1144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572476FF-7025-5CFA-2DBB-B4F6DDAC96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32540" y="3056075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9C224D51-05BC-D5F9-185F-B07E13228279}"/>
                  </a:ext>
                </a:extLst>
              </p14:cNvPr>
              <p14:cNvContentPartPr/>
              <p14:nvPr/>
            </p14:nvContentPartPr>
            <p14:xfrm>
              <a:off x="4982940" y="3175595"/>
              <a:ext cx="7920" cy="262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9C224D51-05BC-D5F9-185F-B07E1322827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76820" y="3169475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A6C6661-2FC1-28C0-B0F7-B493E36286F1}"/>
                  </a:ext>
                </a:extLst>
              </p14:cNvPr>
              <p14:cNvContentPartPr/>
              <p14:nvPr/>
            </p14:nvContentPartPr>
            <p14:xfrm>
              <a:off x="4277700" y="3061115"/>
              <a:ext cx="10440" cy="11412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A6C6661-2FC1-28C0-B0F7-B493E36286F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71580" y="3054995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A0ED47B6-4B84-BE72-4697-9F72871D6C79}"/>
                  </a:ext>
                </a:extLst>
              </p14:cNvPr>
              <p14:cNvContentPartPr/>
              <p14:nvPr/>
            </p14:nvContentPartPr>
            <p14:xfrm>
              <a:off x="4329900" y="3156515"/>
              <a:ext cx="1440" cy="273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A0ED47B6-4B84-BE72-4697-9F72871D6C7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23780" y="3150395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6917463F-9B98-8D05-2E74-F1E97DC4A799}"/>
                  </a:ext>
                </a:extLst>
              </p14:cNvPr>
              <p14:cNvContentPartPr/>
              <p14:nvPr/>
            </p14:nvContentPartPr>
            <p14:xfrm>
              <a:off x="4358117" y="3071872"/>
              <a:ext cx="50760" cy="9540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6917463F-9B98-8D05-2E74-F1E97DC4A79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51997" y="3065752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ADBEE961-8275-14A0-282E-FE3F832F5B54}"/>
                  </a:ext>
                </a:extLst>
              </p14:cNvPr>
              <p14:cNvContentPartPr/>
              <p14:nvPr/>
            </p14:nvContentPartPr>
            <p14:xfrm>
              <a:off x="4430117" y="3148192"/>
              <a:ext cx="5760" cy="345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ADBEE961-8275-14A0-282E-FE3F832F5B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23997" y="3142072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0656DAA-4717-A5BF-582B-7B98EB924178}"/>
                  </a:ext>
                </a:extLst>
              </p14:cNvPr>
              <p14:cNvContentPartPr/>
              <p14:nvPr/>
            </p14:nvContentPartPr>
            <p14:xfrm>
              <a:off x="4454556" y="3066015"/>
              <a:ext cx="47520" cy="939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0656DAA-4717-A5BF-582B-7B98EB9241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48436" y="3059895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5879B53-5955-49C9-0099-43D8E109B311}"/>
                  </a:ext>
                </a:extLst>
              </p14:cNvPr>
              <p14:cNvContentPartPr/>
              <p14:nvPr/>
            </p14:nvContentPartPr>
            <p14:xfrm>
              <a:off x="5647140" y="3146283"/>
              <a:ext cx="3960" cy="392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5879B53-5955-49C9-0099-43D8E109B31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41020" y="3140163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E33CA764-03E2-BC99-EFE9-93EF493F9171}"/>
                  </a:ext>
                </a:extLst>
              </p14:cNvPr>
              <p14:cNvContentPartPr/>
              <p14:nvPr/>
            </p14:nvContentPartPr>
            <p14:xfrm>
              <a:off x="6312392" y="3161621"/>
              <a:ext cx="4320" cy="4212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E33CA764-03E2-BC99-EFE9-93EF493F91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06272" y="3155501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0AD96C63-BE6F-FEC0-45F7-72B731B52D1D}"/>
                  </a:ext>
                </a:extLst>
              </p14:cNvPr>
              <p14:cNvContentPartPr/>
              <p14:nvPr/>
            </p14:nvContentPartPr>
            <p14:xfrm>
              <a:off x="7881428" y="3080372"/>
              <a:ext cx="35280" cy="9720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0AD96C63-BE6F-FEC0-45F7-72B731B52D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75308" y="3074252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5E52859-34B3-70C7-A511-494DD47E5DBD}"/>
                  </a:ext>
                </a:extLst>
              </p14:cNvPr>
              <p14:cNvContentPartPr/>
              <p14:nvPr/>
            </p14:nvContentPartPr>
            <p14:xfrm>
              <a:off x="7957748" y="3154172"/>
              <a:ext cx="2160" cy="3888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5E52859-34B3-70C7-A511-494DD47E5DB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51628" y="3148052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29C23101-94C8-4E9E-5553-0F7917E49E74}"/>
                  </a:ext>
                </a:extLst>
              </p14:cNvPr>
              <p14:cNvContentPartPr/>
              <p14:nvPr/>
            </p14:nvContentPartPr>
            <p14:xfrm>
              <a:off x="6723534" y="3066975"/>
              <a:ext cx="45360" cy="10044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29C23101-94C8-4E9E-5553-0F7917E49E7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17414" y="3060855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442F0A4-2721-DA58-B1F9-861BFCED5525}"/>
                  </a:ext>
                </a:extLst>
              </p14:cNvPr>
              <p14:cNvContentPartPr/>
              <p14:nvPr/>
            </p14:nvContentPartPr>
            <p14:xfrm>
              <a:off x="6804894" y="3149775"/>
              <a:ext cx="3960" cy="4068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442F0A4-2721-DA58-B1F9-861BFCED55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98774" y="3143655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1E94B13A-8C18-81F1-95C3-15B4F3AAE86D}"/>
                  </a:ext>
                </a:extLst>
              </p14:cNvPr>
              <p14:cNvContentPartPr/>
              <p14:nvPr/>
            </p14:nvContentPartPr>
            <p14:xfrm>
              <a:off x="6833496" y="3066610"/>
              <a:ext cx="53280" cy="10944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1E94B13A-8C18-81F1-95C3-15B4F3AAE86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827376" y="3060490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EACFF480-D3A2-5599-68AA-CFA952C1A80B}"/>
                  </a:ext>
                </a:extLst>
              </p14:cNvPr>
              <p14:cNvContentPartPr/>
              <p14:nvPr/>
            </p14:nvContentPartPr>
            <p14:xfrm>
              <a:off x="6917376" y="3137170"/>
              <a:ext cx="1800" cy="3960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EACFF480-D3A2-5599-68AA-CFA952C1A80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11256" y="3131050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E183104-8BD9-3FA2-7CE3-42E217A95A2A}"/>
                  </a:ext>
                </a:extLst>
              </p14:cNvPr>
              <p14:cNvContentPartPr/>
              <p14:nvPr/>
            </p14:nvContentPartPr>
            <p14:xfrm>
              <a:off x="6933936" y="3066610"/>
              <a:ext cx="66960" cy="9792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E183104-8BD9-3FA2-7CE3-42E217A95A2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27816" y="3060490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DAC04195-2784-18ED-452D-A75758B43B3E}"/>
                  </a:ext>
                </a:extLst>
              </p14:cNvPr>
              <p14:cNvContentPartPr/>
              <p14:nvPr/>
            </p14:nvContentPartPr>
            <p14:xfrm>
              <a:off x="7371534" y="3075255"/>
              <a:ext cx="37800" cy="11448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DAC04195-2784-18ED-452D-A75758B43B3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65414" y="3069135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FF77CCAD-97AF-BA72-61D6-8B1A57291417}"/>
                  </a:ext>
                </a:extLst>
              </p14:cNvPr>
              <p14:cNvContentPartPr/>
              <p14:nvPr/>
            </p14:nvContentPartPr>
            <p14:xfrm>
              <a:off x="7438134" y="3163455"/>
              <a:ext cx="4680" cy="284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FF77CCAD-97AF-BA72-61D6-8B1A572914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32014" y="3157335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A10A1F75-1A96-0A76-75D0-8C7ABE2752CE}"/>
                  </a:ext>
                </a:extLst>
              </p14:cNvPr>
              <p14:cNvContentPartPr/>
              <p14:nvPr/>
            </p14:nvContentPartPr>
            <p14:xfrm>
              <a:off x="7564656" y="3133930"/>
              <a:ext cx="2160" cy="4968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A10A1F75-1A96-0A76-75D0-8C7ABE2752C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58536" y="3127810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2ADFDCDF-8E61-C544-E5F5-7088F93D636A}"/>
                  </a:ext>
                </a:extLst>
              </p14:cNvPr>
              <p14:cNvContentPartPr/>
              <p14:nvPr/>
            </p14:nvContentPartPr>
            <p14:xfrm>
              <a:off x="8090094" y="3127017"/>
              <a:ext cx="1800" cy="489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2ADFDCDF-8E61-C544-E5F5-7088F93D636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083974" y="3120897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EDADA56-F1BF-390A-C9DE-2926C79615EF}"/>
                  </a:ext>
                </a:extLst>
              </p14:cNvPr>
              <p14:cNvContentPartPr/>
              <p14:nvPr/>
            </p14:nvContentPartPr>
            <p14:xfrm>
              <a:off x="8125374" y="3062217"/>
              <a:ext cx="67320" cy="1008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EDADA56-F1BF-390A-C9DE-2926C79615E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19254" y="3056097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6E016360-9CF4-8AA3-4376-DED9AE57D72E}"/>
                  </a:ext>
                </a:extLst>
              </p14:cNvPr>
              <p14:cNvContentPartPr/>
              <p14:nvPr/>
            </p14:nvContentPartPr>
            <p14:xfrm>
              <a:off x="8554841" y="3069511"/>
              <a:ext cx="39600" cy="11196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6E016360-9CF4-8AA3-4376-DED9AE57D7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48721" y="3063391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1958E1D7-55AC-2BE7-849D-7FABBE18C722}"/>
                  </a:ext>
                </a:extLst>
              </p14:cNvPr>
              <p14:cNvContentPartPr/>
              <p14:nvPr/>
            </p14:nvContentPartPr>
            <p14:xfrm>
              <a:off x="8621801" y="3158431"/>
              <a:ext cx="6480" cy="3564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1958E1D7-55AC-2BE7-849D-7FABBE18C72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15681" y="3152311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407ED183-8AD5-547C-7400-4271056D777C}"/>
                  </a:ext>
                </a:extLst>
              </p14:cNvPr>
              <p14:cNvContentPartPr/>
              <p14:nvPr/>
            </p14:nvContentPartPr>
            <p14:xfrm>
              <a:off x="8718654" y="3132777"/>
              <a:ext cx="9000" cy="5760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407ED183-8AD5-547C-7400-4271056D777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12534" y="3126657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5A75B81C-D5EA-F69F-6F76-91367E4299FE}"/>
                  </a:ext>
                </a:extLst>
              </p14:cNvPr>
              <p14:cNvContentPartPr/>
              <p14:nvPr/>
            </p14:nvContentPartPr>
            <p14:xfrm>
              <a:off x="9697728" y="3089683"/>
              <a:ext cx="54000" cy="813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5A75B81C-D5EA-F69F-6F76-91367E4299F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691608" y="3083563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46E37843-6E5D-6E41-9267-43375187D375}"/>
                  </a:ext>
                </a:extLst>
              </p14:cNvPr>
              <p14:cNvContentPartPr/>
              <p14:nvPr/>
            </p14:nvContentPartPr>
            <p14:xfrm>
              <a:off x="10274772" y="3087511"/>
              <a:ext cx="39240" cy="8244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46E37843-6E5D-6E41-9267-43375187D37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268652" y="3081391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E0AFA903-6E78-5F10-0C2C-3CBCB094A37F}"/>
                  </a:ext>
                </a:extLst>
              </p14:cNvPr>
              <p14:cNvContentPartPr/>
              <p14:nvPr/>
            </p14:nvContentPartPr>
            <p14:xfrm>
              <a:off x="10360092" y="3138991"/>
              <a:ext cx="12960" cy="342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E0AFA903-6E78-5F10-0C2C-3CBCB094A37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53972" y="3132871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6E6C8EC5-61F2-DC69-C12A-309183AC775A}"/>
                  </a:ext>
                </a:extLst>
              </p14:cNvPr>
              <p14:cNvContentPartPr/>
              <p14:nvPr/>
            </p14:nvContentPartPr>
            <p14:xfrm>
              <a:off x="9784092" y="3138271"/>
              <a:ext cx="10440" cy="3492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6E6C8EC5-61F2-DC69-C12A-309183AC775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77972" y="3132151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90A6F0CE-DFF0-D139-CE5A-2A9971C9B096}"/>
                  </a:ext>
                </a:extLst>
              </p14:cNvPr>
              <p14:cNvContentPartPr/>
              <p14:nvPr/>
            </p14:nvContentPartPr>
            <p14:xfrm>
              <a:off x="9093437" y="3098197"/>
              <a:ext cx="66240" cy="1083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90A6F0CE-DFF0-D139-CE5A-2A9971C9B09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87317" y="3092077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29ED856-315C-DB39-59D3-569C552B1B5E}"/>
                  </a:ext>
                </a:extLst>
              </p14:cNvPr>
              <p14:cNvContentPartPr/>
              <p14:nvPr/>
            </p14:nvContentPartPr>
            <p14:xfrm>
              <a:off x="9183077" y="3177757"/>
              <a:ext cx="7920" cy="3888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29ED856-315C-DB39-59D3-569C552B1B5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176957" y="3171637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AEFB1C5B-827A-3C1A-4F9F-01B5A6075EF7}"/>
                  </a:ext>
                </a:extLst>
              </p14:cNvPr>
              <p14:cNvContentPartPr/>
              <p14:nvPr/>
            </p14:nvContentPartPr>
            <p14:xfrm>
              <a:off x="9218966" y="3101366"/>
              <a:ext cx="54000" cy="10800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AEFB1C5B-827A-3C1A-4F9F-01B5A6075EF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212846" y="3095246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C6C1EF6C-6462-568A-473F-E2B891E4582E}"/>
                  </a:ext>
                </a:extLst>
              </p14:cNvPr>
              <p14:cNvContentPartPr/>
              <p14:nvPr/>
            </p14:nvContentPartPr>
            <p14:xfrm>
              <a:off x="9307886" y="3157886"/>
              <a:ext cx="1440" cy="507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C6C1EF6C-6462-568A-473F-E2B891E4582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301766" y="3151766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934240D7-AAA6-AB38-4F85-DE095C6D15A0}"/>
                  </a:ext>
                </a:extLst>
              </p14:cNvPr>
              <p14:cNvContentPartPr/>
              <p14:nvPr/>
            </p14:nvContentPartPr>
            <p14:xfrm>
              <a:off x="9332006" y="3085526"/>
              <a:ext cx="58320" cy="10296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934240D7-AAA6-AB38-4F85-DE095C6D15A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325886" y="3079406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7D2AFA17-54F1-F176-E742-8C03C3DC24A7}"/>
                  </a:ext>
                </a:extLst>
              </p14:cNvPr>
              <p14:cNvContentPartPr/>
              <p14:nvPr/>
            </p14:nvContentPartPr>
            <p14:xfrm>
              <a:off x="9915285" y="3112716"/>
              <a:ext cx="1080" cy="5508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7D2AFA17-54F1-F176-E742-8C03C3DC24A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909165" y="3106596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DC935B7C-C5BD-9D6F-47E8-2BA3B2D3E329}"/>
                  </a:ext>
                </a:extLst>
              </p14:cNvPr>
              <p14:cNvContentPartPr/>
              <p14:nvPr/>
            </p14:nvContentPartPr>
            <p14:xfrm>
              <a:off x="10450343" y="3128429"/>
              <a:ext cx="5040" cy="4788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DC935B7C-C5BD-9D6F-47E8-2BA3B2D3E32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444223" y="3122309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EED62B63-7263-20E6-F79E-11C10048FBE1}"/>
                  </a:ext>
                </a:extLst>
              </p14:cNvPr>
              <p14:cNvContentPartPr/>
              <p14:nvPr/>
            </p14:nvContentPartPr>
            <p14:xfrm>
              <a:off x="10924139" y="3076472"/>
              <a:ext cx="46080" cy="9360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EED62B63-7263-20E6-F79E-11C10048FBE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918019" y="3070352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C32240A6-C0C2-5DB9-A0EC-188CA1A9E490}"/>
                  </a:ext>
                </a:extLst>
              </p14:cNvPr>
              <p14:cNvContentPartPr/>
              <p14:nvPr/>
            </p14:nvContentPartPr>
            <p14:xfrm>
              <a:off x="10978139" y="3147752"/>
              <a:ext cx="6480" cy="2736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C32240A6-C0C2-5DB9-A0EC-188CA1A9E49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72019" y="3141632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1CE0A18E-B3A4-FDDF-A64E-5DFCAC094AF6}"/>
                  </a:ext>
                </a:extLst>
              </p14:cNvPr>
              <p14:cNvContentPartPr/>
              <p14:nvPr/>
            </p14:nvContentPartPr>
            <p14:xfrm>
              <a:off x="11067371" y="3131466"/>
              <a:ext cx="4680" cy="424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1CE0A18E-B3A4-FDDF-A64E-5DFCAC094AF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61251" y="3125346"/>
                <a:ext cx="169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3" name="Group 332">
            <a:extLst>
              <a:ext uri="{FF2B5EF4-FFF2-40B4-BE49-F238E27FC236}">
                <a16:creationId xmlns:a16="http://schemas.microsoft.com/office/drawing/2014/main" id="{1467380A-138A-56A5-2BD6-A1ABBAB68996}"/>
              </a:ext>
            </a:extLst>
          </p:cNvPr>
          <p:cNvGrpSpPr/>
          <p:nvPr/>
        </p:nvGrpSpPr>
        <p:grpSpPr>
          <a:xfrm>
            <a:off x="2598293" y="3084836"/>
            <a:ext cx="151200" cy="128520"/>
            <a:chOff x="2598293" y="3084836"/>
            <a:chExt cx="15120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480F1CF-E774-2A19-3A90-7EE710C0398E}"/>
                    </a:ext>
                  </a:extLst>
                </p14:cNvPr>
                <p14:cNvContentPartPr/>
                <p14:nvPr/>
              </p14:nvContentPartPr>
              <p14:xfrm>
                <a:off x="2598293" y="3096716"/>
                <a:ext cx="8640" cy="1026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480F1CF-E774-2A19-3A90-7EE710C039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92173" y="3090596"/>
                  <a:ext cx="20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7E9C9B9-DEDF-E0A9-64D4-3ADBCD80467F}"/>
                    </a:ext>
                  </a:extLst>
                </p14:cNvPr>
                <p14:cNvContentPartPr/>
                <p14:nvPr/>
              </p14:nvContentPartPr>
              <p14:xfrm>
                <a:off x="2657333" y="3158996"/>
                <a:ext cx="9720" cy="543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7E9C9B9-DEDF-E0A9-64D4-3ADBCD8046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51213" y="3152876"/>
                  <a:ext cx="21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B57BF83-1DFA-6D0F-50E8-27B3AF1EFE63}"/>
                    </a:ext>
                  </a:extLst>
                </p14:cNvPr>
                <p14:cNvContentPartPr/>
                <p14:nvPr/>
              </p14:nvContentPartPr>
              <p14:xfrm>
                <a:off x="2692253" y="3084836"/>
                <a:ext cx="57240" cy="1213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B57BF83-1DFA-6D0F-50E8-27B3AF1EFE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86133" y="3078716"/>
                  <a:ext cx="694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BB01ACA-3B1A-103F-0469-6653BB91C610}"/>
              </a:ext>
            </a:extLst>
          </p:cNvPr>
          <p:cNvGrpSpPr/>
          <p:nvPr/>
        </p:nvGrpSpPr>
        <p:grpSpPr>
          <a:xfrm>
            <a:off x="3177893" y="3089516"/>
            <a:ext cx="178200" cy="140040"/>
            <a:chOff x="3177893" y="3089516"/>
            <a:chExt cx="17820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8641B44-D9EE-B1AE-D9D3-538A5F4648AA}"/>
                    </a:ext>
                  </a:extLst>
                </p14:cNvPr>
                <p14:cNvContentPartPr/>
                <p14:nvPr/>
              </p14:nvContentPartPr>
              <p14:xfrm>
                <a:off x="3177893" y="3101756"/>
                <a:ext cx="40320" cy="106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8641B44-D9EE-B1AE-D9D3-538A5F4648A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71773" y="3095636"/>
                  <a:ext cx="525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986070C-8F86-B7EA-808A-A740F205D35A}"/>
                    </a:ext>
                  </a:extLst>
                </p14:cNvPr>
                <p14:cNvContentPartPr/>
                <p14:nvPr/>
              </p14:nvContentPartPr>
              <p14:xfrm>
                <a:off x="3258893" y="3182036"/>
                <a:ext cx="4680" cy="475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986070C-8F86-B7EA-808A-A740F205D3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52773" y="3175916"/>
                  <a:ext cx="16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EB1C687-CF6A-7292-D678-488FD5054BCF}"/>
                    </a:ext>
                  </a:extLst>
                </p14:cNvPr>
                <p14:cNvContentPartPr/>
                <p14:nvPr/>
              </p14:nvContentPartPr>
              <p14:xfrm>
                <a:off x="3296693" y="3089516"/>
                <a:ext cx="59400" cy="1130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EB1C687-CF6A-7292-D678-488FD5054BC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90573" y="3083396"/>
                  <a:ext cx="716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6FF2504-F862-807D-D283-463CC8DFFCDE}"/>
              </a:ext>
            </a:extLst>
          </p:cNvPr>
          <p:cNvGrpSpPr/>
          <p:nvPr/>
        </p:nvGrpSpPr>
        <p:grpSpPr>
          <a:xfrm>
            <a:off x="3803715" y="3080325"/>
            <a:ext cx="169560" cy="122400"/>
            <a:chOff x="3803715" y="3080325"/>
            <a:chExt cx="16956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92992F8-1B3F-2AD2-F7FA-D374C991E22A}"/>
                    </a:ext>
                  </a:extLst>
                </p14:cNvPr>
                <p14:cNvContentPartPr/>
                <p14:nvPr/>
              </p14:nvContentPartPr>
              <p14:xfrm>
                <a:off x="3803715" y="3086445"/>
                <a:ext cx="47880" cy="986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92992F8-1B3F-2AD2-F7FA-D374C991E22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97595" y="3080325"/>
                  <a:ext cx="60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3D0070-0118-3D3C-DB3F-0DBF2137404C}"/>
                    </a:ext>
                  </a:extLst>
                </p14:cNvPr>
                <p14:cNvContentPartPr/>
                <p14:nvPr/>
              </p14:nvContentPartPr>
              <p14:xfrm>
                <a:off x="3883275" y="3152685"/>
                <a:ext cx="7200" cy="500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3D0070-0118-3D3C-DB3F-0DBF2137404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77155" y="3146565"/>
                  <a:ext cx="19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8F387BE-0179-826F-4058-FFB11A5A71BD}"/>
                    </a:ext>
                  </a:extLst>
                </p14:cNvPr>
                <p14:cNvContentPartPr/>
                <p14:nvPr/>
              </p14:nvContentPartPr>
              <p14:xfrm>
                <a:off x="3919275" y="3080325"/>
                <a:ext cx="54000" cy="1072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8F387BE-0179-826F-4058-FFB11A5A71B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913155" y="3074205"/>
                  <a:ext cx="662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E7A5B506-BFB5-56E9-5020-6C464CC24BDF}"/>
              </a:ext>
            </a:extLst>
          </p:cNvPr>
          <p:cNvGrpSpPr/>
          <p:nvPr/>
        </p:nvGrpSpPr>
        <p:grpSpPr>
          <a:xfrm>
            <a:off x="5018413" y="3067078"/>
            <a:ext cx="143280" cy="124200"/>
            <a:chOff x="5018413" y="3067078"/>
            <a:chExt cx="143280" cy="1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9AD242C-CE16-4F63-BB72-49F2DAACFBF4}"/>
                    </a:ext>
                  </a:extLst>
                </p14:cNvPr>
                <p14:cNvContentPartPr/>
                <p14:nvPr/>
              </p14:nvContentPartPr>
              <p14:xfrm>
                <a:off x="5018413" y="3074638"/>
                <a:ext cx="11880" cy="936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9AD242C-CE16-4F63-BB72-49F2DAACFBF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012293" y="3068518"/>
                  <a:ext cx="24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DDA95E2-6A50-BE77-0C08-0FB0443D4EDE}"/>
                    </a:ext>
                  </a:extLst>
                </p14:cNvPr>
                <p14:cNvContentPartPr/>
                <p14:nvPr/>
              </p14:nvContentPartPr>
              <p14:xfrm>
                <a:off x="5064853" y="3138718"/>
                <a:ext cx="2160" cy="525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DDA95E2-6A50-BE77-0C08-0FB0443D4E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58733" y="3132598"/>
                  <a:ext cx="144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1E12C70-E29B-E521-680B-9A4ED9F42918}"/>
                    </a:ext>
                  </a:extLst>
                </p14:cNvPr>
                <p14:cNvContentPartPr/>
                <p14:nvPr/>
              </p14:nvContentPartPr>
              <p14:xfrm>
                <a:off x="5091133" y="3067078"/>
                <a:ext cx="70560" cy="1018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1E12C70-E29B-E521-680B-9A4ED9F429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85013" y="3060958"/>
                  <a:ext cx="8280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5582F7EE-65EB-3EF9-083F-7C03E1EB6B5A}"/>
              </a:ext>
            </a:extLst>
          </p:cNvPr>
          <p:cNvGrpSpPr/>
          <p:nvPr/>
        </p:nvGrpSpPr>
        <p:grpSpPr>
          <a:xfrm>
            <a:off x="5575337" y="3064886"/>
            <a:ext cx="158400" cy="117360"/>
            <a:chOff x="5575337" y="3064886"/>
            <a:chExt cx="158400" cy="11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8730715-FDC8-C254-D494-13A16EB6CB8A}"/>
                    </a:ext>
                  </a:extLst>
                </p14:cNvPr>
                <p14:cNvContentPartPr/>
                <p14:nvPr/>
              </p14:nvContentPartPr>
              <p14:xfrm>
                <a:off x="5575337" y="3064886"/>
                <a:ext cx="38520" cy="117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8730715-FDC8-C254-D494-13A16EB6CB8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69217" y="3058766"/>
                  <a:ext cx="50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403468D-600B-7A25-0A9E-780A31D7B088}"/>
                    </a:ext>
                  </a:extLst>
                </p14:cNvPr>
                <p14:cNvContentPartPr/>
                <p14:nvPr/>
              </p14:nvContentPartPr>
              <p14:xfrm>
                <a:off x="5679737" y="3067766"/>
                <a:ext cx="54000" cy="1080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403468D-600B-7A25-0A9E-780A31D7B0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73617" y="3061646"/>
                  <a:ext cx="6624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46C6D37-3795-FCA6-EE5D-79F3D066A20A}"/>
              </a:ext>
            </a:extLst>
          </p:cNvPr>
          <p:cNvGrpSpPr/>
          <p:nvPr/>
        </p:nvGrpSpPr>
        <p:grpSpPr>
          <a:xfrm>
            <a:off x="6223543" y="3075236"/>
            <a:ext cx="161640" cy="113760"/>
            <a:chOff x="6223543" y="3075236"/>
            <a:chExt cx="161640" cy="11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10FB723-087B-0171-898B-CCC9B851B59A}"/>
                    </a:ext>
                  </a:extLst>
                </p14:cNvPr>
                <p14:cNvContentPartPr/>
                <p14:nvPr/>
              </p14:nvContentPartPr>
              <p14:xfrm>
                <a:off x="6223543" y="3082436"/>
                <a:ext cx="38520" cy="1000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10FB723-087B-0171-898B-CCC9B851B59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17423" y="3076316"/>
                  <a:ext cx="50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8E330A4-F709-3A90-60D0-CBFCDC27154E}"/>
                    </a:ext>
                  </a:extLst>
                </p14:cNvPr>
                <p14:cNvContentPartPr/>
                <p14:nvPr/>
              </p14:nvContentPartPr>
              <p14:xfrm>
                <a:off x="6330463" y="3075236"/>
                <a:ext cx="54720" cy="1137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8E330A4-F709-3A90-60D0-CBFCDC27154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24343" y="3069116"/>
                  <a:ext cx="669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72934AD8-9F59-FBF8-5707-5D7B56CAFD41}"/>
              </a:ext>
            </a:extLst>
          </p:cNvPr>
          <p:cNvGrpSpPr/>
          <p:nvPr/>
        </p:nvGrpSpPr>
        <p:grpSpPr>
          <a:xfrm>
            <a:off x="7483599" y="3065792"/>
            <a:ext cx="159480" cy="115200"/>
            <a:chOff x="7483599" y="3065792"/>
            <a:chExt cx="15948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3F084B4-91FD-5E88-BBF8-5870C4A8AE05}"/>
                    </a:ext>
                  </a:extLst>
                </p14:cNvPr>
                <p14:cNvContentPartPr/>
                <p14:nvPr/>
              </p14:nvContentPartPr>
              <p14:xfrm>
                <a:off x="7483599" y="3079112"/>
                <a:ext cx="16920" cy="1018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3F084B4-91FD-5E88-BBF8-5870C4A8AE0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7479" y="3072992"/>
                  <a:ext cx="29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F4D11666-5429-8677-94E4-AC50BC0A12F9}"/>
                    </a:ext>
                  </a:extLst>
                </p14:cNvPr>
                <p14:cNvContentPartPr/>
                <p14:nvPr/>
              </p14:nvContentPartPr>
              <p14:xfrm>
                <a:off x="7587639" y="3065792"/>
                <a:ext cx="55440" cy="1098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F4D11666-5429-8677-94E4-AC50BC0A12F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81519" y="3059672"/>
                  <a:ext cx="6768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2320AB83-172C-9F9F-EB8C-A6C29F7A3E3C}"/>
                  </a:ext>
                </a:extLst>
              </p14:cNvPr>
              <p14:cNvContentPartPr/>
              <p14:nvPr/>
            </p14:nvContentPartPr>
            <p14:xfrm>
              <a:off x="7992143" y="3076009"/>
              <a:ext cx="54360" cy="9324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2320AB83-172C-9F9F-EB8C-A6C29F7A3E3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86023" y="3069889"/>
                <a:ext cx="6660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818ED57-F0FD-47D9-6B08-A25C878A4DF9}"/>
              </a:ext>
            </a:extLst>
          </p:cNvPr>
          <p:cNvGrpSpPr/>
          <p:nvPr/>
        </p:nvGrpSpPr>
        <p:grpSpPr>
          <a:xfrm>
            <a:off x="8645044" y="3072934"/>
            <a:ext cx="159840" cy="99360"/>
            <a:chOff x="8645044" y="3072934"/>
            <a:chExt cx="159840" cy="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D78D0C5-9BA2-10B6-603D-DC6EFAD06DD7}"/>
                    </a:ext>
                  </a:extLst>
                </p14:cNvPr>
                <p14:cNvContentPartPr/>
                <p14:nvPr/>
              </p14:nvContentPartPr>
              <p14:xfrm>
                <a:off x="8645044" y="3072934"/>
                <a:ext cx="43920" cy="86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D78D0C5-9BA2-10B6-603D-DC6EFAD06DD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38924" y="3066814"/>
                  <a:ext cx="56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86A76AC-9F2C-2842-EC6E-EA3CB82DC41D}"/>
                    </a:ext>
                  </a:extLst>
                </p14:cNvPr>
                <p14:cNvContentPartPr/>
                <p14:nvPr/>
              </p14:nvContentPartPr>
              <p14:xfrm>
                <a:off x="8743324" y="3084454"/>
                <a:ext cx="61560" cy="878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86A76AC-9F2C-2842-EC6E-EA3CB82DC41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37204" y="3078334"/>
                  <a:ext cx="7380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90A7FE8A-6CDB-066D-0B95-07ED23B1F981}"/>
                  </a:ext>
                </a:extLst>
              </p14:cNvPr>
              <p14:cNvContentPartPr/>
              <p14:nvPr/>
            </p14:nvContentPartPr>
            <p14:xfrm>
              <a:off x="9830826" y="3061271"/>
              <a:ext cx="9360" cy="9000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90A7FE8A-6CDB-066D-0B95-07ED23B1F98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824706" y="3055151"/>
                <a:ext cx="21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65296BF9-D5A9-46CD-8E53-FA72755292D5}"/>
                  </a:ext>
                </a:extLst>
              </p14:cNvPr>
              <p14:cNvContentPartPr/>
              <p14:nvPr/>
            </p14:nvContentPartPr>
            <p14:xfrm>
              <a:off x="9953226" y="3063071"/>
              <a:ext cx="60840" cy="867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65296BF9-D5A9-46CD-8E53-FA72755292D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947106" y="3056951"/>
                <a:ext cx="7308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3" name="Group 362">
            <a:extLst>
              <a:ext uri="{FF2B5EF4-FFF2-40B4-BE49-F238E27FC236}">
                <a16:creationId xmlns:a16="http://schemas.microsoft.com/office/drawing/2014/main" id="{95013DDF-A24D-CE6E-86FA-082A13ABEF3B}"/>
              </a:ext>
            </a:extLst>
          </p:cNvPr>
          <p:cNvGrpSpPr/>
          <p:nvPr/>
        </p:nvGrpSpPr>
        <p:grpSpPr>
          <a:xfrm>
            <a:off x="10381618" y="3070601"/>
            <a:ext cx="153360" cy="75960"/>
            <a:chOff x="10381618" y="3070601"/>
            <a:chExt cx="15336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C6A0D17-1177-B46A-20BC-B0F204900311}"/>
                    </a:ext>
                  </a:extLst>
                </p14:cNvPr>
                <p14:cNvContentPartPr/>
                <p14:nvPr/>
              </p14:nvContentPartPr>
              <p14:xfrm>
                <a:off x="10381618" y="3070961"/>
                <a:ext cx="46440" cy="752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C6A0D17-1177-B46A-20BC-B0F2049003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75498" y="3064841"/>
                  <a:ext cx="58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8F6D542-C713-1089-B393-B76E2BDCB68D}"/>
                    </a:ext>
                  </a:extLst>
                </p14:cNvPr>
                <p14:cNvContentPartPr/>
                <p14:nvPr/>
              </p14:nvContentPartPr>
              <p14:xfrm>
                <a:off x="10465858" y="3070601"/>
                <a:ext cx="69120" cy="75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8F6D542-C713-1089-B393-B76E2BDCB68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59738" y="3064481"/>
                  <a:ext cx="813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61091D9-5EDD-F634-3884-FE69E83CB3A0}"/>
              </a:ext>
            </a:extLst>
          </p:cNvPr>
          <p:cNvGrpSpPr/>
          <p:nvPr/>
        </p:nvGrpSpPr>
        <p:grpSpPr>
          <a:xfrm>
            <a:off x="10999644" y="3073170"/>
            <a:ext cx="145800" cy="79920"/>
            <a:chOff x="10999644" y="3073170"/>
            <a:chExt cx="14580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F222762-98D4-E720-9963-CDE5A5D5DCA4}"/>
                    </a:ext>
                  </a:extLst>
                </p14:cNvPr>
                <p14:cNvContentPartPr/>
                <p14:nvPr/>
              </p14:nvContentPartPr>
              <p14:xfrm>
                <a:off x="10999644" y="3073530"/>
                <a:ext cx="37440" cy="795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F222762-98D4-E720-9963-CDE5A5D5DC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93524" y="3067410"/>
                  <a:ext cx="49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7E10366C-5501-010C-67A3-8F9D96D7D979}"/>
                    </a:ext>
                  </a:extLst>
                </p14:cNvPr>
                <p14:cNvContentPartPr/>
                <p14:nvPr/>
              </p14:nvContentPartPr>
              <p14:xfrm>
                <a:off x="11090724" y="3073170"/>
                <a:ext cx="54720" cy="720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7E10366C-5501-010C-67A3-8F9D96D7D97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084604" y="3067050"/>
                  <a:ext cx="6696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AF8E907F-F183-9E24-6017-9CEB392A27D9}"/>
                  </a:ext>
                </a:extLst>
              </p14:cNvPr>
              <p14:cNvContentPartPr/>
              <p14:nvPr/>
            </p14:nvContentPartPr>
            <p14:xfrm>
              <a:off x="1897030" y="4820126"/>
              <a:ext cx="74520" cy="11808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AF8E907F-F183-9E24-6017-9CEB392A27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0910" y="481400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521C3A12-33D3-D264-C314-E4B64DDF5898}"/>
                  </a:ext>
                </a:extLst>
              </p14:cNvPr>
              <p14:cNvContentPartPr/>
              <p14:nvPr/>
            </p14:nvContentPartPr>
            <p14:xfrm>
              <a:off x="1992790" y="4891406"/>
              <a:ext cx="5400" cy="576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521C3A12-33D3-D264-C314-E4B64DDF58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6670" y="488528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C18868A0-2F31-6AEB-35E8-DEE6333005F4}"/>
                  </a:ext>
                </a:extLst>
              </p14:cNvPr>
              <p14:cNvContentPartPr/>
              <p14:nvPr/>
            </p14:nvContentPartPr>
            <p14:xfrm>
              <a:off x="2032390" y="4811846"/>
              <a:ext cx="64800" cy="1083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C18868A0-2F31-6AEB-35E8-DEE6333005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6270" y="480572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B0FA431-5E05-F35C-8320-C81070BF09E9}"/>
                  </a:ext>
                </a:extLst>
              </p14:cNvPr>
              <p14:cNvContentPartPr/>
              <p14:nvPr/>
            </p14:nvContentPartPr>
            <p14:xfrm>
              <a:off x="2128510" y="4891046"/>
              <a:ext cx="7200" cy="5868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B0FA431-5E05-F35C-8320-C81070BF09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2390" y="488492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BEF5E85F-12F5-8735-CB73-C4B7A3084E5F}"/>
                  </a:ext>
                </a:extLst>
              </p14:cNvPr>
              <p14:cNvContentPartPr/>
              <p14:nvPr/>
            </p14:nvContentPartPr>
            <p14:xfrm>
              <a:off x="2159470" y="4816526"/>
              <a:ext cx="74160" cy="11196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BEF5E85F-12F5-8735-CB73-C4B7A3084E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3350" y="481040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61B721E8-2FA9-D934-379E-32A2697E80B6}"/>
                  </a:ext>
                </a:extLst>
              </p14:cNvPr>
              <p14:cNvContentPartPr/>
              <p14:nvPr/>
            </p14:nvContentPartPr>
            <p14:xfrm>
              <a:off x="2554533" y="4831646"/>
              <a:ext cx="59760" cy="11088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61B721E8-2FA9-D934-379E-32A2697E80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48413" y="482552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14DB7C34-4834-7131-0DA0-54E7CFDEC609}"/>
                  </a:ext>
                </a:extLst>
              </p14:cNvPr>
              <p14:cNvContentPartPr/>
              <p14:nvPr/>
            </p14:nvContentPartPr>
            <p14:xfrm>
              <a:off x="2656413" y="4892126"/>
              <a:ext cx="3600" cy="6372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14DB7C34-4834-7131-0DA0-54E7CFDEC6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50293" y="488600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5046BE82-6F0B-965E-C706-F70E34D89A58}"/>
                  </a:ext>
                </a:extLst>
              </p14:cNvPr>
              <p14:cNvContentPartPr/>
              <p14:nvPr/>
            </p14:nvContentPartPr>
            <p14:xfrm>
              <a:off x="3150091" y="4826715"/>
              <a:ext cx="62280" cy="12600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5046BE82-6F0B-965E-C706-F70E34D89A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3971" y="482059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838249B3-B90F-7CF6-2632-BB75D9A77CE7}"/>
                  </a:ext>
                </a:extLst>
              </p14:cNvPr>
              <p14:cNvContentPartPr/>
              <p14:nvPr/>
            </p14:nvContentPartPr>
            <p14:xfrm>
              <a:off x="3790171" y="4817355"/>
              <a:ext cx="61200" cy="11052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838249B3-B90F-7CF6-2632-BB75D9A77C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84051" y="481123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01C26CCA-6786-80DE-9D0B-9ED82CAF25DC}"/>
                  </a:ext>
                </a:extLst>
              </p14:cNvPr>
              <p14:cNvContentPartPr/>
              <p14:nvPr/>
            </p14:nvContentPartPr>
            <p14:xfrm>
              <a:off x="3247880" y="4915610"/>
              <a:ext cx="10440" cy="4320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01C26CCA-6786-80DE-9D0B-9ED82CAF25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41760" y="490949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0CB278DA-14BE-7ED3-CBE5-73DCE531F801}"/>
                  </a:ext>
                </a:extLst>
              </p14:cNvPr>
              <p14:cNvContentPartPr/>
              <p14:nvPr/>
            </p14:nvContentPartPr>
            <p14:xfrm>
              <a:off x="3882560" y="4919930"/>
              <a:ext cx="3600" cy="3384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0CB278DA-14BE-7ED3-CBE5-73DCE531F80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76440" y="491381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ED7B822C-3D8A-58E9-82A6-A74396C09D82}"/>
                  </a:ext>
                </a:extLst>
              </p14:cNvPr>
              <p14:cNvContentPartPr/>
              <p14:nvPr/>
            </p14:nvContentPartPr>
            <p14:xfrm>
              <a:off x="5598690" y="4797657"/>
              <a:ext cx="12240" cy="11448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ED7B822C-3D8A-58E9-82A6-A74396C09D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92570" y="479153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E93EF98B-5E73-461B-2F20-216FBEB36BA0}"/>
                  </a:ext>
                </a:extLst>
              </p14:cNvPr>
              <p14:cNvContentPartPr/>
              <p14:nvPr/>
            </p14:nvContentPartPr>
            <p14:xfrm>
              <a:off x="5648010" y="4906377"/>
              <a:ext cx="1800" cy="3024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E93EF98B-5E73-461B-2F20-216FBEB36B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41890" y="490025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9CE2B0BC-622A-C1F2-FFC3-887C3A77BAFB}"/>
                  </a:ext>
                </a:extLst>
              </p14:cNvPr>
              <p14:cNvContentPartPr/>
              <p14:nvPr/>
            </p14:nvContentPartPr>
            <p14:xfrm>
              <a:off x="6246396" y="4826300"/>
              <a:ext cx="10800" cy="10260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9CE2B0BC-622A-C1F2-FFC3-887C3A77BA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40276" y="482018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433E8F94-01AF-C95D-1655-73797A22616B}"/>
                  </a:ext>
                </a:extLst>
              </p14:cNvPr>
              <p14:cNvContentPartPr/>
              <p14:nvPr/>
            </p14:nvContentPartPr>
            <p14:xfrm>
              <a:off x="6291396" y="4909820"/>
              <a:ext cx="2520" cy="3564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433E8F94-01AF-C95D-1655-73797A22616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85276" y="490370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013853BE-C9C9-9502-1A93-5FC8DACFD908}"/>
                  </a:ext>
                </a:extLst>
              </p14:cNvPr>
              <p14:cNvContentPartPr/>
              <p14:nvPr/>
            </p14:nvContentPartPr>
            <p14:xfrm>
              <a:off x="5042130" y="4800537"/>
              <a:ext cx="5760" cy="11448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013853BE-C9C9-9502-1A93-5FC8DACFD9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36010" y="479441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FFA52421-4F90-ACEC-6D97-F54713F4FB63}"/>
                  </a:ext>
                </a:extLst>
              </p14:cNvPr>
              <p14:cNvContentPartPr/>
              <p14:nvPr/>
            </p14:nvContentPartPr>
            <p14:xfrm>
              <a:off x="5086410" y="4913937"/>
              <a:ext cx="7920" cy="2628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FFA52421-4F90-ACEC-6D97-F54713F4FB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80290" y="490781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74D6223A-0512-65E5-BB34-AD8B7FD7D17A}"/>
                  </a:ext>
                </a:extLst>
              </p14:cNvPr>
              <p14:cNvContentPartPr/>
              <p14:nvPr/>
            </p14:nvContentPartPr>
            <p14:xfrm>
              <a:off x="4381170" y="4799457"/>
              <a:ext cx="10440" cy="11412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74D6223A-0512-65E5-BB34-AD8B7FD7D1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75050" y="479333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0DD2A5F6-52AD-5FFF-12D9-2F10223E2437}"/>
                  </a:ext>
                </a:extLst>
              </p14:cNvPr>
              <p14:cNvContentPartPr/>
              <p14:nvPr/>
            </p14:nvContentPartPr>
            <p14:xfrm>
              <a:off x="4433370" y="4894857"/>
              <a:ext cx="1440" cy="2736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0DD2A5F6-52AD-5FFF-12D9-2F10223E243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27250" y="488873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C43D2A56-79DD-6575-FB1A-5F4DB109F930}"/>
                  </a:ext>
                </a:extLst>
              </p14:cNvPr>
              <p14:cNvContentPartPr/>
              <p14:nvPr/>
            </p14:nvContentPartPr>
            <p14:xfrm>
              <a:off x="4461587" y="4810214"/>
              <a:ext cx="50760" cy="954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C43D2A56-79DD-6575-FB1A-5F4DB109F93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55467" y="480409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F620C617-9E87-8DDD-7F90-F2AFAC42E1DE}"/>
                  </a:ext>
                </a:extLst>
              </p14:cNvPr>
              <p14:cNvContentPartPr/>
              <p14:nvPr/>
            </p14:nvContentPartPr>
            <p14:xfrm>
              <a:off x="4533587" y="4886534"/>
              <a:ext cx="5760" cy="3456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F620C617-9E87-8DDD-7F90-F2AFAC42E1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27467" y="488041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9A6A7541-C867-854B-BFF7-7DBBA249B56D}"/>
                  </a:ext>
                </a:extLst>
              </p14:cNvPr>
              <p14:cNvContentPartPr/>
              <p14:nvPr/>
            </p14:nvContentPartPr>
            <p14:xfrm>
              <a:off x="4558026" y="4804357"/>
              <a:ext cx="47520" cy="9396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9A6A7541-C867-854B-BFF7-7DBBA249B56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51906" y="479823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FA9D3B93-6A2C-EEBC-65E3-BA8F952198B5}"/>
                  </a:ext>
                </a:extLst>
              </p14:cNvPr>
              <p14:cNvContentPartPr/>
              <p14:nvPr/>
            </p14:nvContentPartPr>
            <p14:xfrm>
              <a:off x="5750610" y="4884625"/>
              <a:ext cx="3960" cy="3924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FA9D3B93-6A2C-EEBC-65E3-BA8F952198B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44490" y="487850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360A6860-E98A-F71F-83C7-7D5423504ECF}"/>
                  </a:ext>
                </a:extLst>
              </p14:cNvPr>
              <p14:cNvContentPartPr/>
              <p14:nvPr/>
            </p14:nvContentPartPr>
            <p14:xfrm>
              <a:off x="6415862" y="4899963"/>
              <a:ext cx="4320" cy="4212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360A6860-E98A-F71F-83C7-7D5423504EC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09742" y="489384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D5A03980-D416-7891-BCD2-C1B092F836FC}"/>
                  </a:ext>
                </a:extLst>
              </p14:cNvPr>
              <p14:cNvContentPartPr/>
              <p14:nvPr/>
            </p14:nvContentPartPr>
            <p14:xfrm>
              <a:off x="7984898" y="4818714"/>
              <a:ext cx="35280" cy="9720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D5A03980-D416-7891-BCD2-C1B092F836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78778" y="481259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4BF258E3-CD8C-288A-E8A6-82F911E5A2A7}"/>
                  </a:ext>
                </a:extLst>
              </p14:cNvPr>
              <p14:cNvContentPartPr/>
              <p14:nvPr/>
            </p14:nvContentPartPr>
            <p14:xfrm>
              <a:off x="8061218" y="4892514"/>
              <a:ext cx="2160" cy="3888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4BF258E3-CD8C-288A-E8A6-82F911E5A2A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55098" y="488639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7779C5BA-7EF2-B3C5-5C69-A95366760116}"/>
                  </a:ext>
                </a:extLst>
              </p14:cNvPr>
              <p14:cNvContentPartPr/>
              <p14:nvPr/>
            </p14:nvContentPartPr>
            <p14:xfrm>
              <a:off x="6827004" y="4805317"/>
              <a:ext cx="45360" cy="10044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7779C5BA-7EF2-B3C5-5C69-A9536676011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20884" y="479919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7B5FBA12-9660-F9CF-CBE5-0FFCBE682947}"/>
                  </a:ext>
                </a:extLst>
              </p14:cNvPr>
              <p14:cNvContentPartPr/>
              <p14:nvPr/>
            </p14:nvContentPartPr>
            <p14:xfrm>
              <a:off x="6908364" y="4888117"/>
              <a:ext cx="3960" cy="4068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7B5FBA12-9660-F9CF-CBE5-0FFCBE68294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02244" y="488199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DF0C3235-8BE8-097F-26F9-F71E27154615}"/>
                  </a:ext>
                </a:extLst>
              </p14:cNvPr>
              <p14:cNvContentPartPr/>
              <p14:nvPr/>
            </p14:nvContentPartPr>
            <p14:xfrm>
              <a:off x="6936966" y="4804952"/>
              <a:ext cx="53280" cy="1094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DF0C3235-8BE8-097F-26F9-F71E2715461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930846" y="479883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5CC4A521-A1C4-EFE0-4ED6-55B2C81CD10A}"/>
                  </a:ext>
                </a:extLst>
              </p14:cNvPr>
              <p14:cNvContentPartPr/>
              <p14:nvPr/>
            </p14:nvContentPartPr>
            <p14:xfrm>
              <a:off x="7020846" y="4875512"/>
              <a:ext cx="1800" cy="3960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5CC4A521-A1C4-EFE0-4ED6-55B2C81CD10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14726" y="486939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94F91211-DBA0-3ED6-2E44-6FCEA9C3E7E2}"/>
                  </a:ext>
                </a:extLst>
              </p14:cNvPr>
              <p14:cNvContentPartPr/>
              <p14:nvPr/>
            </p14:nvContentPartPr>
            <p14:xfrm>
              <a:off x="7037406" y="4804952"/>
              <a:ext cx="66960" cy="9792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94F91211-DBA0-3ED6-2E44-6FCEA9C3E7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31286" y="479883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DDD1F033-E2EA-C428-59BC-D9C0D42D15ED}"/>
                  </a:ext>
                </a:extLst>
              </p14:cNvPr>
              <p14:cNvContentPartPr/>
              <p14:nvPr/>
            </p14:nvContentPartPr>
            <p14:xfrm>
              <a:off x="7475004" y="4813597"/>
              <a:ext cx="37800" cy="11448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DDD1F033-E2EA-C428-59BC-D9C0D42D15E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68884" y="480747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4B16F08A-6725-F393-B33E-7658561ACD39}"/>
                  </a:ext>
                </a:extLst>
              </p14:cNvPr>
              <p14:cNvContentPartPr/>
              <p14:nvPr/>
            </p14:nvContentPartPr>
            <p14:xfrm>
              <a:off x="7541604" y="4901797"/>
              <a:ext cx="4680" cy="2844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4B16F08A-6725-F393-B33E-7658561ACD3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35484" y="489567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AA2E58D1-0C0C-962D-837D-07FA85AD60B7}"/>
                  </a:ext>
                </a:extLst>
              </p14:cNvPr>
              <p14:cNvContentPartPr/>
              <p14:nvPr/>
            </p14:nvContentPartPr>
            <p14:xfrm>
              <a:off x="7668126" y="4872272"/>
              <a:ext cx="2160" cy="4968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AA2E58D1-0C0C-962D-837D-07FA85AD60B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662006" y="486615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2EB2B4E3-7D98-40E4-5D83-E2EBAD6C06ED}"/>
                  </a:ext>
                </a:extLst>
              </p14:cNvPr>
              <p14:cNvContentPartPr/>
              <p14:nvPr/>
            </p14:nvContentPartPr>
            <p14:xfrm>
              <a:off x="8193564" y="4865359"/>
              <a:ext cx="1800" cy="4896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2EB2B4E3-7D98-40E4-5D83-E2EBAD6C06E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87444" y="485923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4B678519-E15F-43F9-A9C5-AD448B9B4872}"/>
                  </a:ext>
                </a:extLst>
              </p14:cNvPr>
              <p14:cNvContentPartPr/>
              <p14:nvPr/>
            </p14:nvContentPartPr>
            <p14:xfrm>
              <a:off x="8228844" y="4800559"/>
              <a:ext cx="67320" cy="10080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4B678519-E15F-43F9-A9C5-AD448B9B487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22724" y="4794439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011EAA0C-E012-5EE1-4073-E04FF84DBE5F}"/>
                  </a:ext>
                </a:extLst>
              </p14:cNvPr>
              <p14:cNvContentPartPr/>
              <p14:nvPr/>
            </p14:nvContentPartPr>
            <p14:xfrm>
              <a:off x="8658311" y="4807853"/>
              <a:ext cx="39600" cy="11196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011EAA0C-E012-5EE1-4073-E04FF84DBE5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52191" y="480173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0BB66DAD-0F72-9032-0A65-7019240784CC}"/>
                  </a:ext>
                </a:extLst>
              </p14:cNvPr>
              <p14:cNvContentPartPr/>
              <p14:nvPr/>
            </p14:nvContentPartPr>
            <p14:xfrm>
              <a:off x="8725271" y="4896773"/>
              <a:ext cx="6480" cy="3564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0BB66DAD-0F72-9032-0A65-7019240784C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19151" y="489065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6B5868D9-B0F6-3F07-AE8D-6E72ADCB1247}"/>
                  </a:ext>
                </a:extLst>
              </p14:cNvPr>
              <p14:cNvContentPartPr/>
              <p14:nvPr/>
            </p14:nvContentPartPr>
            <p14:xfrm>
              <a:off x="8822124" y="4871119"/>
              <a:ext cx="9000" cy="5760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6B5868D9-B0F6-3F07-AE8D-6E72ADCB124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16004" y="486499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FBE9CB70-6B9E-3BD4-B67D-D1482DA5EA77}"/>
                  </a:ext>
                </a:extLst>
              </p14:cNvPr>
              <p14:cNvContentPartPr/>
              <p14:nvPr/>
            </p14:nvContentPartPr>
            <p14:xfrm>
              <a:off x="9801198" y="4828025"/>
              <a:ext cx="54000" cy="813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FBE9CB70-6B9E-3BD4-B67D-D1482DA5EA7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95078" y="482190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E1AEF373-D0B2-CDC0-715A-B4E49AAD9193}"/>
                  </a:ext>
                </a:extLst>
              </p14:cNvPr>
              <p14:cNvContentPartPr/>
              <p14:nvPr/>
            </p14:nvContentPartPr>
            <p14:xfrm>
              <a:off x="10378242" y="4825853"/>
              <a:ext cx="39240" cy="8244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E1AEF373-D0B2-CDC0-715A-B4E49AAD919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372122" y="481973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81C9AE3C-B2C5-538B-57BF-1BE8FF3896CF}"/>
                  </a:ext>
                </a:extLst>
              </p14:cNvPr>
              <p14:cNvContentPartPr/>
              <p14:nvPr/>
            </p14:nvContentPartPr>
            <p14:xfrm>
              <a:off x="10463562" y="4877333"/>
              <a:ext cx="12960" cy="342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81C9AE3C-B2C5-538B-57BF-1BE8FF3896C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457442" y="487121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4E47F84D-8AFC-E982-39B7-2754D87987D7}"/>
                  </a:ext>
                </a:extLst>
              </p14:cNvPr>
              <p14:cNvContentPartPr/>
              <p14:nvPr/>
            </p14:nvContentPartPr>
            <p14:xfrm>
              <a:off x="9887562" y="4876613"/>
              <a:ext cx="10440" cy="3492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4E47F84D-8AFC-E982-39B7-2754D87987D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881442" y="487049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38F6A3FC-9E21-C7A9-1ED5-1ECB1C0E36AF}"/>
                  </a:ext>
                </a:extLst>
              </p14:cNvPr>
              <p14:cNvContentPartPr/>
              <p14:nvPr/>
            </p14:nvContentPartPr>
            <p14:xfrm>
              <a:off x="9196907" y="4836539"/>
              <a:ext cx="66240" cy="10836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38F6A3FC-9E21-C7A9-1ED5-1ECB1C0E36A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190787" y="483041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22E0EF47-3F54-DE11-95EE-23215E094090}"/>
                  </a:ext>
                </a:extLst>
              </p14:cNvPr>
              <p14:cNvContentPartPr/>
              <p14:nvPr/>
            </p14:nvContentPartPr>
            <p14:xfrm>
              <a:off x="9286547" y="4916099"/>
              <a:ext cx="7920" cy="388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22E0EF47-3F54-DE11-95EE-23215E09409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280427" y="490997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F6AFE9B5-6474-808C-7A7B-9C79C63C5F52}"/>
                  </a:ext>
                </a:extLst>
              </p14:cNvPr>
              <p14:cNvContentPartPr/>
              <p14:nvPr/>
            </p14:nvContentPartPr>
            <p14:xfrm>
              <a:off x="9322436" y="4839708"/>
              <a:ext cx="54000" cy="10800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F6AFE9B5-6474-808C-7A7B-9C79C63C5F5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16316" y="483358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C648DCA4-16AF-3149-6E50-AF128203C40A}"/>
                  </a:ext>
                </a:extLst>
              </p14:cNvPr>
              <p14:cNvContentPartPr/>
              <p14:nvPr/>
            </p14:nvContentPartPr>
            <p14:xfrm>
              <a:off x="9411356" y="4896228"/>
              <a:ext cx="1440" cy="5076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C648DCA4-16AF-3149-6E50-AF128203C40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405236" y="489010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8A973766-D6B9-586F-CEFD-1F8FDE06D4D2}"/>
                  </a:ext>
                </a:extLst>
              </p14:cNvPr>
              <p14:cNvContentPartPr/>
              <p14:nvPr/>
            </p14:nvContentPartPr>
            <p14:xfrm>
              <a:off x="9435476" y="4823868"/>
              <a:ext cx="58320" cy="10296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8A973766-D6B9-586F-CEFD-1F8FDE06D4D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429356" y="481774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7072FEC8-CBA3-73C1-D66E-3A25048570F5}"/>
                  </a:ext>
                </a:extLst>
              </p14:cNvPr>
              <p14:cNvContentPartPr/>
              <p14:nvPr/>
            </p14:nvContentPartPr>
            <p14:xfrm>
              <a:off x="10018755" y="4851058"/>
              <a:ext cx="1080" cy="5508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7072FEC8-CBA3-73C1-D66E-3A25048570F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12635" y="484493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92CDDE8B-679F-513E-1FB4-1A0E51EE2F54}"/>
                  </a:ext>
                </a:extLst>
              </p14:cNvPr>
              <p14:cNvContentPartPr/>
              <p14:nvPr/>
            </p14:nvContentPartPr>
            <p14:xfrm>
              <a:off x="10553813" y="4866771"/>
              <a:ext cx="5040" cy="4788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92CDDE8B-679F-513E-1FB4-1A0E51EE2F5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547693" y="486065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47657A6E-3FF7-E010-C0E5-6B14DA257D2A}"/>
                  </a:ext>
                </a:extLst>
              </p14:cNvPr>
              <p14:cNvContentPartPr/>
              <p14:nvPr/>
            </p14:nvContentPartPr>
            <p14:xfrm>
              <a:off x="11027609" y="4814814"/>
              <a:ext cx="46080" cy="9360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47657A6E-3FF7-E010-C0E5-6B14DA257D2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021489" y="480869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D29A9730-6EC4-88C7-1670-D820B973A31C}"/>
                  </a:ext>
                </a:extLst>
              </p14:cNvPr>
              <p14:cNvContentPartPr/>
              <p14:nvPr/>
            </p14:nvContentPartPr>
            <p14:xfrm>
              <a:off x="11081609" y="4886094"/>
              <a:ext cx="6480" cy="2736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D29A9730-6EC4-88C7-1670-D820B973A31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075489" y="487997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862B86FB-3D5D-28FE-3C40-E6DCD832777D}"/>
                  </a:ext>
                </a:extLst>
              </p14:cNvPr>
              <p14:cNvContentPartPr/>
              <p14:nvPr/>
            </p14:nvContentPartPr>
            <p14:xfrm>
              <a:off x="11170841" y="4869808"/>
              <a:ext cx="4680" cy="4248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862B86FB-3D5D-28FE-3C40-E6DCD83277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164721" y="486368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40DA606A-FA7B-B3C5-0192-7E003F458D07}"/>
                  </a:ext>
                </a:extLst>
              </p14:cNvPr>
              <p14:cNvContentPartPr/>
              <p14:nvPr/>
            </p14:nvContentPartPr>
            <p14:xfrm>
              <a:off x="2701763" y="4835058"/>
              <a:ext cx="8640" cy="1026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40DA606A-FA7B-B3C5-0192-7E003F458D0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95643" y="4828938"/>
                <a:ext cx="20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0B5732C3-3988-E8FE-E25C-7351A66BBF81}"/>
                  </a:ext>
                </a:extLst>
              </p14:cNvPr>
              <p14:cNvContentPartPr/>
              <p14:nvPr/>
            </p14:nvContentPartPr>
            <p14:xfrm>
              <a:off x="2760803" y="4897338"/>
              <a:ext cx="9720" cy="5436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0B5732C3-3988-E8FE-E25C-7351A66BBF8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54683" y="4891218"/>
                <a:ext cx="21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BE377ABC-D4E0-24B5-E2F4-49D6B52A4CF7}"/>
                  </a:ext>
                </a:extLst>
              </p14:cNvPr>
              <p14:cNvContentPartPr/>
              <p14:nvPr/>
            </p14:nvContentPartPr>
            <p14:xfrm>
              <a:off x="2795723" y="4823178"/>
              <a:ext cx="57240" cy="12132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BE377ABC-D4E0-24B5-E2F4-49D6B52A4CF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89603" y="4817058"/>
                <a:ext cx="694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A4D7379A-B3E1-C2C4-89E7-4A3411674BF9}"/>
                  </a:ext>
                </a:extLst>
              </p14:cNvPr>
              <p14:cNvContentPartPr/>
              <p14:nvPr/>
            </p14:nvContentPartPr>
            <p14:xfrm>
              <a:off x="3281363" y="4840098"/>
              <a:ext cx="40320" cy="10620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A4D7379A-B3E1-C2C4-89E7-4A3411674BF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75243" y="4833978"/>
                <a:ext cx="52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5B73FCE7-9A1C-29A7-A2B2-24F50C7E84AE}"/>
                  </a:ext>
                </a:extLst>
              </p14:cNvPr>
              <p14:cNvContentPartPr/>
              <p14:nvPr/>
            </p14:nvContentPartPr>
            <p14:xfrm>
              <a:off x="3362363" y="4920378"/>
              <a:ext cx="4680" cy="4752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5B73FCE7-9A1C-29A7-A2B2-24F50C7E84A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356243" y="4914258"/>
                <a:ext cx="169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D121D10F-83BE-5AFC-E01E-18730EEB20BB}"/>
                  </a:ext>
                </a:extLst>
              </p14:cNvPr>
              <p14:cNvContentPartPr/>
              <p14:nvPr/>
            </p14:nvContentPartPr>
            <p14:xfrm>
              <a:off x="3400163" y="4827858"/>
              <a:ext cx="59400" cy="11304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D121D10F-83BE-5AFC-E01E-18730EEB20B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94043" y="4821738"/>
                <a:ext cx="7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EF6B306-86CB-6739-B96A-C88C0B696EC2}"/>
                  </a:ext>
                </a:extLst>
              </p14:cNvPr>
              <p14:cNvContentPartPr/>
              <p14:nvPr/>
            </p14:nvContentPartPr>
            <p14:xfrm>
              <a:off x="3907185" y="4824787"/>
              <a:ext cx="47880" cy="9864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EF6B306-86CB-6739-B96A-C88C0B696EC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901065" y="4818667"/>
                <a:ext cx="601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F32E6EA1-3A74-70A3-39AD-CDC9A7AFE8C1}"/>
                  </a:ext>
                </a:extLst>
              </p14:cNvPr>
              <p14:cNvContentPartPr/>
              <p14:nvPr/>
            </p14:nvContentPartPr>
            <p14:xfrm>
              <a:off x="3986745" y="4891027"/>
              <a:ext cx="7200" cy="5004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F32E6EA1-3A74-70A3-39AD-CDC9A7AFE8C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980625" y="4884907"/>
                <a:ext cx="194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D9C0DBED-1D2C-4FC4-E9E2-72C573479ADB}"/>
                  </a:ext>
                </a:extLst>
              </p14:cNvPr>
              <p14:cNvContentPartPr/>
              <p14:nvPr/>
            </p14:nvContentPartPr>
            <p14:xfrm>
              <a:off x="4022745" y="4818667"/>
              <a:ext cx="54000" cy="10728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D9C0DBED-1D2C-4FC4-E9E2-72C573479AD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016625" y="4812547"/>
                <a:ext cx="66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EEC9D859-14BC-C77F-014C-E80F13A90D8D}"/>
                  </a:ext>
                </a:extLst>
              </p14:cNvPr>
              <p14:cNvContentPartPr/>
              <p14:nvPr/>
            </p14:nvContentPartPr>
            <p14:xfrm>
              <a:off x="5121883" y="4812980"/>
              <a:ext cx="11880" cy="9360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EEC9D859-14BC-C77F-014C-E80F13A90D8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115763" y="4806860"/>
                <a:ext cx="24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A49666BE-22B3-78E0-3911-B09399D08B35}"/>
                  </a:ext>
                </a:extLst>
              </p14:cNvPr>
              <p14:cNvContentPartPr/>
              <p14:nvPr/>
            </p14:nvContentPartPr>
            <p14:xfrm>
              <a:off x="5168323" y="4877060"/>
              <a:ext cx="2160" cy="5256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A49666BE-22B3-78E0-3911-B09399D08B3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62203" y="4870940"/>
                <a:ext cx="14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88BF19E9-90A7-FE2A-0F23-5384C39CF21C}"/>
                  </a:ext>
                </a:extLst>
              </p14:cNvPr>
              <p14:cNvContentPartPr/>
              <p14:nvPr/>
            </p14:nvContentPartPr>
            <p14:xfrm>
              <a:off x="5194603" y="4805420"/>
              <a:ext cx="70560" cy="10188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88BF19E9-90A7-FE2A-0F23-5384C39CF21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88483" y="4799300"/>
                <a:ext cx="82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7BA35308-5925-DC15-8AC7-FB7EA871EF3B}"/>
                  </a:ext>
                </a:extLst>
              </p14:cNvPr>
              <p14:cNvContentPartPr/>
              <p14:nvPr/>
            </p14:nvContentPartPr>
            <p14:xfrm>
              <a:off x="5678807" y="4803228"/>
              <a:ext cx="38520" cy="11736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7BA35308-5925-DC15-8AC7-FB7EA871EF3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72687" y="4797108"/>
                <a:ext cx="50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179B1EB5-B2D9-FA06-5C47-26C19F852A28}"/>
                  </a:ext>
                </a:extLst>
              </p14:cNvPr>
              <p14:cNvContentPartPr/>
              <p14:nvPr/>
            </p14:nvContentPartPr>
            <p14:xfrm>
              <a:off x="5783207" y="4806108"/>
              <a:ext cx="54000" cy="10800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179B1EB5-B2D9-FA06-5C47-26C19F852A2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777087" y="479998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6D4204F6-91D1-7936-C172-1F186938701E}"/>
                  </a:ext>
                </a:extLst>
              </p14:cNvPr>
              <p14:cNvContentPartPr/>
              <p14:nvPr/>
            </p14:nvContentPartPr>
            <p14:xfrm>
              <a:off x="6327013" y="4820778"/>
              <a:ext cx="38520" cy="10008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6D4204F6-91D1-7936-C172-1F186938701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320893" y="4814658"/>
                <a:ext cx="50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28EEA791-9C40-28F8-80B3-3C6A385D7671}"/>
                  </a:ext>
                </a:extLst>
              </p14:cNvPr>
              <p14:cNvContentPartPr/>
              <p14:nvPr/>
            </p14:nvContentPartPr>
            <p14:xfrm>
              <a:off x="6433933" y="4813578"/>
              <a:ext cx="54720" cy="11376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28EEA791-9C40-28F8-80B3-3C6A385D767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427813" y="4807458"/>
                <a:ext cx="66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EE805579-DDAF-00A7-D162-D0AF7E4F9278}"/>
                  </a:ext>
                </a:extLst>
              </p14:cNvPr>
              <p14:cNvContentPartPr/>
              <p14:nvPr/>
            </p14:nvContentPartPr>
            <p14:xfrm>
              <a:off x="7587069" y="4817454"/>
              <a:ext cx="16920" cy="10188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EE805579-DDAF-00A7-D162-D0AF7E4F927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80949" y="4811334"/>
                <a:ext cx="29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D34A8BF4-A090-BEEC-8489-F47AD4C8FB2A}"/>
                  </a:ext>
                </a:extLst>
              </p14:cNvPr>
              <p14:cNvContentPartPr/>
              <p14:nvPr/>
            </p14:nvContentPartPr>
            <p14:xfrm>
              <a:off x="7691109" y="4804134"/>
              <a:ext cx="55440" cy="10980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D34A8BF4-A090-BEEC-8489-F47AD4C8FB2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684989" y="4798014"/>
                <a:ext cx="676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F87C8174-61AA-CD05-01C2-8802BF96C3DB}"/>
                  </a:ext>
                </a:extLst>
              </p14:cNvPr>
              <p14:cNvContentPartPr/>
              <p14:nvPr/>
            </p14:nvContentPartPr>
            <p14:xfrm>
              <a:off x="8095613" y="4814351"/>
              <a:ext cx="54360" cy="9324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F87C8174-61AA-CD05-01C2-8802BF96C3D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089493" y="4808231"/>
                <a:ext cx="666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C5398FFE-5527-626D-F893-A27443AD4804}"/>
                  </a:ext>
                </a:extLst>
              </p14:cNvPr>
              <p14:cNvContentPartPr/>
              <p14:nvPr/>
            </p14:nvContentPartPr>
            <p14:xfrm>
              <a:off x="8748514" y="4811276"/>
              <a:ext cx="43920" cy="8640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C5398FFE-5527-626D-F893-A27443AD480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742394" y="4805156"/>
                <a:ext cx="561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7E12069A-7872-E6C7-9F9F-0FE58D062497}"/>
                  </a:ext>
                </a:extLst>
              </p14:cNvPr>
              <p14:cNvContentPartPr/>
              <p14:nvPr/>
            </p14:nvContentPartPr>
            <p14:xfrm>
              <a:off x="8846794" y="4822796"/>
              <a:ext cx="61560" cy="8784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7E12069A-7872-E6C7-9F9F-0FE58D06249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40674" y="4816676"/>
                <a:ext cx="73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A79AF87F-41C4-568E-4CFA-6F450E7D7A64}"/>
                  </a:ext>
                </a:extLst>
              </p14:cNvPr>
              <p14:cNvContentPartPr/>
              <p14:nvPr/>
            </p14:nvContentPartPr>
            <p14:xfrm>
              <a:off x="9934296" y="4799613"/>
              <a:ext cx="9360" cy="9000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A79AF87F-41C4-568E-4CFA-6F450E7D7A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28176" y="4793493"/>
                <a:ext cx="21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3FF58B6C-E4B8-6CCD-2A94-40565DDDA19F}"/>
                  </a:ext>
                </a:extLst>
              </p14:cNvPr>
              <p14:cNvContentPartPr/>
              <p14:nvPr/>
            </p14:nvContentPartPr>
            <p14:xfrm>
              <a:off x="10056696" y="4801413"/>
              <a:ext cx="60840" cy="8676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3FF58B6C-E4B8-6CCD-2A94-40565DDDA19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050576" y="4795293"/>
                <a:ext cx="730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4BE72A70-9920-D706-F016-095D3D2E31FF}"/>
                  </a:ext>
                </a:extLst>
              </p14:cNvPr>
              <p14:cNvContentPartPr/>
              <p14:nvPr/>
            </p14:nvContentPartPr>
            <p14:xfrm>
              <a:off x="10485088" y="4809303"/>
              <a:ext cx="46440" cy="7524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4BE72A70-9920-D706-F016-095D3D2E31F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78968" y="4803183"/>
                <a:ext cx="58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FC863DA2-1479-A93C-0159-B058CD4632C3}"/>
                  </a:ext>
                </a:extLst>
              </p14:cNvPr>
              <p14:cNvContentPartPr/>
              <p14:nvPr/>
            </p14:nvContentPartPr>
            <p14:xfrm>
              <a:off x="10569328" y="4808943"/>
              <a:ext cx="69120" cy="7596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FC863DA2-1479-A93C-0159-B058CD4632C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563208" y="4802823"/>
                <a:ext cx="81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5AD6E98C-D5BD-437A-01B2-EA96D57A351B}"/>
                  </a:ext>
                </a:extLst>
              </p14:cNvPr>
              <p14:cNvContentPartPr/>
              <p14:nvPr/>
            </p14:nvContentPartPr>
            <p14:xfrm>
              <a:off x="11103114" y="4811872"/>
              <a:ext cx="37440" cy="7956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5AD6E98C-D5BD-437A-01B2-EA96D57A351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096994" y="4805752"/>
                <a:ext cx="49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109F99BF-6717-E333-A178-BE63B6DFBFF9}"/>
                  </a:ext>
                </a:extLst>
              </p14:cNvPr>
              <p14:cNvContentPartPr/>
              <p14:nvPr/>
            </p14:nvContentPartPr>
            <p14:xfrm>
              <a:off x="11194194" y="4811512"/>
              <a:ext cx="54720" cy="7200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109F99BF-6717-E333-A178-BE63B6DFBFF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188074" y="4805392"/>
                <a:ext cx="66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C4F2DA72-47A1-EDE5-C4F7-80760C9B978C}"/>
                  </a:ext>
                </a:extLst>
              </p14:cNvPr>
              <p14:cNvContentPartPr/>
              <p14:nvPr/>
            </p14:nvContentPartPr>
            <p14:xfrm>
              <a:off x="2961156" y="2079563"/>
              <a:ext cx="720" cy="362340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C4F2DA72-47A1-EDE5-C4F7-80760C9B978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948916" y="20734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F57CFCD9-5983-37C0-A9C4-5FEB8BCA4676}"/>
                  </a:ext>
                </a:extLst>
              </p14:cNvPr>
              <p14:cNvContentPartPr/>
              <p14:nvPr/>
            </p14:nvContentPartPr>
            <p14:xfrm>
              <a:off x="5307545" y="2049634"/>
              <a:ext cx="720" cy="362340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F57CFCD9-5983-37C0-A9C4-5FEB8BCA467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295305" y="2043514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4F7DEE97-562C-12B7-FA29-BC15D67A2CF5}"/>
                  </a:ext>
                </a:extLst>
              </p14:cNvPr>
              <p14:cNvContentPartPr/>
              <p14:nvPr/>
            </p14:nvContentPartPr>
            <p14:xfrm>
              <a:off x="7751386" y="2067993"/>
              <a:ext cx="720" cy="362340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4F7DEE97-562C-12B7-FA29-BC15D67A2CF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39146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C3A4EB5D-8E07-817B-33DF-FFE9A8E28C4A}"/>
                  </a:ext>
                </a:extLst>
              </p14:cNvPr>
              <p14:cNvContentPartPr/>
              <p14:nvPr/>
            </p14:nvContentPartPr>
            <p14:xfrm>
              <a:off x="10159547" y="2067993"/>
              <a:ext cx="720" cy="362340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C3A4EB5D-8E07-817B-33DF-FFE9A8E28C4A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147307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B41C8388-440A-7C20-DFB1-45FEB923C80A}"/>
                  </a:ext>
                </a:extLst>
              </p14:cNvPr>
              <p14:cNvContentPartPr/>
              <p14:nvPr/>
            </p14:nvContentPartPr>
            <p14:xfrm>
              <a:off x="2374649" y="2074948"/>
              <a:ext cx="720" cy="362340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B41C8388-440A-7C20-DFB1-45FEB923C80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362409" y="206882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7B9FF778-BB65-1365-39D0-59AC75819930}"/>
                  </a:ext>
                </a:extLst>
              </p14:cNvPr>
              <p14:cNvContentPartPr/>
              <p14:nvPr/>
            </p14:nvContentPartPr>
            <p14:xfrm>
              <a:off x="4721038" y="2081963"/>
              <a:ext cx="720" cy="362340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7B9FF778-BB65-1365-39D0-59AC7581993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708798" y="20758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045CF8F1-2DFA-BB1F-8778-D14FDCA08AB1}"/>
                  </a:ext>
                </a:extLst>
              </p14:cNvPr>
              <p14:cNvContentPartPr/>
              <p14:nvPr/>
            </p14:nvContentPartPr>
            <p14:xfrm>
              <a:off x="7164879" y="2063378"/>
              <a:ext cx="720" cy="362340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045CF8F1-2DFA-BB1F-8778-D14FDCA08AB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152639" y="205725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5B398F9C-96C0-1F90-B467-96121AD8AAB2}"/>
                  </a:ext>
                </a:extLst>
              </p14:cNvPr>
              <p14:cNvContentPartPr/>
              <p14:nvPr/>
            </p14:nvContentPartPr>
            <p14:xfrm>
              <a:off x="9573040" y="2063378"/>
              <a:ext cx="720" cy="362340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5B398F9C-96C0-1F90-B467-96121AD8AAB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560800" y="205725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EE83FF42-118F-E552-230E-F451EF7DF40F}"/>
                  </a:ext>
                </a:extLst>
              </p14:cNvPr>
              <p14:cNvContentPartPr/>
              <p14:nvPr/>
            </p14:nvContentPartPr>
            <p14:xfrm>
              <a:off x="3612324" y="2065713"/>
              <a:ext cx="720" cy="362340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EE83FF42-118F-E552-230E-F451EF7DF40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600084" y="205959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AA57697E-2FA6-B06B-40ED-B42547F3E4C6}"/>
                  </a:ext>
                </a:extLst>
              </p14:cNvPr>
              <p14:cNvContentPartPr/>
              <p14:nvPr/>
            </p14:nvContentPartPr>
            <p14:xfrm>
              <a:off x="5958713" y="2063492"/>
              <a:ext cx="720" cy="362340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AA57697E-2FA6-B06B-40ED-B42547F3E4C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46473" y="2057372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9976E54F-7B61-5A4A-FF2D-A3D3BE6B9737}"/>
                  </a:ext>
                </a:extLst>
              </p14:cNvPr>
              <p14:cNvContentPartPr/>
              <p14:nvPr/>
            </p14:nvContentPartPr>
            <p14:xfrm>
              <a:off x="8402554" y="2063379"/>
              <a:ext cx="720" cy="362340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9976E54F-7B61-5A4A-FF2D-A3D3BE6B973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390314" y="2057259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510CDD67-F85E-2765-92E3-8B7C2A4095EE}"/>
                  </a:ext>
                </a:extLst>
              </p14:cNvPr>
              <p14:cNvContentPartPr/>
              <p14:nvPr/>
            </p14:nvContentPartPr>
            <p14:xfrm>
              <a:off x="10810715" y="2063379"/>
              <a:ext cx="720" cy="362340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510CDD67-F85E-2765-92E3-8B7C2A4095E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798475" y="2057259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BC0A1294-6F04-E912-08A0-1C6392654F7E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BC0A1294-6F04-E912-08A0-1C6392654F7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6D9F0143-9D37-80C6-E000-5DDDAB5718C6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6D9F0143-9D37-80C6-E000-5DDDAB5718C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6BC71AC6-F35C-0B93-5EAE-922DD7F0795D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6BC71AC6-F35C-0B93-5EAE-922DD7F0795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472B3CAB-41F4-C802-7108-27ACC166C581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472B3CAB-41F4-C802-7108-27ACC166C581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FF7F1299-9C4B-9C4D-790D-A4838656946F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FF7F1299-9C4B-9C4D-790D-A4838656946F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2BC67A69-2D69-8D54-640A-5780923D238F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2BC67A69-2D69-8D54-640A-5780923D238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E68AA419-71CE-8219-5697-2DAD7477EA76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E68AA419-71CE-8219-5697-2DAD7477EA7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B5A5633E-86A1-EFE8-EF29-18EA289831F4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B5A5633E-86A1-EFE8-EF29-18EA289831F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DB186463-9051-BF86-EDAD-9CD447A6905C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DB186463-9051-BF86-EDAD-9CD447A6905C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D2FCAC01-7479-3520-9BEB-7D4C61A09E80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D2FCAC01-7479-3520-9BEB-7D4C61A09E8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B57B0C3F-FA4A-5649-A26D-51713BE991CF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B57B0C3F-FA4A-5649-A26D-51713BE991C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4FE39420-B5F9-8F3C-9CCD-A3D26AF5CF4C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4FE39420-B5F9-8F3C-9CCD-A3D26AF5CF4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3D4B0724-AE23-CE30-4A56-F47B20009459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3D4B0724-AE23-CE30-4A56-F47B20009459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F711A6A1-F1B7-D9B4-30C7-582A408C8A09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F711A6A1-F1B7-D9B4-30C7-582A408C8A0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E7CAC6C2-BDAC-685B-2D35-7C614C88C102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E7CAC6C2-BDAC-685B-2D35-7C614C88C10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5512BB27-AE81-BB5E-6E34-FABEF4BF0775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5512BB27-AE81-BB5E-6E34-FABEF4BF077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C940822F-54DE-EE5D-C9E3-DEFC8BA71F0E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C940822F-54DE-EE5D-C9E3-DEFC8BA71F0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2AB8DCF8-D8F8-A009-A2C5-2E10625552E0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2AB8DCF8-D8F8-A009-A2C5-2E10625552E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70CFF0B8-DE20-9318-E929-CA9D70CF00EF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70CFF0B8-DE20-9318-E929-CA9D70CF00E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78D0468E-A37F-39ED-AC24-D5A9F98079BE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78D0468E-A37F-39ED-AC24-D5A9F98079B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AAEB08B7-14B5-C6A5-4572-932E01A9AEA0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AAEB08B7-14B5-C6A5-4572-932E01A9AEA0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FC3F8A09-00D6-ED8D-0B92-91EEF57F92A2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FC3F8A09-00D6-ED8D-0B92-91EEF57F92A2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EBBD2C29-6130-9D35-12F4-64651A79AFB1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EBBD2C29-6130-9D35-12F4-64651A79AFB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3D3C2778-8886-C8E2-ABAB-66AEED205CB3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3D3C2778-8886-C8E2-ABAB-66AEED205CB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76CF3F3C-8C9F-8AE4-0849-94DCFDF4C708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76CF3F3C-8C9F-8AE4-0849-94DCFDF4C708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BCFD95D7-F160-DCA0-3023-F2414CA90424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BCFD95D7-F160-DCA0-3023-F2414CA9042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26ACBB2C-0419-B891-EDE4-10E017825CEC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26ACBB2C-0419-B891-EDE4-10E017825CE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A0DA77A8-3A5C-9928-E974-E7F0884F36AE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A0DA77A8-3A5C-9928-E974-E7F0884F36A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7AB1D4EA-D7E0-1287-0828-D088DEA72010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7AB1D4EA-D7E0-1287-0828-D088DEA7201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541A2CF9-5EB6-293A-C83F-70575BBD52B0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541A2CF9-5EB6-293A-C83F-70575BBD52B0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F5002F2A-5970-B191-9A27-FC0B48DCAEF7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F5002F2A-5970-B191-9A27-FC0B48DCAEF7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2D152CB3-9337-AA36-5276-AD8168C0952B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2D152CB3-9337-AA36-5276-AD8168C0952B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217AD8ED-4681-0F03-123F-AFB4151BAD3E}"/>
                  </a:ext>
                </a:extLst>
              </p14:cNvPr>
              <p14:cNvContentPartPr/>
              <p14:nvPr/>
            </p14:nvContentPartPr>
            <p14:xfrm>
              <a:off x="1981095" y="1731483"/>
              <a:ext cx="720" cy="957960"/>
            </p14:xfrm>
          </p:contentPart>
        </mc:Choice>
        <mc:Fallback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217AD8ED-4681-0F03-123F-AFB4151BAD3E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945095" y="1713483"/>
                <a:ext cx="72000" cy="9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8F419C4B-C972-DB8F-1C46-D5BE7153D996}"/>
                  </a:ext>
                </a:extLst>
              </p14:cNvPr>
              <p14:cNvContentPartPr/>
              <p14:nvPr/>
            </p14:nvContentPartPr>
            <p14:xfrm>
              <a:off x="1894335" y="2586843"/>
              <a:ext cx="147960" cy="12672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8F419C4B-C972-DB8F-1C46-D5BE7153D996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876335" y="2569203"/>
                <a:ext cx="1836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3311535E-CF10-9B54-6EEC-12D639B749C5}"/>
                  </a:ext>
                </a:extLst>
              </p14:cNvPr>
              <p14:cNvContentPartPr/>
              <p14:nvPr/>
            </p14:nvContentPartPr>
            <p14:xfrm>
              <a:off x="2072535" y="5069763"/>
              <a:ext cx="62640" cy="110196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3311535E-CF10-9B54-6EEC-12D639B749C5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54535" y="5051763"/>
                <a:ext cx="98280" cy="11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7E12DDD9-B658-FB03-8FAC-DF44E6A4B5A3}"/>
                  </a:ext>
                </a:extLst>
              </p14:cNvPr>
              <p14:cNvContentPartPr/>
              <p14:nvPr/>
            </p14:nvContentPartPr>
            <p14:xfrm>
              <a:off x="2064615" y="6090363"/>
              <a:ext cx="121320" cy="12240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7E12DDD9-B658-FB03-8FAC-DF44E6A4B5A3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046615" y="6072363"/>
                <a:ext cx="1569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B4B67523-23D3-1D06-DF3B-0CED832B0420}"/>
                  </a:ext>
                </a:extLst>
              </p14:cNvPr>
              <p14:cNvContentPartPr/>
              <p14:nvPr/>
            </p14:nvContentPartPr>
            <p14:xfrm>
              <a:off x="11044455" y="1696923"/>
              <a:ext cx="720" cy="102672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B4B67523-23D3-1D06-DF3B-0CED832B0420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008455" y="1678923"/>
                <a:ext cx="72000" cy="10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C08757C6-FAF4-0DE3-E2E4-E4CA586492FA}"/>
                  </a:ext>
                </a:extLst>
              </p14:cNvPr>
              <p14:cNvContentPartPr/>
              <p14:nvPr/>
            </p14:nvContentPartPr>
            <p14:xfrm>
              <a:off x="10970295" y="2615283"/>
              <a:ext cx="133560" cy="11952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C08757C6-FAF4-0DE3-E2E4-E4CA586492FA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0952655" y="2597643"/>
                <a:ext cx="1692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AD1667C0-8ADD-4045-2553-8371ED42126E}"/>
                  </a:ext>
                </a:extLst>
              </p14:cNvPr>
              <p14:cNvContentPartPr/>
              <p14:nvPr/>
            </p14:nvContentPartPr>
            <p14:xfrm>
              <a:off x="11077215" y="5015403"/>
              <a:ext cx="99000" cy="1247400"/>
            </p14:xfrm>
          </p:contentPart>
        </mc:Choice>
        <mc:Fallback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AD1667C0-8ADD-4045-2553-8371ED42126E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1059215" y="4997403"/>
                <a:ext cx="134640" cy="12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424BE9DA-5AAD-A245-46F3-FA11975294FD}"/>
                  </a:ext>
                </a:extLst>
              </p14:cNvPr>
              <p14:cNvContentPartPr/>
              <p14:nvPr/>
            </p14:nvContentPartPr>
            <p14:xfrm>
              <a:off x="11112495" y="6164883"/>
              <a:ext cx="110880" cy="13284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424BE9DA-5AAD-A245-46F3-FA11975294F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1094855" y="6146883"/>
                <a:ext cx="1465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A6E4428A-5ACA-0CF8-A90B-25549EAD56B9}"/>
                  </a:ext>
                </a:extLst>
              </p14:cNvPr>
              <p14:cNvContentPartPr/>
              <p14:nvPr/>
            </p14:nvContentPartPr>
            <p14:xfrm>
              <a:off x="2715495" y="1643283"/>
              <a:ext cx="1572480" cy="1089000"/>
            </p14:xfrm>
          </p:contentPart>
        </mc:Choice>
        <mc:Fallback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A6E4428A-5ACA-0CF8-A90B-25549EAD56B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697495" y="1625283"/>
                <a:ext cx="1608120" cy="11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802902E2-7D55-78A1-1E05-34AA96B413CD}"/>
                  </a:ext>
                </a:extLst>
              </p14:cNvPr>
              <p14:cNvContentPartPr/>
              <p14:nvPr/>
            </p14:nvContentPartPr>
            <p14:xfrm>
              <a:off x="2701095" y="2649843"/>
              <a:ext cx="75240" cy="9684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802902E2-7D55-78A1-1E05-34AA96B413CD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683455" y="2631843"/>
                <a:ext cx="110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F0FA42A6-FF1D-48F7-16D0-9835E7894D29}"/>
                  </a:ext>
                </a:extLst>
              </p14:cNvPr>
              <p14:cNvContentPartPr/>
              <p14:nvPr/>
            </p14:nvContentPartPr>
            <p14:xfrm>
              <a:off x="2774175" y="5021523"/>
              <a:ext cx="1670760" cy="1269000"/>
            </p14:xfrm>
          </p:contentPart>
        </mc:Choice>
        <mc:Fallback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F0FA42A6-FF1D-48F7-16D0-9835E7894D29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756175" y="5003523"/>
                <a:ext cx="170640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4F400A84-EDFB-AF42-C77B-8D4FF9E18069}"/>
                  </a:ext>
                </a:extLst>
              </p14:cNvPr>
              <p14:cNvContentPartPr/>
              <p14:nvPr/>
            </p14:nvContentPartPr>
            <p14:xfrm>
              <a:off x="4371855" y="6201963"/>
              <a:ext cx="87480" cy="104760"/>
            </p14:xfrm>
          </p:contentPart>
        </mc:Choice>
        <mc:Fallback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4F400A84-EDFB-AF42-C77B-8D4FF9E18069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4353855" y="6183963"/>
                <a:ext cx="123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C7C958AE-1665-537C-CA0F-FA1E650D3CB8}"/>
                  </a:ext>
                </a:extLst>
              </p14:cNvPr>
              <p14:cNvContentPartPr/>
              <p14:nvPr/>
            </p14:nvContentPartPr>
            <p14:xfrm>
              <a:off x="3296535" y="1641123"/>
              <a:ext cx="3388680" cy="1132200"/>
            </p14:xfrm>
          </p:contentPart>
        </mc:Choice>
        <mc:Fallback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C7C958AE-1665-537C-CA0F-FA1E650D3CB8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278535" y="1623123"/>
                <a:ext cx="3424320" cy="11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995E407B-80DF-A805-F693-73E8049C8E82}"/>
                  </a:ext>
                </a:extLst>
              </p14:cNvPr>
              <p14:cNvContentPartPr/>
              <p14:nvPr/>
            </p14:nvContentPartPr>
            <p14:xfrm>
              <a:off x="3303375" y="2691243"/>
              <a:ext cx="122040" cy="110160"/>
            </p14:xfrm>
          </p:contentPart>
        </mc:Choice>
        <mc:Fallback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995E407B-80DF-A805-F693-73E8049C8E8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285375" y="2673603"/>
                <a:ext cx="1576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842C05BB-9936-A23F-896C-97C359BB403A}"/>
                  </a:ext>
                </a:extLst>
              </p14:cNvPr>
              <p14:cNvContentPartPr/>
              <p14:nvPr/>
            </p14:nvContentPartPr>
            <p14:xfrm>
              <a:off x="3444495" y="5012163"/>
              <a:ext cx="3377520" cy="1310040"/>
            </p14:xfrm>
          </p:contentPart>
        </mc:Choice>
        <mc:Fallback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842C05BB-9936-A23F-896C-97C359BB403A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426495" y="4994163"/>
                <a:ext cx="3413160" cy="13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2C093D3F-A6EF-6A97-3F84-25BF27BED8FD}"/>
                  </a:ext>
                </a:extLst>
              </p14:cNvPr>
              <p14:cNvContentPartPr/>
              <p14:nvPr/>
            </p14:nvContentPartPr>
            <p14:xfrm>
              <a:off x="6743895" y="6267843"/>
              <a:ext cx="91440" cy="8820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2C093D3F-A6EF-6A97-3F84-25BF27BED8FD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6726255" y="6249843"/>
                <a:ext cx="1270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DD384F17-7616-11CC-369A-C27404DD8450}"/>
                  </a:ext>
                </a:extLst>
              </p14:cNvPr>
              <p14:cNvContentPartPr/>
              <p14:nvPr/>
            </p14:nvContentPartPr>
            <p14:xfrm>
              <a:off x="3951375" y="1612683"/>
              <a:ext cx="5096520" cy="1180080"/>
            </p14:xfrm>
          </p:contentPart>
        </mc:Choice>
        <mc:Fallback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DD384F17-7616-11CC-369A-C27404DD8450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933375" y="1594683"/>
                <a:ext cx="5132160" cy="12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AF16F3FC-D936-7547-5AC2-817708889E5E}"/>
                  </a:ext>
                </a:extLst>
              </p14:cNvPr>
              <p14:cNvContentPartPr/>
              <p14:nvPr/>
            </p14:nvContentPartPr>
            <p14:xfrm>
              <a:off x="3931575" y="2724363"/>
              <a:ext cx="96480" cy="100080"/>
            </p14:xfrm>
          </p:contentPart>
        </mc:Choice>
        <mc:Fallback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AF16F3FC-D936-7547-5AC2-817708889E5E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913575" y="2706723"/>
                <a:ext cx="1321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6CFB2287-557B-A4B4-D7F1-1C204332551F}"/>
                  </a:ext>
                </a:extLst>
              </p14:cNvPr>
              <p14:cNvContentPartPr/>
              <p14:nvPr/>
            </p14:nvContentPartPr>
            <p14:xfrm>
              <a:off x="3981975" y="4997043"/>
              <a:ext cx="5203800" cy="1340280"/>
            </p14:xfrm>
          </p:contentPart>
        </mc:Choice>
        <mc:Fallback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6CFB2287-557B-A4B4-D7F1-1C204332551F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3963975" y="4979043"/>
                <a:ext cx="5239440" cy="13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577B1F1A-3F75-7353-FDFE-68CEB52B21D0}"/>
                  </a:ext>
                </a:extLst>
              </p14:cNvPr>
              <p14:cNvContentPartPr/>
              <p14:nvPr/>
            </p14:nvContentPartPr>
            <p14:xfrm>
              <a:off x="9147975" y="6273243"/>
              <a:ext cx="61200" cy="7884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577B1F1A-3F75-7353-FDFE-68CEB52B21D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9130335" y="6255243"/>
                <a:ext cx="9684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2C9EA7C6-37AE-C09F-256B-A942CEBE1757}"/>
                  </a:ext>
                </a:extLst>
              </p14:cNvPr>
              <p14:cNvContentPartPr/>
              <p14:nvPr/>
            </p14:nvContentPartPr>
            <p14:xfrm>
              <a:off x="2698215" y="1647603"/>
              <a:ext cx="1554120" cy="114552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2C9EA7C6-37AE-C09F-256B-A942CEBE1757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2680215" y="1629603"/>
                <a:ext cx="1589760" cy="11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23108828-CB50-FC92-4BAB-15EDA44FD72E}"/>
                  </a:ext>
                </a:extLst>
              </p14:cNvPr>
              <p14:cNvContentPartPr/>
              <p14:nvPr/>
            </p14:nvContentPartPr>
            <p14:xfrm>
              <a:off x="4178175" y="2739483"/>
              <a:ext cx="110160" cy="9180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23108828-CB50-FC92-4BAB-15EDA44FD72E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160175" y="2721843"/>
                <a:ext cx="1458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6D650E17-DD6D-C9C2-B88F-FD1798488C73}"/>
                  </a:ext>
                </a:extLst>
              </p14:cNvPr>
              <p14:cNvContentPartPr/>
              <p14:nvPr/>
            </p14:nvContentPartPr>
            <p14:xfrm>
              <a:off x="2910975" y="4970763"/>
              <a:ext cx="1557720" cy="1305000"/>
            </p14:xfrm>
          </p:contentPart>
        </mc:Choice>
        <mc:Fallback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6D650E17-DD6D-C9C2-B88F-FD1798488C73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2892975" y="4952763"/>
                <a:ext cx="1593360" cy="13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1B9B165E-71EE-8E23-9549-AD9EAD5CCBFA}"/>
                  </a:ext>
                </a:extLst>
              </p14:cNvPr>
              <p14:cNvContentPartPr/>
              <p14:nvPr/>
            </p14:nvContentPartPr>
            <p14:xfrm>
              <a:off x="2882175" y="6204123"/>
              <a:ext cx="93600" cy="95400"/>
            </p14:xfrm>
          </p:contentPart>
        </mc:Choice>
        <mc:Fallback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1B9B165E-71EE-8E23-9549-AD9EAD5CCBFA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2864175" y="6186123"/>
                <a:ext cx="1292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97E3DAF0-5F13-ABD1-C07D-B0BCE60CA182}"/>
                  </a:ext>
                </a:extLst>
              </p14:cNvPr>
              <p14:cNvContentPartPr/>
              <p14:nvPr/>
            </p14:nvContentPartPr>
            <p14:xfrm>
              <a:off x="3292215" y="1646163"/>
              <a:ext cx="3384720" cy="1149480"/>
            </p14:xfrm>
          </p:contentPart>
        </mc:Choice>
        <mc:Fallback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97E3DAF0-5F13-ABD1-C07D-B0BCE60CA182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3274215" y="1628163"/>
                <a:ext cx="3420360" cy="11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3E5735B2-04E4-E3A8-8BE9-7D95449225D3}"/>
                  </a:ext>
                </a:extLst>
              </p14:cNvPr>
              <p14:cNvContentPartPr/>
              <p14:nvPr/>
            </p14:nvContentPartPr>
            <p14:xfrm>
              <a:off x="6602415" y="2729403"/>
              <a:ext cx="80640" cy="90720"/>
            </p14:xfrm>
          </p:contentPart>
        </mc:Choice>
        <mc:Fallback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3E5735B2-04E4-E3A8-8BE9-7D95449225D3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6584775" y="2711403"/>
                <a:ext cx="1162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12CB82CB-EB0B-F32C-498D-8EDFB0D0DDA4}"/>
                  </a:ext>
                </a:extLst>
              </p14:cNvPr>
              <p14:cNvContentPartPr/>
              <p14:nvPr/>
            </p14:nvContentPartPr>
            <p14:xfrm>
              <a:off x="3489135" y="4974723"/>
              <a:ext cx="3373200" cy="1328040"/>
            </p14:xfrm>
          </p:contentPart>
        </mc:Choice>
        <mc:Fallback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12CB82CB-EB0B-F32C-498D-8EDFB0D0DDA4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3471495" y="4956723"/>
                <a:ext cx="3408840" cy="13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75823785-C889-3980-6F69-0136C3C89682}"/>
                  </a:ext>
                </a:extLst>
              </p14:cNvPr>
              <p14:cNvContentPartPr/>
              <p14:nvPr/>
            </p14:nvContentPartPr>
            <p14:xfrm>
              <a:off x="3466815" y="6230763"/>
              <a:ext cx="60480" cy="104760"/>
            </p14:xfrm>
          </p:contentPart>
        </mc:Choice>
        <mc:Fallback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75823785-C889-3980-6F69-0136C3C89682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448815" y="6212763"/>
                <a:ext cx="96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C6FD4E39-D9C5-7581-8F0E-93931414B5EE}"/>
                  </a:ext>
                </a:extLst>
              </p14:cNvPr>
              <p14:cNvContentPartPr/>
              <p14:nvPr/>
            </p14:nvContentPartPr>
            <p14:xfrm>
              <a:off x="3929415" y="1628523"/>
              <a:ext cx="5145120" cy="1166400"/>
            </p14:xfrm>
          </p:contentPart>
        </mc:Choice>
        <mc:Fallback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C6FD4E39-D9C5-7581-8F0E-93931414B5EE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3911415" y="1610523"/>
                <a:ext cx="5180760" cy="12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4D9E024F-2148-3843-E777-91A9F94D9D49}"/>
                  </a:ext>
                </a:extLst>
              </p14:cNvPr>
              <p14:cNvContentPartPr/>
              <p14:nvPr/>
            </p14:nvContentPartPr>
            <p14:xfrm>
              <a:off x="9022335" y="2735883"/>
              <a:ext cx="90000" cy="10404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4D9E024F-2148-3843-E777-91A9F94D9D49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004335" y="2718243"/>
                <a:ext cx="125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C1A3C53F-67B2-184E-D0C3-150D49EC8DB8}"/>
                  </a:ext>
                </a:extLst>
              </p14:cNvPr>
              <p14:cNvContentPartPr/>
              <p14:nvPr/>
            </p14:nvContentPartPr>
            <p14:xfrm>
              <a:off x="4084215" y="5015403"/>
              <a:ext cx="5174640" cy="1238760"/>
            </p14:xfrm>
          </p:contentPart>
        </mc:Choice>
        <mc:Fallback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C1A3C53F-67B2-184E-D0C3-150D49EC8DB8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4066215" y="4997403"/>
                <a:ext cx="5210280" cy="12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7D9973EF-BB11-21EC-C323-941E5ECDC077}"/>
                  </a:ext>
                </a:extLst>
              </p14:cNvPr>
              <p14:cNvContentPartPr/>
              <p14:nvPr/>
            </p14:nvContentPartPr>
            <p14:xfrm>
              <a:off x="4079895" y="6175683"/>
              <a:ext cx="87840" cy="114120"/>
            </p14:xfrm>
          </p:contentPart>
        </mc:Choice>
        <mc:Fallback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7D9973EF-BB11-21EC-C323-941E5ECDC077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061895" y="6158043"/>
                <a:ext cx="1234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814535B6-7915-E861-E103-800BD0B8A1B6}"/>
                  </a:ext>
                </a:extLst>
              </p14:cNvPr>
              <p14:cNvContentPartPr/>
              <p14:nvPr/>
            </p14:nvContentPartPr>
            <p14:xfrm>
              <a:off x="5005095" y="1643283"/>
              <a:ext cx="720" cy="1098720"/>
            </p14:xfrm>
          </p:contentPart>
        </mc:Choice>
        <mc:Fallback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814535B6-7915-E861-E103-800BD0B8A1B6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969095" y="1625283"/>
                <a:ext cx="72000" cy="11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A50B7DB4-BEDA-BC4C-1741-B5D2694DAB87}"/>
                  </a:ext>
                </a:extLst>
              </p14:cNvPr>
              <p14:cNvContentPartPr/>
              <p14:nvPr/>
            </p14:nvContentPartPr>
            <p14:xfrm>
              <a:off x="4955415" y="2670363"/>
              <a:ext cx="107640" cy="8352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A50B7DB4-BEDA-BC4C-1741-B5D2694DAB87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4937415" y="2652363"/>
                <a:ext cx="1432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0C7F24F9-6A6E-1EE6-F268-DBAF976DB3AF}"/>
                  </a:ext>
                </a:extLst>
              </p14:cNvPr>
              <p14:cNvContentPartPr/>
              <p14:nvPr/>
            </p14:nvContentPartPr>
            <p14:xfrm>
              <a:off x="5126415" y="4997763"/>
              <a:ext cx="720" cy="125208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0C7F24F9-6A6E-1EE6-F268-DBAF976DB3A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5090415" y="4979763"/>
                <a:ext cx="72000" cy="12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80B406BB-1401-D063-ECAC-D36E28157E4A}"/>
                  </a:ext>
                </a:extLst>
              </p14:cNvPr>
              <p14:cNvContentPartPr/>
              <p14:nvPr/>
            </p14:nvContentPartPr>
            <p14:xfrm>
              <a:off x="5048655" y="6199083"/>
              <a:ext cx="127080" cy="7452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80B406BB-1401-D063-ECAC-D36E28157E4A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031015" y="6181443"/>
                <a:ext cx="162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F2907A7C-ECE0-4E50-72AC-CBC9A6001DF7}"/>
                  </a:ext>
                </a:extLst>
              </p14:cNvPr>
              <p14:cNvContentPartPr/>
              <p14:nvPr/>
            </p14:nvContentPartPr>
            <p14:xfrm>
              <a:off x="5645535" y="1634643"/>
              <a:ext cx="1701720" cy="1110240"/>
            </p14:xfrm>
          </p:contentPart>
        </mc:Choice>
        <mc:Fallback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F2907A7C-ECE0-4E50-72AC-CBC9A6001DF7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5627535" y="1616643"/>
                <a:ext cx="1737360" cy="11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9E8F4C84-FAD9-A3A9-7A92-180ADBFA2ED4}"/>
                  </a:ext>
                </a:extLst>
              </p14:cNvPr>
              <p14:cNvContentPartPr/>
              <p14:nvPr/>
            </p14:nvContentPartPr>
            <p14:xfrm>
              <a:off x="7238175" y="2672523"/>
              <a:ext cx="108360" cy="8856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9E8F4C84-FAD9-A3A9-7A92-180ADBFA2ED4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220175" y="2654883"/>
                <a:ext cx="1440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41A070E0-EB3A-0F66-B4CD-A676007821B8}"/>
                  </a:ext>
                </a:extLst>
              </p14:cNvPr>
              <p14:cNvContentPartPr/>
              <p14:nvPr/>
            </p14:nvContentPartPr>
            <p14:xfrm>
              <a:off x="5857575" y="5022243"/>
              <a:ext cx="1682280" cy="125028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41A070E0-EB3A-0F66-B4CD-A676007821B8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839935" y="5004243"/>
                <a:ext cx="1717920" cy="12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F0FFF664-37E8-0F15-A6B9-935E64DF476B}"/>
                  </a:ext>
                </a:extLst>
              </p14:cNvPr>
              <p14:cNvContentPartPr/>
              <p14:nvPr/>
            </p14:nvContentPartPr>
            <p14:xfrm>
              <a:off x="5821935" y="6187923"/>
              <a:ext cx="107640" cy="11232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F0FFF664-37E8-0F15-A6B9-935E64DF476B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5803935" y="6169923"/>
                <a:ext cx="1432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C74EF448-EC6F-700B-F667-E9ACCBE9C9B8}"/>
                  </a:ext>
                </a:extLst>
              </p14:cNvPr>
              <p14:cNvContentPartPr/>
              <p14:nvPr/>
            </p14:nvContentPartPr>
            <p14:xfrm>
              <a:off x="6278055" y="1642923"/>
              <a:ext cx="3443760" cy="1131120"/>
            </p14:xfrm>
          </p:contentPart>
        </mc:Choice>
        <mc:Fallback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C74EF448-EC6F-700B-F667-E9ACCBE9C9B8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260055" y="1624923"/>
                <a:ext cx="3479400" cy="11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8C15BF94-2895-2A9A-19A7-12613ADC8C4F}"/>
                  </a:ext>
                </a:extLst>
              </p14:cNvPr>
              <p14:cNvContentPartPr/>
              <p14:nvPr/>
            </p14:nvContentPartPr>
            <p14:xfrm>
              <a:off x="9628215" y="2706003"/>
              <a:ext cx="102600" cy="9000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8C15BF94-2895-2A9A-19A7-12613ADC8C4F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9610575" y="2688363"/>
                <a:ext cx="1382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36422B69-7855-8523-E542-187DC225AE4B}"/>
                  </a:ext>
                </a:extLst>
              </p14:cNvPr>
              <p14:cNvContentPartPr/>
              <p14:nvPr/>
            </p14:nvContentPartPr>
            <p14:xfrm>
              <a:off x="6452295" y="4990563"/>
              <a:ext cx="3431160" cy="1319040"/>
            </p14:xfrm>
          </p:contentPart>
        </mc:Choice>
        <mc:Fallback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36422B69-7855-8523-E542-187DC225AE4B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6434295" y="4972563"/>
                <a:ext cx="3466800" cy="13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08E842C4-DCE7-0FEF-0AC2-E1441856C179}"/>
                  </a:ext>
                </a:extLst>
              </p14:cNvPr>
              <p14:cNvContentPartPr/>
              <p14:nvPr/>
            </p14:nvContentPartPr>
            <p14:xfrm>
              <a:off x="6452655" y="6239763"/>
              <a:ext cx="110880" cy="91440"/>
            </p14:xfrm>
          </p:contentPart>
        </mc:Choice>
        <mc:Fallback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08E842C4-DCE7-0FEF-0AC2-E1441856C179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6435015" y="6222123"/>
                <a:ext cx="146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008DB441-4204-2043-C8E0-F59E3742FC8C}"/>
                  </a:ext>
                </a:extLst>
              </p14:cNvPr>
              <p14:cNvContentPartPr/>
              <p14:nvPr/>
            </p14:nvContentPartPr>
            <p14:xfrm>
              <a:off x="5690175" y="1650483"/>
              <a:ext cx="1657080" cy="1135800"/>
            </p14:xfrm>
          </p:contentPart>
        </mc:Choice>
        <mc:Fallback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008DB441-4204-2043-C8E0-F59E3742FC8C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5672535" y="1632483"/>
                <a:ext cx="1692720" cy="11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97C57E8B-15B6-6C82-88F6-E81F9F67AF3E}"/>
                  </a:ext>
                </a:extLst>
              </p14:cNvPr>
              <p14:cNvContentPartPr/>
              <p14:nvPr/>
            </p14:nvContentPartPr>
            <p14:xfrm>
              <a:off x="5676135" y="2698083"/>
              <a:ext cx="101520" cy="125280"/>
            </p14:xfrm>
          </p:contentPart>
        </mc:Choice>
        <mc:Fallback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97C57E8B-15B6-6C82-88F6-E81F9F67AF3E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658495" y="2680083"/>
                <a:ext cx="137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E8291AB5-FBCF-E636-5ED6-27F2AE19AFB3}"/>
                  </a:ext>
                </a:extLst>
              </p14:cNvPr>
              <p14:cNvContentPartPr/>
              <p14:nvPr/>
            </p14:nvContentPartPr>
            <p14:xfrm>
              <a:off x="5694855" y="5026923"/>
              <a:ext cx="1750680" cy="1260000"/>
            </p14:xfrm>
          </p:contentPart>
        </mc:Choice>
        <mc:Fallback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E8291AB5-FBCF-E636-5ED6-27F2AE19AFB3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5676855" y="5008923"/>
                <a:ext cx="1786320" cy="12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81BFD1BF-3851-75BA-D12D-F89F7F077E54}"/>
                  </a:ext>
                </a:extLst>
              </p14:cNvPr>
              <p14:cNvContentPartPr/>
              <p14:nvPr/>
            </p14:nvContentPartPr>
            <p14:xfrm>
              <a:off x="7345455" y="6225363"/>
              <a:ext cx="110880" cy="100080"/>
            </p14:xfrm>
          </p:contentPart>
        </mc:Choice>
        <mc:Fallback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81BFD1BF-3851-75BA-D12D-F89F7F077E54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7327815" y="6207363"/>
                <a:ext cx="1465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0A91CFC6-177E-0A82-D644-0384A8A26793}"/>
                  </a:ext>
                </a:extLst>
              </p14:cNvPr>
              <p14:cNvContentPartPr/>
              <p14:nvPr/>
            </p14:nvContentPartPr>
            <p14:xfrm>
              <a:off x="7979775" y="1649403"/>
              <a:ext cx="720" cy="1083960"/>
            </p14:xfrm>
          </p:contentPart>
        </mc:Choice>
        <mc:Fallback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0A91CFC6-177E-0A82-D644-0384A8A26793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7943775" y="1631403"/>
                <a:ext cx="7200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01D89BA3-E51A-92EC-343B-57B272C5D2D2}"/>
                  </a:ext>
                </a:extLst>
              </p14:cNvPr>
              <p14:cNvContentPartPr/>
              <p14:nvPr/>
            </p14:nvContentPartPr>
            <p14:xfrm>
              <a:off x="7925055" y="2676123"/>
              <a:ext cx="110520" cy="74160"/>
            </p14:xfrm>
          </p:contentPart>
        </mc:Choice>
        <mc:Fallback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01D89BA3-E51A-92EC-343B-57B272C5D2D2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7907055" y="2658483"/>
                <a:ext cx="14616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577" name="Ink 576">
                <a:extLst>
                  <a:ext uri="{FF2B5EF4-FFF2-40B4-BE49-F238E27FC236}">
                    <a16:creationId xmlns:a16="http://schemas.microsoft.com/office/drawing/2014/main" id="{27BEC5DB-CAB2-7EAD-CF57-1C34ACD87CDB}"/>
                  </a:ext>
                </a:extLst>
              </p14:cNvPr>
              <p14:cNvContentPartPr/>
              <p14:nvPr/>
            </p14:nvContentPartPr>
            <p14:xfrm>
              <a:off x="8084895" y="5007843"/>
              <a:ext cx="69120" cy="1243440"/>
            </p14:xfrm>
          </p:contentPart>
        </mc:Choice>
        <mc:Fallback>
          <p:pic>
            <p:nvPicPr>
              <p:cNvPr id="577" name="Ink 576">
                <a:extLst>
                  <a:ext uri="{FF2B5EF4-FFF2-40B4-BE49-F238E27FC236}">
                    <a16:creationId xmlns:a16="http://schemas.microsoft.com/office/drawing/2014/main" id="{27BEC5DB-CAB2-7EAD-CF57-1C34ACD87CDB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8066895" y="4989843"/>
                <a:ext cx="104760" cy="12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578" name="Ink 577">
                <a:extLst>
                  <a:ext uri="{FF2B5EF4-FFF2-40B4-BE49-F238E27FC236}">
                    <a16:creationId xmlns:a16="http://schemas.microsoft.com/office/drawing/2014/main" id="{287B8B90-9FA3-C0FE-85E4-79A3417D76F2}"/>
                  </a:ext>
                </a:extLst>
              </p14:cNvPr>
              <p14:cNvContentPartPr/>
              <p14:nvPr/>
            </p14:nvContentPartPr>
            <p14:xfrm>
              <a:off x="8081655" y="6198723"/>
              <a:ext cx="119880" cy="93600"/>
            </p14:xfrm>
          </p:contentPart>
        </mc:Choice>
        <mc:Fallback>
          <p:pic>
            <p:nvPicPr>
              <p:cNvPr id="578" name="Ink 577">
                <a:extLst>
                  <a:ext uri="{FF2B5EF4-FFF2-40B4-BE49-F238E27FC236}">
                    <a16:creationId xmlns:a16="http://schemas.microsoft.com/office/drawing/2014/main" id="{287B8B90-9FA3-C0FE-85E4-79A3417D76F2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8064015" y="6181083"/>
                <a:ext cx="1555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7F0D8A7C-3022-5817-0260-AB376511C79F}"/>
                  </a:ext>
                </a:extLst>
              </p14:cNvPr>
              <p14:cNvContentPartPr/>
              <p14:nvPr/>
            </p14:nvContentPartPr>
            <p14:xfrm>
              <a:off x="8715255" y="1622043"/>
              <a:ext cx="1586520" cy="1138680"/>
            </p14:xfrm>
          </p:contentPart>
        </mc:Choice>
        <mc:Fallback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7F0D8A7C-3022-5817-0260-AB376511C79F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8697255" y="1604043"/>
                <a:ext cx="1622160" cy="11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581" name="Ink 580">
                <a:extLst>
                  <a:ext uri="{FF2B5EF4-FFF2-40B4-BE49-F238E27FC236}">
                    <a16:creationId xmlns:a16="http://schemas.microsoft.com/office/drawing/2014/main" id="{8C693DD1-3F71-F12D-034B-ACDC7971188E}"/>
                  </a:ext>
                </a:extLst>
              </p14:cNvPr>
              <p14:cNvContentPartPr/>
              <p14:nvPr/>
            </p14:nvContentPartPr>
            <p14:xfrm>
              <a:off x="10194855" y="2679363"/>
              <a:ext cx="116280" cy="100800"/>
            </p14:xfrm>
          </p:contentPart>
        </mc:Choice>
        <mc:Fallback>
          <p:pic>
            <p:nvPicPr>
              <p:cNvPr id="581" name="Ink 580">
                <a:extLst>
                  <a:ext uri="{FF2B5EF4-FFF2-40B4-BE49-F238E27FC236}">
                    <a16:creationId xmlns:a16="http://schemas.microsoft.com/office/drawing/2014/main" id="{8C693DD1-3F71-F12D-034B-ACDC7971188E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177215" y="2661363"/>
                <a:ext cx="15192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C5598910-7403-C41F-97E3-9F5FC0AC28BB}"/>
                  </a:ext>
                </a:extLst>
              </p14:cNvPr>
              <p14:cNvContentPartPr/>
              <p14:nvPr/>
            </p14:nvContentPartPr>
            <p14:xfrm>
              <a:off x="8876175" y="4997043"/>
              <a:ext cx="1599480" cy="1305000"/>
            </p14:xfrm>
          </p:contentPart>
        </mc:Choice>
        <mc:Fallback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C5598910-7403-C41F-97E3-9F5FC0AC28BB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858535" y="4979043"/>
                <a:ext cx="1635120" cy="13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5289DC57-A7BA-BD36-559E-96A760521A03}"/>
                  </a:ext>
                </a:extLst>
              </p14:cNvPr>
              <p14:cNvContentPartPr/>
              <p14:nvPr/>
            </p14:nvContentPartPr>
            <p14:xfrm>
              <a:off x="8859975" y="6197283"/>
              <a:ext cx="91800" cy="159480"/>
            </p14:xfrm>
          </p:contentPart>
        </mc:Choice>
        <mc:Fallback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5289DC57-A7BA-BD36-559E-96A760521A03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842335" y="6179643"/>
                <a:ext cx="1274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586" name="Ink 585">
                <a:extLst>
                  <a:ext uri="{FF2B5EF4-FFF2-40B4-BE49-F238E27FC236}">
                    <a16:creationId xmlns:a16="http://schemas.microsoft.com/office/drawing/2014/main" id="{C0DEF4EE-6B4C-EC97-D229-9D2CDFC78D8A}"/>
                  </a:ext>
                </a:extLst>
              </p14:cNvPr>
              <p14:cNvContentPartPr/>
              <p14:nvPr/>
            </p14:nvContentPartPr>
            <p14:xfrm>
              <a:off x="6328095" y="1676043"/>
              <a:ext cx="3474360" cy="1132560"/>
            </p14:xfrm>
          </p:contentPart>
        </mc:Choice>
        <mc:Fallback>
          <p:pic>
            <p:nvPicPr>
              <p:cNvPr id="586" name="Ink 585">
                <a:extLst>
                  <a:ext uri="{FF2B5EF4-FFF2-40B4-BE49-F238E27FC236}">
                    <a16:creationId xmlns:a16="http://schemas.microsoft.com/office/drawing/2014/main" id="{C0DEF4EE-6B4C-EC97-D229-9D2CDFC78D8A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6310095" y="1658043"/>
                <a:ext cx="3510000" cy="11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587" name="Ink 586">
                <a:extLst>
                  <a:ext uri="{FF2B5EF4-FFF2-40B4-BE49-F238E27FC236}">
                    <a16:creationId xmlns:a16="http://schemas.microsoft.com/office/drawing/2014/main" id="{F40BF6BF-2D99-DF1D-1C71-B4C7F74ECD1F}"/>
                  </a:ext>
                </a:extLst>
              </p14:cNvPr>
              <p14:cNvContentPartPr/>
              <p14:nvPr/>
            </p14:nvContentPartPr>
            <p14:xfrm>
              <a:off x="6303975" y="2737323"/>
              <a:ext cx="118080" cy="113040"/>
            </p14:xfrm>
          </p:contentPart>
        </mc:Choice>
        <mc:Fallback>
          <p:pic>
            <p:nvPicPr>
              <p:cNvPr id="587" name="Ink 586">
                <a:extLst>
                  <a:ext uri="{FF2B5EF4-FFF2-40B4-BE49-F238E27FC236}">
                    <a16:creationId xmlns:a16="http://schemas.microsoft.com/office/drawing/2014/main" id="{F40BF6BF-2D99-DF1D-1C71-B4C7F74ECD1F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6286335" y="2719323"/>
                <a:ext cx="1537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590" name="Ink 589">
                <a:extLst>
                  <a:ext uri="{FF2B5EF4-FFF2-40B4-BE49-F238E27FC236}">
                    <a16:creationId xmlns:a16="http://schemas.microsoft.com/office/drawing/2014/main" id="{F5070000-8206-853A-F946-72FB2BCE3125}"/>
                  </a:ext>
                </a:extLst>
              </p14:cNvPr>
              <p14:cNvContentPartPr/>
              <p14:nvPr/>
            </p14:nvContentPartPr>
            <p14:xfrm>
              <a:off x="6352575" y="5013603"/>
              <a:ext cx="3502080" cy="1315800"/>
            </p14:xfrm>
          </p:contentPart>
        </mc:Choice>
        <mc:Fallback>
          <p:pic>
            <p:nvPicPr>
              <p:cNvPr id="590" name="Ink 589">
                <a:extLst>
                  <a:ext uri="{FF2B5EF4-FFF2-40B4-BE49-F238E27FC236}">
                    <a16:creationId xmlns:a16="http://schemas.microsoft.com/office/drawing/2014/main" id="{F5070000-8206-853A-F946-72FB2BCE312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6334575" y="4995603"/>
                <a:ext cx="3537720" cy="13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591" name="Ink 590">
                <a:extLst>
                  <a:ext uri="{FF2B5EF4-FFF2-40B4-BE49-F238E27FC236}">
                    <a16:creationId xmlns:a16="http://schemas.microsoft.com/office/drawing/2014/main" id="{DA8CCA72-A17A-D2D3-AC43-F41B94A8ACD8}"/>
                  </a:ext>
                </a:extLst>
              </p14:cNvPr>
              <p14:cNvContentPartPr/>
              <p14:nvPr/>
            </p14:nvContentPartPr>
            <p14:xfrm>
              <a:off x="9783375" y="6247323"/>
              <a:ext cx="79920" cy="112680"/>
            </p14:xfrm>
          </p:contentPart>
        </mc:Choice>
        <mc:Fallback>
          <p:pic>
            <p:nvPicPr>
              <p:cNvPr id="591" name="Ink 590">
                <a:extLst>
                  <a:ext uri="{FF2B5EF4-FFF2-40B4-BE49-F238E27FC236}">
                    <a16:creationId xmlns:a16="http://schemas.microsoft.com/office/drawing/2014/main" id="{DA8CCA72-A17A-D2D3-AC43-F41B94A8ACD8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765735" y="6229683"/>
                <a:ext cx="1155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DD4E77B4-32D8-BB9E-E49F-74CA2B08D8E6}"/>
                  </a:ext>
                </a:extLst>
              </p14:cNvPr>
              <p14:cNvContentPartPr/>
              <p14:nvPr/>
            </p14:nvContentPartPr>
            <p14:xfrm>
              <a:off x="8665575" y="1664523"/>
              <a:ext cx="1639440" cy="1116000"/>
            </p14:xfrm>
          </p:contentPart>
        </mc:Choice>
        <mc:Fallback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DD4E77B4-32D8-BB9E-E49F-74CA2B08D8E6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8647575" y="1646523"/>
                <a:ext cx="1675080" cy="11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595" name="Ink 594">
                <a:extLst>
                  <a:ext uri="{FF2B5EF4-FFF2-40B4-BE49-F238E27FC236}">
                    <a16:creationId xmlns:a16="http://schemas.microsoft.com/office/drawing/2014/main" id="{ABDEBBFA-1C70-0FA9-B56D-55F1EF6F3224}"/>
                  </a:ext>
                </a:extLst>
              </p14:cNvPr>
              <p14:cNvContentPartPr/>
              <p14:nvPr/>
            </p14:nvContentPartPr>
            <p14:xfrm>
              <a:off x="8654055" y="2675763"/>
              <a:ext cx="111240" cy="143640"/>
            </p14:xfrm>
          </p:contentPart>
        </mc:Choice>
        <mc:Fallback>
          <p:pic>
            <p:nvPicPr>
              <p:cNvPr id="595" name="Ink 594">
                <a:extLst>
                  <a:ext uri="{FF2B5EF4-FFF2-40B4-BE49-F238E27FC236}">
                    <a16:creationId xmlns:a16="http://schemas.microsoft.com/office/drawing/2014/main" id="{ABDEBBFA-1C70-0FA9-B56D-55F1EF6F3224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8636055" y="2658123"/>
                <a:ext cx="1468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41944996-D86B-EAD9-72A8-11C756B5960B}"/>
                  </a:ext>
                </a:extLst>
              </p14:cNvPr>
              <p14:cNvContentPartPr/>
              <p14:nvPr/>
            </p14:nvContentPartPr>
            <p14:xfrm>
              <a:off x="8779695" y="4943763"/>
              <a:ext cx="1672560" cy="1381320"/>
            </p14:xfrm>
          </p:contentPart>
        </mc:Choice>
        <mc:Fallback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41944996-D86B-EAD9-72A8-11C756B5960B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761695" y="4925763"/>
                <a:ext cx="1708200" cy="14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598" name="Ink 597">
                <a:extLst>
                  <a:ext uri="{FF2B5EF4-FFF2-40B4-BE49-F238E27FC236}">
                    <a16:creationId xmlns:a16="http://schemas.microsoft.com/office/drawing/2014/main" id="{FA74AB48-2C6B-C60D-AAC1-8930E883C651}"/>
                  </a:ext>
                </a:extLst>
              </p14:cNvPr>
              <p14:cNvContentPartPr/>
              <p14:nvPr/>
            </p14:nvContentPartPr>
            <p14:xfrm>
              <a:off x="10340655" y="6272163"/>
              <a:ext cx="135360" cy="58680"/>
            </p14:xfrm>
          </p:contentPart>
        </mc:Choice>
        <mc:Fallback>
          <p:pic>
            <p:nvPicPr>
              <p:cNvPr id="598" name="Ink 597">
                <a:extLst>
                  <a:ext uri="{FF2B5EF4-FFF2-40B4-BE49-F238E27FC236}">
                    <a16:creationId xmlns:a16="http://schemas.microsoft.com/office/drawing/2014/main" id="{FA74AB48-2C6B-C60D-AAC1-8930E883C651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0323015" y="6254523"/>
                <a:ext cx="171000" cy="9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40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58BA2-CA9E-A100-C2B8-713974DA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95FEB473-2AA2-FF7F-A3EF-0F20F576B27F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A4151-63BB-A160-F7AF-CCE9E214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>
            <a:normAutofit/>
          </a:bodyPr>
          <a:lstStyle/>
          <a:p>
            <a:r>
              <a:rPr lang="en-US" sz="3200" dirty="0"/>
              <a:t>DIST:  08.0 (</a:t>
            </a:r>
            <a:r>
              <a:rPr lang="en-US" sz="3200" dirty="0">
                <a:ea typeface="+mj-lt"/>
                <a:cs typeface="+mj-lt"/>
              </a:rPr>
              <a:t>student_dist_block_cyclic_1d_the_hard_one blk</a:t>
            </a:r>
            <a:r>
              <a:rPr lang="en-US" sz="3200" dirty="0"/>
              <a:t>=2)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044E75-30CB-3373-38EB-B35F73806B30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DEF17E-40E6-9D86-7DB9-03A0F45ADABF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83651D-5042-5017-2D79-A2E68941958E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B34226-80BD-7A96-507E-0B131C7BA2A9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E138D0-5665-BA32-4376-FAA768F2873B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EE2FF2-FAB4-7988-5931-5BB7C27DC317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B1A6B4-306F-99F2-1BED-29E4BEA51CF9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63C2EF-7CC8-9B7F-EF58-B3423D238F11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99D1A-0513-8C8D-E81C-EC55986C969B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93124C-118D-44B8-D1E9-E577C2A79A03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F56036-8EBD-4874-19F5-7A96EC698FF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CD239-6E6B-8104-88BA-642AD4BB439C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C1F765-77A4-93DC-DB68-1170BFC7E388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F7ED0F-C6F0-FBE7-BEB8-1D0431C96B75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C898B8-EDD0-8B1C-5A5E-A64854848139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4EA144-F4FB-B457-71A3-F28A10A9DA7B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7842C8-7F4B-31BF-190F-5EBD57BFBDE2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B3D09A-6940-D94A-F462-2EA84C7017F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46C261-326C-3553-5023-5BB69A7E97F0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FD0D51-7D01-E518-4B0F-92BD8850935C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6EE12F-BD56-D81D-D826-3BA238032049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0E4CDF-5208-E666-E1CE-6E3787E50D10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20C80AD-EF1B-EFA6-D6E0-DDE04CA5140D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51EB20-A160-DA87-FC1F-A79C79491793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A2FAA7C-2333-5808-C771-C6047CC8F0D1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525438-5F51-6685-A1D1-13566CE9F8CA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3D2BC27-AF5A-EBD1-A58A-6D6E882D291C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8ED4C7-5885-C1C1-F94B-6A56E57F1E1D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27517F7-E83D-E82E-07FF-D55578835D48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0AEF585-6C5E-8562-6E20-0FDBE4C03A8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BE8DDCF-C37A-7357-D7CD-E4BAAE006535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1F0F778-21F6-6CD2-A263-BA2A13DE1D10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688F2E8-E473-9FB5-0B59-CFFDA3A1706A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C4BC17D-F374-FBE0-0F6C-E6C15090C4A5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7660CAF-8A9F-7BD2-5E6E-CB811351D5BA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4945311-040A-2B97-3B0F-469CBD74C2BC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EA5F92E-0716-BEB4-0309-4B513315195A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E9F264A-A238-7796-7FEB-AA19F41481F5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2930CED-D3CC-1615-D8F1-6E3D2B4265CA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12779BD-AF7F-AE61-D648-5C87A234CD02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6819B4C-6C00-4FDC-9EE6-CFC58C0C45DC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60D9A85-FB04-E0AB-1439-D9F61DBB4BEF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2730A0E-B156-2829-9AED-AC1039FA4467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585E238-437C-CB0E-D202-FD55495D2B89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AF0F3C5-6BFF-55DF-8844-2259BD278D95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39779AD-F956-B90D-F86F-438384E52320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9D08FDC-7239-31C7-06FD-195C28A3344D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B7ABFB5-E80C-50EB-0758-0E3C12DC1371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2543066-FC24-96F3-1CA1-75BA095F5261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9803F5-9062-0227-D557-1CC6BBC38095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5936715-4784-84AC-5CD0-B9403B45E36C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F65AA92-8A87-03D3-EF4F-BB68AA46CEA7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AC874FE-26B8-816E-6512-3EC90F8F2DAF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01E1D13-1BC5-1EAD-58A8-DD5B19852A0B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C5C812A-D0C4-6E33-2A9C-5ABCCFC55915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A413671-DD1B-A872-BE8A-C6B6E5C3E026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DC67E5B-6226-B6EA-ADE8-4F4553BA7D71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36220D7-25FB-C9CF-EBC2-6D7696BE396D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623F1C2-C950-E679-2B34-4C5DB1394FFC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83E7352-8E28-97DC-8D9A-0D0B477B1166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6AF1F9F-D232-1A93-32CC-315A93186A88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D43E64B-77AC-BDD9-0A3C-F5B87A69E40D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F10E117-7DC9-44AA-E147-9DB381E99FAE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DB6C069-C600-DB1E-F083-5F353688DF35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289B0B1-83FA-4F56-67FD-76C633015490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97A1B2B-CF09-9CC0-2CC9-1111CC9A9BC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FA109C2-11B0-8807-5A94-7DE6700B0999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77B5DDE-03D2-22FB-FCC8-A544153303FF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BE4E8CB-B2E5-D165-526E-1A6DD181081C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EC41DEC-0A38-9C72-E571-66517B39DDFB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86119B8-8D0D-C290-CFA3-0ED07E2F9810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AE31194-D0C3-8733-B929-F80ABB0EC4C4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4FC181F-9C5A-1D7B-15F7-9FB9E2848B55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23716B4-B9B2-7C3A-720B-E3792CC4AE2A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0B95652-057D-B67E-0760-42C1D80D4365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4553B0-8A58-B0F4-FDAC-DA253E48BEB0}"/>
              </a:ext>
            </a:extLst>
          </p:cNvPr>
          <p:cNvSpPr txBox="1"/>
          <p:nvPr/>
        </p:nvSpPr>
        <p:spPr>
          <a:xfrm>
            <a:off x="488273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C719A0-3B89-655E-7A7C-028DBFD1C310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9B05C9F-B275-4CEF-BD9B-5C9F86245D56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7385751-6A91-1B10-A140-CAA610F5F79F}"/>
                  </a:ext>
                </a:extLst>
              </p14:cNvPr>
              <p14:cNvContentPartPr/>
              <p14:nvPr/>
            </p14:nvContentPartPr>
            <p14:xfrm>
              <a:off x="1809953" y="3079673"/>
              <a:ext cx="74520" cy="1180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7385751-6A91-1B10-A140-CAA610F5F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3833" y="3073553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F2C286A-6785-D25E-207E-C1B3DE2296CC}"/>
                  </a:ext>
                </a:extLst>
              </p14:cNvPr>
              <p14:cNvContentPartPr/>
              <p14:nvPr/>
            </p14:nvContentPartPr>
            <p14:xfrm>
              <a:off x="1905713" y="3150953"/>
              <a:ext cx="5400" cy="576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F2C286A-6785-D25E-207E-C1B3DE2296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9593" y="3144833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96A3199A-9E2C-E23E-6CC8-49262CD17313}"/>
                  </a:ext>
                </a:extLst>
              </p14:cNvPr>
              <p14:cNvContentPartPr/>
              <p14:nvPr/>
            </p14:nvContentPartPr>
            <p14:xfrm>
              <a:off x="1945313" y="3071393"/>
              <a:ext cx="64800" cy="1083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96A3199A-9E2C-E23E-6CC8-49262CD173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9193" y="3065273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82D7B1A-6252-E3B7-8333-3F1BA5726340}"/>
                  </a:ext>
                </a:extLst>
              </p14:cNvPr>
              <p14:cNvContentPartPr/>
              <p14:nvPr/>
            </p14:nvContentPartPr>
            <p14:xfrm>
              <a:off x="2041433" y="3150593"/>
              <a:ext cx="7200" cy="586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82D7B1A-6252-E3B7-8333-3F1BA57263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35313" y="3144473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CDB48B4-AAFE-ECE1-913B-24567A47DCF5}"/>
                  </a:ext>
                </a:extLst>
              </p14:cNvPr>
              <p14:cNvContentPartPr/>
              <p14:nvPr/>
            </p14:nvContentPartPr>
            <p14:xfrm>
              <a:off x="2072393" y="3076073"/>
              <a:ext cx="74160" cy="11196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CDB48B4-AAFE-ECE1-913B-24567A47DC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66273" y="3069953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CFFC729-91C7-1042-29F9-2EBDAE67C908}"/>
                  </a:ext>
                </a:extLst>
              </p14:cNvPr>
              <p14:cNvContentPartPr/>
              <p14:nvPr/>
            </p14:nvContentPartPr>
            <p14:xfrm>
              <a:off x="2467456" y="3091193"/>
              <a:ext cx="59760" cy="1108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CFFC729-91C7-1042-29F9-2EBDAE67C9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1336" y="3085073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9C0E05DD-EE36-FF7E-DDF5-433E940405B3}"/>
                  </a:ext>
                </a:extLst>
              </p14:cNvPr>
              <p14:cNvContentPartPr/>
              <p14:nvPr/>
            </p14:nvContentPartPr>
            <p14:xfrm>
              <a:off x="2569336" y="3151673"/>
              <a:ext cx="3600" cy="637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9C0E05DD-EE36-FF7E-DDF5-433E940405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63216" y="3145553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DDBDCC9-1D3C-2D32-AB03-7D1550AE5C19}"/>
                  </a:ext>
                </a:extLst>
              </p14:cNvPr>
              <p14:cNvContentPartPr/>
              <p14:nvPr/>
            </p14:nvContentPartPr>
            <p14:xfrm>
              <a:off x="2598856" y="3085793"/>
              <a:ext cx="68760" cy="1054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DDBDCC9-1D3C-2D32-AB03-7D1550AE5C1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92736" y="3079673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EFB53B3-AFCB-78E2-835D-3AC30E055FB0}"/>
                  </a:ext>
                </a:extLst>
              </p14:cNvPr>
              <p14:cNvContentPartPr/>
              <p14:nvPr/>
            </p14:nvContentPartPr>
            <p14:xfrm>
              <a:off x="2694256" y="3168233"/>
              <a:ext cx="9720" cy="5652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EFB53B3-AFCB-78E2-835D-3AC30E055FB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88136" y="3162113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13CF1F23-F3E6-70B8-78D5-301B86E60C79}"/>
                  </a:ext>
                </a:extLst>
              </p14:cNvPr>
              <p14:cNvContentPartPr/>
              <p14:nvPr/>
            </p14:nvContentPartPr>
            <p14:xfrm>
              <a:off x="2743576" y="3061313"/>
              <a:ext cx="26280" cy="1306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13CF1F23-F3E6-70B8-78D5-301B86E60C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37456" y="3055193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2495FD52-8EBE-B61E-B69D-EF952E60ADC1}"/>
                  </a:ext>
                </a:extLst>
              </p14:cNvPr>
              <p14:cNvContentPartPr/>
              <p14:nvPr/>
            </p14:nvContentPartPr>
            <p14:xfrm>
              <a:off x="2961156" y="2079563"/>
              <a:ext cx="720" cy="36234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2495FD52-8EBE-B61E-B69D-EF952E60ADC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48916" y="20734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9EC1F0F7-7BFA-5865-8529-BECDD7A63F4A}"/>
                  </a:ext>
                </a:extLst>
              </p14:cNvPr>
              <p14:cNvContentPartPr/>
              <p14:nvPr/>
            </p14:nvContentPartPr>
            <p14:xfrm>
              <a:off x="5307545" y="2068106"/>
              <a:ext cx="720" cy="36234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9EC1F0F7-7BFA-5865-8529-BECDD7A63F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95305" y="2061986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C5C036C-861E-7743-B4B8-AA2DDF91E5DA}"/>
                  </a:ext>
                </a:extLst>
              </p14:cNvPr>
              <p14:cNvContentPartPr/>
              <p14:nvPr/>
            </p14:nvContentPartPr>
            <p14:xfrm>
              <a:off x="7751386" y="2067993"/>
              <a:ext cx="720" cy="36234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C5C036C-861E-7743-B4B8-AA2DDF91E5D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39146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42F7EF47-6468-C9B5-C7D7-28BFEDD00B82}"/>
                  </a:ext>
                </a:extLst>
              </p14:cNvPr>
              <p14:cNvContentPartPr/>
              <p14:nvPr/>
            </p14:nvContentPartPr>
            <p14:xfrm>
              <a:off x="10159547" y="2067993"/>
              <a:ext cx="720" cy="362340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42F7EF47-6468-C9B5-C7D7-28BFEDD00B8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47307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BC086C0F-4738-F83D-2F13-FC1628887391}"/>
                  </a:ext>
                </a:extLst>
              </p14:cNvPr>
              <p14:cNvContentPartPr/>
              <p14:nvPr/>
            </p14:nvContentPartPr>
            <p14:xfrm>
              <a:off x="3063014" y="3086262"/>
              <a:ext cx="62280" cy="1260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BC086C0F-4738-F83D-2F13-FC162888739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56894" y="3080142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0104EBEF-CC66-596E-2892-6BB240B4C62D}"/>
                  </a:ext>
                </a:extLst>
              </p14:cNvPr>
              <p14:cNvContentPartPr/>
              <p14:nvPr/>
            </p14:nvContentPartPr>
            <p14:xfrm>
              <a:off x="3703094" y="3076902"/>
              <a:ext cx="61200" cy="1105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0104EBEF-CC66-596E-2892-6BB240B4C62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96974" y="3070782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1F488A95-468A-9DB2-66F4-855F47D9C94A}"/>
                  </a:ext>
                </a:extLst>
              </p14:cNvPr>
              <p14:cNvContentPartPr/>
              <p14:nvPr/>
            </p14:nvContentPartPr>
            <p14:xfrm>
              <a:off x="5469655" y="3053107"/>
              <a:ext cx="12240" cy="114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1F488A95-468A-9DB2-66F4-855F47D9C94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63535" y="304698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80F4632-1EA9-41B3-063F-ED4A7B13AFFF}"/>
                  </a:ext>
                </a:extLst>
              </p14:cNvPr>
              <p14:cNvContentPartPr/>
              <p14:nvPr/>
            </p14:nvContentPartPr>
            <p14:xfrm>
              <a:off x="5518975" y="3161827"/>
              <a:ext cx="1800" cy="302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80F4632-1EA9-41B3-063F-ED4A7B13AFF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12855" y="315570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837138B1-11B2-E2B9-9B08-9CDAFB529E27}"/>
                  </a:ext>
                </a:extLst>
              </p14:cNvPr>
              <p14:cNvContentPartPr/>
              <p14:nvPr/>
            </p14:nvContentPartPr>
            <p14:xfrm>
              <a:off x="6117361" y="3081750"/>
              <a:ext cx="10800" cy="1026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837138B1-11B2-E2B9-9B08-9CDAFB529E2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11241" y="307563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2F7ACFE-917D-4F3A-AD7E-4C6AC4251C0E}"/>
                  </a:ext>
                </a:extLst>
              </p14:cNvPr>
              <p14:cNvContentPartPr/>
              <p14:nvPr/>
            </p14:nvContentPartPr>
            <p14:xfrm>
              <a:off x="6162361" y="3165270"/>
              <a:ext cx="2520" cy="356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2F7ACFE-917D-4F3A-AD7E-4C6AC4251C0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56241" y="315915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E2391E1-18F9-9081-BD87-F14FC8A36358}"/>
                  </a:ext>
                </a:extLst>
              </p14:cNvPr>
              <p14:cNvContentPartPr/>
              <p14:nvPr/>
            </p14:nvContentPartPr>
            <p14:xfrm>
              <a:off x="7853623" y="3103525"/>
              <a:ext cx="35280" cy="972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E2391E1-18F9-9081-BD87-F14FC8A363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47503" y="3097405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94DD018-7852-D8FC-2D0E-EF701F3CBEC3}"/>
                  </a:ext>
                </a:extLst>
              </p14:cNvPr>
              <p14:cNvContentPartPr/>
              <p14:nvPr/>
            </p14:nvContentPartPr>
            <p14:xfrm>
              <a:off x="7929943" y="3177325"/>
              <a:ext cx="2160" cy="388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94DD018-7852-D8FC-2D0E-EF701F3CBEC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23823" y="3171205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354BC8E-8B2C-4800-FF3C-986485585E61}"/>
                  </a:ext>
                </a:extLst>
              </p14:cNvPr>
              <p14:cNvContentPartPr/>
              <p14:nvPr/>
            </p14:nvContentPartPr>
            <p14:xfrm>
              <a:off x="9693137" y="3121225"/>
              <a:ext cx="54000" cy="813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354BC8E-8B2C-4800-FF3C-986485585E6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87017" y="311510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99AE8D77-EF23-23E0-4F27-47DF2107660D}"/>
                  </a:ext>
                </a:extLst>
              </p14:cNvPr>
              <p14:cNvContentPartPr/>
              <p14:nvPr/>
            </p14:nvContentPartPr>
            <p14:xfrm>
              <a:off x="10270181" y="3119053"/>
              <a:ext cx="39240" cy="8244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99AE8D77-EF23-23E0-4F27-47DF2107660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64061" y="311293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2E28B6B-57FF-156A-D927-96442373D0F7}"/>
                  </a:ext>
                </a:extLst>
              </p14:cNvPr>
              <p14:cNvContentPartPr/>
              <p14:nvPr/>
            </p14:nvContentPartPr>
            <p14:xfrm>
              <a:off x="10355501" y="3170533"/>
              <a:ext cx="12960" cy="3420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2E28B6B-57FF-156A-D927-96442373D0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49381" y="316441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32333D38-1033-DA83-17C3-046AA12CBE03}"/>
                  </a:ext>
                </a:extLst>
              </p14:cNvPr>
              <p14:cNvContentPartPr/>
              <p14:nvPr/>
            </p14:nvContentPartPr>
            <p14:xfrm>
              <a:off x="9779501" y="3169813"/>
              <a:ext cx="10440" cy="3492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32333D38-1033-DA83-17C3-046AA12CBE0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73381" y="316369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B0CAAA17-A803-DE2E-1672-256F726770D9}"/>
                  </a:ext>
                </a:extLst>
              </p14:cNvPr>
              <p14:cNvContentPartPr/>
              <p14:nvPr/>
            </p14:nvContentPartPr>
            <p14:xfrm>
              <a:off x="3160803" y="3175157"/>
              <a:ext cx="10440" cy="432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B0CAAA17-A803-DE2E-1672-256F726770D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54683" y="3169037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FF64CAD3-5947-410C-8558-405913B728A2}"/>
                  </a:ext>
                </a:extLst>
              </p14:cNvPr>
              <p14:cNvContentPartPr/>
              <p14:nvPr/>
            </p14:nvContentPartPr>
            <p14:xfrm>
              <a:off x="3204723" y="3107837"/>
              <a:ext cx="12240" cy="8424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FF64CAD3-5947-410C-8558-405913B728A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98603" y="3101717"/>
                <a:ext cx="24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3A522384-01E9-F3E8-24AA-5851F0261675}"/>
                  </a:ext>
                </a:extLst>
              </p14:cNvPr>
              <p14:cNvContentPartPr/>
              <p14:nvPr/>
            </p14:nvContentPartPr>
            <p14:xfrm>
              <a:off x="3795483" y="3179477"/>
              <a:ext cx="3600" cy="3384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3A522384-01E9-F3E8-24AA-5851F026167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89363" y="3173357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E78B373-7DAD-6CC1-3D5C-48A15551DA7D}"/>
                  </a:ext>
                </a:extLst>
              </p14:cNvPr>
              <p14:cNvContentPartPr/>
              <p14:nvPr/>
            </p14:nvContentPartPr>
            <p14:xfrm>
              <a:off x="3831123" y="3104597"/>
              <a:ext cx="6120" cy="8316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E78B373-7DAD-6CC1-3D5C-48A15551DA7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825003" y="3098477"/>
                <a:ext cx="18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ADB558E-0A97-EE82-7C7C-D41E35CA62AC}"/>
                  </a:ext>
                </a:extLst>
              </p14:cNvPr>
              <p14:cNvContentPartPr/>
              <p14:nvPr/>
            </p14:nvContentPartPr>
            <p14:xfrm>
              <a:off x="3265512" y="3166464"/>
              <a:ext cx="2160" cy="234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ADB558E-0A97-EE82-7C7C-D41E35CA62A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259392" y="3160344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575F5437-983B-FB18-76F9-545FC549C47B}"/>
                  </a:ext>
                </a:extLst>
              </p14:cNvPr>
              <p14:cNvContentPartPr/>
              <p14:nvPr/>
            </p14:nvContentPartPr>
            <p14:xfrm>
              <a:off x="3880032" y="3176544"/>
              <a:ext cx="2880" cy="1620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575F5437-983B-FB18-76F9-545FC549C47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73912" y="3170424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4D19917B-5461-E0D9-C63A-7E9481479042}"/>
                  </a:ext>
                </a:extLst>
              </p14:cNvPr>
              <p14:cNvContentPartPr/>
              <p14:nvPr/>
            </p14:nvContentPartPr>
            <p14:xfrm>
              <a:off x="4913095" y="3055987"/>
              <a:ext cx="5760" cy="1144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4D19917B-5461-E0D9-C63A-7E948147904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06975" y="304986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EF9B57B-1916-0EF3-1CA6-7FF92EB93C8D}"/>
                  </a:ext>
                </a:extLst>
              </p14:cNvPr>
              <p14:cNvContentPartPr/>
              <p14:nvPr/>
            </p14:nvContentPartPr>
            <p14:xfrm>
              <a:off x="4957375" y="3169387"/>
              <a:ext cx="7920" cy="262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EF9B57B-1916-0EF3-1CA6-7FF92EB93C8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51255" y="316326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9F276D6B-7CF6-AB00-443A-2C18E6B3E927}"/>
                  </a:ext>
                </a:extLst>
              </p14:cNvPr>
              <p14:cNvContentPartPr/>
              <p14:nvPr/>
            </p14:nvContentPartPr>
            <p14:xfrm>
              <a:off x="4992072" y="3067104"/>
              <a:ext cx="51120" cy="11484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9F276D6B-7CF6-AB00-443A-2C18E6B3E9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85952" y="3060984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101D1168-32DB-1B39-20E3-7D2F6226B778}"/>
                  </a:ext>
                </a:extLst>
              </p14:cNvPr>
              <p14:cNvContentPartPr/>
              <p14:nvPr/>
            </p14:nvContentPartPr>
            <p14:xfrm>
              <a:off x="5071632" y="3163944"/>
              <a:ext cx="11520" cy="4428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101D1168-32DB-1B39-20E3-7D2F6226B77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65512" y="3157824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8139B4F-6416-818C-D9B3-A811D10098A9}"/>
                  </a:ext>
                </a:extLst>
              </p14:cNvPr>
              <p14:cNvContentPartPr/>
              <p14:nvPr/>
            </p14:nvContentPartPr>
            <p14:xfrm>
              <a:off x="3297293" y="3081415"/>
              <a:ext cx="55800" cy="10836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8139B4F-6416-818C-D9B3-A811D10098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91173" y="3075295"/>
                <a:ext cx="68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EC02842D-114E-DEF1-5E75-7986C535A320}"/>
                  </a:ext>
                </a:extLst>
              </p14:cNvPr>
              <p14:cNvContentPartPr/>
              <p14:nvPr/>
            </p14:nvContentPartPr>
            <p14:xfrm>
              <a:off x="3925133" y="3083215"/>
              <a:ext cx="6840" cy="903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EC02842D-114E-DEF1-5E75-7986C535A32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19013" y="3077095"/>
                <a:ext cx="190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0B57CFE-739F-27F8-C906-284983DC143F}"/>
                  </a:ext>
                </a:extLst>
              </p14:cNvPr>
              <p14:cNvContentPartPr/>
              <p14:nvPr/>
            </p14:nvContentPartPr>
            <p14:xfrm>
              <a:off x="4252135" y="3054907"/>
              <a:ext cx="10440" cy="1141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0B57CFE-739F-27F8-C906-284983DC143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46015" y="304878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4D1DDAA3-1D75-D043-81CD-A9818C605794}"/>
                  </a:ext>
                </a:extLst>
              </p14:cNvPr>
              <p14:cNvContentPartPr/>
              <p14:nvPr/>
            </p14:nvContentPartPr>
            <p14:xfrm>
              <a:off x="4304335" y="3150307"/>
              <a:ext cx="1440" cy="273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4D1DDAA3-1D75-D043-81CD-A9818C60579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298215" y="314418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33C98E79-7B11-1B7E-C19A-519EADE7964E}"/>
                  </a:ext>
                </a:extLst>
              </p14:cNvPr>
              <p14:cNvContentPartPr/>
              <p14:nvPr/>
            </p14:nvContentPartPr>
            <p14:xfrm>
              <a:off x="4332552" y="3065664"/>
              <a:ext cx="50760" cy="9540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33C98E79-7B11-1B7E-C19A-519EADE7964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26432" y="305954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F8B5EFD1-8952-BD65-8B62-4F369799AF33}"/>
                  </a:ext>
                </a:extLst>
              </p14:cNvPr>
              <p14:cNvContentPartPr/>
              <p14:nvPr/>
            </p14:nvContentPartPr>
            <p14:xfrm>
              <a:off x="4404552" y="3141984"/>
              <a:ext cx="5760" cy="345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F8B5EFD1-8952-BD65-8B62-4F369799AF3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98432" y="313586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3D4B7C70-68F5-1214-704E-B8AF2064F1CC}"/>
                  </a:ext>
                </a:extLst>
              </p14:cNvPr>
              <p14:cNvContentPartPr/>
              <p14:nvPr/>
            </p14:nvContentPartPr>
            <p14:xfrm>
              <a:off x="4428991" y="3059807"/>
              <a:ext cx="47520" cy="9396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3D4B7C70-68F5-1214-704E-B8AF2064F1C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422871" y="305368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D32B9D8E-B468-2036-BA6F-D22C99BF3B98}"/>
                  </a:ext>
                </a:extLst>
              </p14:cNvPr>
              <p14:cNvContentPartPr/>
              <p14:nvPr/>
            </p14:nvContentPartPr>
            <p14:xfrm>
              <a:off x="5124511" y="3067007"/>
              <a:ext cx="15480" cy="9216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D32B9D8E-B468-2036-BA6F-D22C99BF3B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118391" y="3060887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DDD156EF-A130-FFC4-5A0F-DFE27D22A38F}"/>
                  </a:ext>
                </a:extLst>
              </p14:cNvPr>
              <p14:cNvContentPartPr/>
              <p14:nvPr/>
            </p14:nvContentPartPr>
            <p14:xfrm>
              <a:off x="5567935" y="3058715"/>
              <a:ext cx="18000" cy="10728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DDD156EF-A130-FFC4-5A0F-DFE27D22A38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61815" y="3052595"/>
                <a:ext cx="30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EED65C2-EA2F-50C6-D1CA-B617E87E6BDE}"/>
                  </a:ext>
                </a:extLst>
              </p14:cNvPr>
              <p14:cNvContentPartPr/>
              <p14:nvPr/>
            </p14:nvContentPartPr>
            <p14:xfrm>
              <a:off x="5621575" y="3140075"/>
              <a:ext cx="3960" cy="392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EED65C2-EA2F-50C6-D1CA-B617E87E6BD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615455" y="313395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532989E8-9F39-7749-DE50-8BA63E28218D}"/>
                  </a:ext>
                </a:extLst>
              </p14:cNvPr>
              <p14:cNvContentPartPr/>
              <p14:nvPr/>
            </p14:nvContentPartPr>
            <p14:xfrm>
              <a:off x="5651095" y="3049715"/>
              <a:ext cx="57240" cy="1123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532989E8-9F39-7749-DE50-8BA63E28218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644975" y="3043595"/>
                <a:ext cx="694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B1469AEF-E182-798A-9E7A-E763CEF286ED}"/>
                  </a:ext>
                </a:extLst>
              </p14:cNvPr>
              <p14:cNvContentPartPr/>
              <p14:nvPr/>
            </p14:nvContentPartPr>
            <p14:xfrm>
              <a:off x="6218067" y="3080173"/>
              <a:ext cx="19440" cy="10944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B1469AEF-E182-798A-9E7A-E763CEF286E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211947" y="3074053"/>
                <a:ext cx="316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E6CB573-8AA3-38F1-5D52-68EAB0B95F1F}"/>
                  </a:ext>
                </a:extLst>
              </p14:cNvPr>
              <p14:cNvContentPartPr/>
              <p14:nvPr/>
            </p14:nvContentPartPr>
            <p14:xfrm>
              <a:off x="6286827" y="3155413"/>
              <a:ext cx="4320" cy="4212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E6CB573-8AA3-38F1-5D52-68EAB0B95F1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280707" y="314929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AFC91CAC-5FB2-4411-C14F-BAE0F6383B0C}"/>
                  </a:ext>
                </a:extLst>
              </p14:cNvPr>
              <p14:cNvContentPartPr/>
              <p14:nvPr/>
            </p14:nvContentPartPr>
            <p14:xfrm>
              <a:off x="6328947" y="3072973"/>
              <a:ext cx="19080" cy="1112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AFC91CAC-5FB2-4411-C14F-BAE0F6383B0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22827" y="3066853"/>
                <a:ext cx="31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A9D3CA22-7A25-BFA3-4845-BD3DDCB2B829}"/>
                  </a:ext>
                </a:extLst>
              </p14:cNvPr>
              <p14:cNvContentPartPr/>
              <p14:nvPr/>
            </p14:nvContentPartPr>
            <p14:xfrm>
              <a:off x="6695729" y="3090128"/>
              <a:ext cx="45360" cy="10044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A9D3CA22-7A25-BFA3-4845-BD3DDCB2B82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689609" y="3084008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511B2B02-4092-C104-C29F-42ED7319E829}"/>
                  </a:ext>
                </a:extLst>
              </p14:cNvPr>
              <p14:cNvContentPartPr/>
              <p14:nvPr/>
            </p14:nvContentPartPr>
            <p14:xfrm>
              <a:off x="6777089" y="3172928"/>
              <a:ext cx="3960" cy="4068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511B2B02-4092-C104-C29F-42ED7319E8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70969" y="3166808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DD077A52-9224-B1E4-0943-E2C2B8CF06F7}"/>
                  </a:ext>
                </a:extLst>
              </p14:cNvPr>
              <p14:cNvContentPartPr/>
              <p14:nvPr/>
            </p14:nvContentPartPr>
            <p14:xfrm>
              <a:off x="6805691" y="3089763"/>
              <a:ext cx="53280" cy="10944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DD077A52-9224-B1E4-0943-E2C2B8CF06F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99571" y="3083643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59CCDC6C-9385-923D-4F14-6107093B5C19}"/>
                  </a:ext>
                </a:extLst>
              </p14:cNvPr>
              <p14:cNvContentPartPr/>
              <p14:nvPr/>
            </p14:nvContentPartPr>
            <p14:xfrm>
              <a:off x="6889571" y="3160323"/>
              <a:ext cx="1800" cy="3960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59CCDC6C-9385-923D-4F14-6107093B5C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83451" y="3154203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19AE57B-1DEE-66B9-6336-ADB1202F2F5F}"/>
                  </a:ext>
                </a:extLst>
              </p14:cNvPr>
              <p14:cNvContentPartPr/>
              <p14:nvPr/>
            </p14:nvContentPartPr>
            <p14:xfrm>
              <a:off x="6906131" y="3089763"/>
              <a:ext cx="66960" cy="9792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19AE57B-1DEE-66B9-6336-ADB1202F2F5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900011" y="3083643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D70A772-2FC1-47D0-C8D5-2C54865EDC6A}"/>
                  </a:ext>
                </a:extLst>
              </p14:cNvPr>
              <p14:cNvContentPartPr/>
              <p14:nvPr/>
            </p14:nvContentPartPr>
            <p14:xfrm>
              <a:off x="7343729" y="3098408"/>
              <a:ext cx="37800" cy="11448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D70A772-2FC1-47D0-C8D5-2C54865EDC6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337609" y="3092288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98D5F63C-A44C-E41A-B452-8E561AF968A8}"/>
                  </a:ext>
                </a:extLst>
              </p14:cNvPr>
              <p14:cNvContentPartPr/>
              <p14:nvPr/>
            </p14:nvContentPartPr>
            <p14:xfrm>
              <a:off x="7410329" y="3186608"/>
              <a:ext cx="4680" cy="2844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98D5F63C-A44C-E41A-B452-8E561AF968A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04209" y="3180488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56BDFB46-219E-8D60-79C9-3937A0AA350C}"/>
                  </a:ext>
                </a:extLst>
              </p14:cNvPr>
              <p14:cNvContentPartPr/>
              <p14:nvPr/>
            </p14:nvContentPartPr>
            <p14:xfrm>
              <a:off x="7434971" y="3079683"/>
              <a:ext cx="58680" cy="11916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56BDFB46-219E-8D60-79C9-3937A0AA350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428851" y="3073563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6B335CAD-2804-A3F6-9BFC-EEE993A8F9B7}"/>
                  </a:ext>
                </a:extLst>
              </p14:cNvPr>
              <p14:cNvContentPartPr/>
              <p14:nvPr/>
            </p14:nvContentPartPr>
            <p14:xfrm>
              <a:off x="7536851" y="3157083"/>
              <a:ext cx="2160" cy="4968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6B335CAD-2804-A3F6-9BFC-EEE993A8F9B7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530731" y="3150963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35237415-FD70-1476-FEDB-0FEE74097051}"/>
                  </a:ext>
                </a:extLst>
              </p14:cNvPr>
              <p14:cNvContentPartPr/>
              <p14:nvPr/>
            </p14:nvContentPartPr>
            <p14:xfrm>
              <a:off x="7572851" y="3078603"/>
              <a:ext cx="19800" cy="1062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35237415-FD70-1476-FEDB-0FEE74097051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566731" y="3072483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4F6C6460-242D-9598-A152-B76CD516F83F}"/>
                  </a:ext>
                </a:extLst>
              </p14:cNvPr>
              <p14:cNvContentPartPr/>
              <p14:nvPr/>
            </p14:nvContentPartPr>
            <p14:xfrm>
              <a:off x="7984889" y="3090770"/>
              <a:ext cx="12240" cy="9216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4F6C6460-242D-9598-A152-B76CD516F83F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978769" y="3084650"/>
                <a:ext cx="24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C583912A-0A2A-1566-52AA-90E5A6790291}"/>
                  </a:ext>
                </a:extLst>
              </p14:cNvPr>
              <p14:cNvContentPartPr/>
              <p14:nvPr/>
            </p14:nvContentPartPr>
            <p14:xfrm>
              <a:off x="8062289" y="3150170"/>
              <a:ext cx="1800" cy="489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C583912A-0A2A-1566-52AA-90E5A679029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056169" y="3144050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60EE26F-44A4-1B73-3E32-7AB797BE59F5}"/>
                  </a:ext>
                </a:extLst>
              </p14:cNvPr>
              <p14:cNvContentPartPr/>
              <p14:nvPr/>
            </p14:nvContentPartPr>
            <p14:xfrm>
              <a:off x="8097569" y="3085370"/>
              <a:ext cx="67320" cy="1008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60EE26F-44A4-1B73-3E32-7AB797BE59F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91449" y="3079250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DBB95ACB-2400-6305-C53C-75A32EA211F2}"/>
                  </a:ext>
                </a:extLst>
              </p14:cNvPr>
              <p14:cNvContentPartPr/>
              <p14:nvPr/>
            </p14:nvContentPartPr>
            <p14:xfrm>
              <a:off x="8527036" y="3092664"/>
              <a:ext cx="39600" cy="11196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DBB95ACB-2400-6305-C53C-75A32EA211F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520916" y="3086544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AC0E1EBF-9A1B-A15B-97CB-5A764C39E8AB}"/>
                  </a:ext>
                </a:extLst>
              </p14:cNvPr>
              <p14:cNvContentPartPr/>
              <p14:nvPr/>
            </p14:nvContentPartPr>
            <p14:xfrm>
              <a:off x="8593996" y="3181584"/>
              <a:ext cx="6480" cy="3564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AC0E1EBF-9A1B-A15B-97CB-5A764C39E8A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587876" y="3175464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CDCCC0E7-728D-FDB5-AF01-BD1A5FCA60FF}"/>
                  </a:ext>
                </a:extLst>
              </p14:cNvPr>
              <p14:cNvContentPartPr/>
              <p14:nvPr/>
            </p14:nvContentPartPr>
            <p14:xfrm>
              <a:off x="8634689" y="3091850"/>
              <a:ext cx="19440" cy="946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CDCCC0E7-728D-FDB5-AF01-BD1A5FCA60F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628569" y="3085730"/>
                <a:ext cx="316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73B70A19-2A5E-61BA-F47C-3EB3A409BFBF}"/>
                  </a:ext>
                </a:extLst>
              </p14:cNvPr>
              <p14:cNvContentPartPr/>
              <p14:nvPr/>
            </p14:nvContentPartPr>
            <p14:xfrm>
              <a:off x="8690849" y="3155930"/>
              <a:ext cx="9000" cy="576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73B70A19-2A5E-61BA-F47C-3EB3A409BFB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84729" y="3149810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2BF62233-6E7D-119D-AC81-3060C3D5CEE3}"/>
                  </a:ext>
                </a:extLst>
              </p14:cNvPr>
              <p14:cNvContentPartPr/>
              <p14:nvPr/>
            </p14:nvContentPartPr>
            <p14:xfrm>
              <a:off x="8733925" y="3083271"/>
              <a:ext cx="24480" cy="9360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2BF62233-6E7D-119D-AC81-3060C3D5CEE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27805" y="3077151"/>
                <a:ext cx="367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F9F1DB34-4F59-4B0A-329B-A9B74464E96A}"/>
                  </a:ext>
                </a:extLst>
              </p14:cNvPr>
              <p14:cNvContentPartPr/>
              <p14:nvPr/>
            </p14:nvContentPartPr>
            <p14:xfrm>
              <a:off x="9088846" y="3129739"/>
              <a:ext cx="66240" cy="10836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F9F1DB34-4F59-4B0A-329B-A9B74464E96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082726" y="312361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BE0F17DF-2CD3-3879-C4EC-2E6F6753096E}"/>
                  </a:ext>
                </a:extLst>
              </p14:cNvPr>
              <p14:cNvContentPartPr/>
              <p14:nvPr/>
            </p14:nvContentPartPr>
            <p14:xfrm>
              <a:off x="9178486" y="3209299"/>
              <a:ext cx="7920" cy="3888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BE0F17DF-2CD3-3879-C4EC-2E6F6753096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72366" y="320317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C98F8395-BA31-C28F-30FC-4671FF2EE7B9}"/>
                  </a:ext>
                </a:extLst>
              </p14:cNvPr>
              <p14:cNvContentPartPr/>
              <p14:nvPr/>
            </p14:nvContentPartPr>
            <p14:xfrm>
              <a:off x="9214375" y="3132908"/>
              <a:ext cx="54000" cy="10800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C98F8395-BA31-C28F-30FC-4671FF2EE7B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208255" y="312678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46949CA6-F82D-1628-EBA4-174BAC69B6A1}"/>
                  </a:ext>
                </a:extLst>
              </p14:cNvPr>
              <p14:cNvContentPartPr/>
              <p14:nvPr/>
            </p14:nvContentPartPr>
            <p14:xfrm>
              <a:off x="9303295" y="3189428"/>
              <a:ext cx="1440" cy="507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46949CA6-F82D-1628-EBA4-174BAC69B6A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297175" y="318330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C35085CD-66B9-332A-6BD7-AFE6567364ED}"/>
                  </a:ext>
                </a:extLst>
              </p14:cNvPr>
              <p14:cNvContentPartPr/>
              <p14:nvPr/>
            </p14:nvContentPartPr>
            <p14:xfrm>
              <a:off x="9327415" y="3117068"/>
              <a:ext cx="58320" cy="10296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C35085CD-66B9-332A-6BD7-AFE6567364ED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321295" y="311094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D6A1D3DC-6411-0C63-B55F-F8339F67CBAF}"/>
                  </a:ext>
                </a:extLst>
              </p14:cNvPr>
              <p14:cNvContentPartPr/>
              <p14:nvPr/>
            </p14:nvContentPartPr>
            <p14:xfrm>
              <a:off x="9826094" y="3091698"/>
              <a:ext cx="47520" cy="9144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D6A1D3DC-6411-0C63-B55F-F8339F67CBA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819974" y="3085578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FEA91971-40F6-2C4C-393B-D12A14C0F116}"/>
                  </a:ext>
                </a:extLst>
              </p14:cNvPr>
              <p14:cNvContentPartPr/>
              <p14:nvPr/>
            </p14:nvContentPartPr>
            <p14:xfrm>
              <a:off x="9910694" y="3144258"/>
              <a:ext cx="1080" cy="5508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FEA91971-40F6-2C4C-393B-D12A14C0F11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904574" y="313813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06C4C3BB-CA13-AACE-2791-021F96A1040A}"/>
                  </a:ext>
                </a:extLst>
              </p14:cNvPr>
              <p14:cNvContentPartPr/>
              <p14:nvPr/>
            </p14:nvContentPartPr>
            <p14:xfrm>
              <a:off x="9953894" y="3084138"/>
              <a:ext cx="13680" cy="9648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06C4C3BB-CA13-AACE-2791-021F96A1040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9947774" y="3078018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877536A3-523D-CEDD-9745-C82B3CE64DD1}"/>
                  </a:ext>
                </a:extLst>
              </p14:cNvPr>
              <p14:cNvContentPartPr/>
              <p14:nvPr/>
            </p14:nvContentPartPr>
            <p14:xfrm>
              <a:off x="10407952" y="3094451"/>
              <a:ext cx="6120" cy="9612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877536A3-523D-CEDD-9745-C82B3CE64DD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401832" y="3088331"/>
                <a:ext cx="183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D7389A9B-F633-A037-1EA9-FAAA52778694}"/>
                  </a:ext>
                </a:extLst>
              </p14:cNvPr>
              <p14:cNvContentPartPr/>
              <p14:nvPr/>
            </p14:nvContentPartPr>
            <p14:xfrm>
              <a:off x="10445752" y="3159971"/>
              <a:ext cx="5040" cy="4788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D7389A9B-F633-A037-1EA9-FAAA5277869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439632" y="315385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074C48F6-E514-A535-9DBF-86148A01E0BA}"/>
                  </a:ext>
                </a:extLst>
              </p14:cNvPr>
              <p14:cNvContentPartPr/>
              <p14:nvPr/>
            </p14:nvContentPartPr>
            <p14:xfrm>
              <a:off x="10481392" y="3100571"/>
              <a:ext cx="59760" cy="10296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074C48F6-E514-A535-9DBF-86148A01E0B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475272" y="3094451"/>
                <a:ext cx="720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C05483BF-3D58-81AD-34BC-F15EBF3A09E0}"/>
                  </a:ext>
                </a:extLst>
              </p14:cNvPr>
              <p14:cNvContentPartPr/>
              <p14:nvPr/>
            </p14:nvContentPartPr>
            <p14:xfrm>
              <a:off x="10919548" y="3108014"/>
              <a:ext cx="46080" cy="9360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C05483BF-3D58-81AD-34BC-F15EBF3A09E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913428" y="310189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2DFCE435-355A-FBF3-4E6E-C4FDE1678F54}"/>
                  </a:ext>
                </a:extLst>
              </p14:cNvPr>
              <p14:cNvContentPartPr/>
              <p14:nvPr/>
            </p14:nvContentPartPr>
            <p14:xfrm>
              <a:off x="10973548" y="3179294"/>
              <a:ext cx="6480" cy="273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2DFCE435-355A-FBF3-4E6E-C4FDE1678F54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0967428" y="317317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59DEC95C-67A9-BE2E-FCFD-84BDD1385561}"/>
                  </a:ext>
                </a:extLst>
              </p14:cNvPr>
              <p14:cNvContentPartPr/>
              <p14:nvPr/>
            </p14:nvContentPartPr>
            <p14:xfrm>
              <a:off x="11019940" y="3097128"/>
              <a:ext cx="9720" cy="9144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59DEC95C-67A9-BE2E-FCFD-84BDD138556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1013820" y="3091008"/>
                <a:ext cx="21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B4705AD0-5A88-FC26-8943-D6D2A409DDF7}"/>
                  </a:ext>
                </a:extLst>
              </p14:cNvPr>
              <p14:cNvContentPartPr/>
              <p14:nvPr/>
            </p14:nvContentPartPr>
            <p14:xfrm>
              <a:off x="11062780" y="3163008"/>
              <a:ext cx="4680" cy="4248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B4705AD0-5A88-FC26-8943-D6D2A409DDF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056660" y="315688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FB89E752-87F2-4C5D-7FE1-49EB5FEE803F}"/>
                  </a:ext>
                </a:extLst>
              </p14:cNvPr>
              <p14:cNvContentPartPr/>
              <p14:nvPr/>
            </p14:nvContentPartPr>
            <p14:xfrm>
              <a:off x="11098060" y="3089568"/>
              <a:ext cx="16200" cy="1008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FB89E752-87F2-4C5D-7FE1-49EB5FEE803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091940" y="3083448"/>
                <a:ext cx="284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5EAF9DE2-84F3-7D78-55D7-DB74061208A7}"/>
                  </a:ext>
                </a:extLst>
              </p14:cNvPr>
              <p14:cNvContentPartPr/>
              <p14:nvPr/>
            </p14:nvContentPartPr>
            <p14:xfrm>
              <a:off x="1872724" y="4805106"/>
              <a:ext cx="74520" cy="11808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5EAF9DE2-84F3-7D78-55D7-DB7406120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6604" y="479898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89868F34-392B-B019-5EB5-EEC52F3C2C8B}"/>
                  </a:ext>
                </a:extLst>
              </p14:cNvPr>
              <p14:cNvContentPartPr/>
              <p14:nvPr/>
            </p14:nvContentPartPr>
            <p14:xfrm>
              <a:off x="1968484" y="4876386"/>
              <a:ext cx="5400" cy="576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89868F34-392B-B019-5EB5-EEC52F3C2C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2364" y="487026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3EDDB2F7-6039-850E-0ED2-60B5CAD0023D}"/>
                  </a:ext>
                </a:extLst>
              </p14:cNvPr>
              <p14:cNvContentPartPr/>
              <p14:nvPr/>
            </p14:nvContentPartPr>
            <p14:xfrm>
              <a:off x="2008084" y="4796826"/>
              <a:ext cx="64800" cy="10836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3EDDB2F7-6039-850E-0ED2-60B5CAD002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1964" y="479070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060B3431-6087-8154-017B-1FC61517BB0F}"/>
                  </a:ext>
                </a:extLst>
              </p14:cNvPr>
              <p14:cNvContentPartPr/>
              <p14:nvPr/>
            </p14:nvContentPartPr>
            <p14:xfrm>
              <a:off x="2104204" y="4876026"/>
              <a:ext cx="7200" cy="5868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060B3431-6087-8154-017B-1FC61517BB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8084" y="486990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F122D6AA-0F5E-31B1-3ED8-79765F93A3BD}"/>
                  </a:ext>
                </a:extLst>
              </p14:cNvPr>
              <p14:cNvContentPartPr/>
              <p14:nvPr/>
            </p14:nvContentPartPr>
            <p14:xfrm>
              <a:off x="2135164" y="4801506"/>
              <a:ext cx="74160" cy="11196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F122D6AA-0F5E-31B1-3ED8-79765F93A3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9044" y="479538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083ED248-D7A9-7355-E963-5CBCA2EA4719}"/>
                  </a:ext>
                </a:extLst>
              </p14:cNvPr>
              <p14:cNvContentPartPr/>
              <p14:nvPr/>
            </p14:nvContentPartPr>
            <p14:xfrm>
              <a:off x="2530227" y="4816626"/>
              <a:ext cx="59760" cy="11088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083ED248-D7A9-7355-E963-5CBCA2EA47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24107" y="481050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F5BBE787-9529-10DC-83CA-C4957D7C00CE}"/>
                  </a:ext>
                </a:extLst>
              </p14:cNvPr>
              <p14:cNvContentPartPr/>
              <p14:nvPr/>
            </p14:nvContentPartPr>
            <p14:xfrm>
              <a:off x="2632107" y="4877106"/>
              <a:ext cx="3600" cy="6372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F5BBE787-9529-10DC-83CA-C4957D7C00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25987" y="487098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584ADCBB-075C-CEF6-0B14-52E7150038C7}"/>
                  </a:ext>
                </a:extLst>
              </p14:cNvPr>
              <p14:cNvContentPartPr/>
              <p14:nvPr/>
            </p14:nvContentPartPr>
            <p14:xfrm>
              <a:off x="2661627" y="4811226"/>
              <a:ext cx="68760" cy="1054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584ADCBB-075C-CEF6-0B14-52E7150038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55507" y="4805106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5B1A8C29-A4AB-74E5-B349-8E84C18A8E9A}"/>
                  </a:ext>
                </a:extLst>
              </p14:cNvPr>
              <p14:cNvContentPartPr/>
              <p14:nvPr/>
            </p14:nvContentPartPr>
            <p14:xfrm>
              <a:off x="2757027" y="4893666"/>
              <a:ext cx="9720" cy="5652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5B1A8C29-A4AB-74E5-B349-8E84C18A8E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0907" y="4887546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501B34F9-A707-B3D2-3E05-15300D3F6988}"/>
                  </a:ext>
                </a:extLst>
              </p14:cNvPr>
              <p14:cNvContentPartPr/>
              <p14:nvPr/>
            </p14:nvContentPartPr>
            <p14:xfrm>
              <a:off x="2806347" y="4786746"/>
              <a:ext cx="26280" cy="13068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501B34F9-A707-B3D2-3E05-15300D3F698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00227" y="4780626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CBD5EFE0-6B6E-F873-83A4-9B8FEB4228E5}"/>
                  </a:ext>
                </a:extLst>
              </p14:cNvPr>
              <p14:cNvContentPartPr/>
              <p14:nvPr/>
            </p14:nvContentPartPr>
            <p14:xfrm>
              <a:off x="3125785" y="4811695"/>
              <a:ext cx="62280" cy="12600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CBD5EFE0-6B6E-F873-83A4-9B8FEB4228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19665" y="480557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D1C92431-22BF-99CD-0CDA-656021F63891}"/>
                  </a:ext>
                </a:extLst>
              </p14:cNvPr>
              <p14:cNvContentPartPr/>
              <p14:nvPr/>
            </p14:nvContentPartPr>
            <p14:xfrm>
              <a:off x="3765865" y="4802335"/>
              <a:ext cx="61200" cy="11052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D1C92431-22BF-99CD-0CDA-656021F638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59745" y="479621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EBB00791-98A1-D1E9-EE2C-3E6571F6A45C}"/>
                  </a:ext>
                </a:extLst>
              </p14:cNvPr>
              <p14:cNvContentPartPr/>
              <p14:nvPr/>
            </p14:nvContentPartPr>
            <p14:xfrm>
              <a:off x="3223574" y="4900590"/>
              <a:ext cx="10440" cy="4320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EBB00791-98A1-D1E9-EE2C-3E6571F6A4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17454" y="489447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8ECF6C3F-21D4-6686-1DC5-2E744FFBDEA8}"/>
                  </a:ext>
                </a:extLst>
              </p14:cNvPr>
              <p14:cNvContentPartPr/>
              <p14:nvPr/>
            </p14:nvContentPartPr>
            <p14:xfrm>
              <a:off x="3267494" y="4833270"/>
              <a:ext cx="12240" cy="8424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8ECF6C3F-21D4-6686-1DC5-2E744FFBDEA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61374" y="4827150"/>
                <a:ext cx="244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031BF30E-B7A6-63F4-E6E6-54096D6A0B83}"/>
                  </a:ext>
                </a:extLst>
              </p14:cNvPr>
              <p14:cNvContentPartPr/>
              <p14:nvPr/>
            </p14:nvContentPartPr>
            <p14:xfrm>
              <a:off x="3858254" y="4904910"/>
              <a:ext cx="3600" cy="338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031BF30E-B7A6-63F4-E6E6-54096D6A0B8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52134" y="489879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5F2EB62A-EBAF-D887-CD57-1B60BE00DE50}"/>
                  </a:ext>
                </a:extLst>
              </p14:cNvPr>
              <p14:cNvContentPartPr/>
              <p14:nvPr/>
            </p14:nvContentPartPr>
            <p14:xfrm>
              <a:off x="3893894" y="4830030"/>
              <a:ext cx="6120" cy="8316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5F2EB62A-EBAF-D887-CD57-1B60BE00DE5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887774" y="4823910"/>
                <a:ext cx="18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F0C4ED00-241B-C88C-6EC5-189699A19655}"/>
                  </a:ext>
                </a:extLst>
              </p14:cNvPr>
              <p14:cNvContentPartPr/>
              <p14:nvPr/>
            </p14:nvContentPartPr>
            <p14:xfrm>
              <a:off x="3328283" y="4891897"/>
              <a:ext cx="2160" cy="2340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F0C4ED00-241B-C88C-6EC5-189699A1965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322163" y="4885777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BECB5C4B-C751-7580-EE9D-3C43F777CA63}"/>
                  </a:ext>
                </a:extLst>
              </p14:cNvPr>
              <p14:cNvContentPartPr/>
              <p14:nvPr/>
            </p14:nvContentPartPr>
            <p14:xfrm>
              <a:off x="3942803" y="4901977"/>
              <a:ext cx="2880" cy="1620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BECB5C4B-C751-7580-EE9D-3C43F777CA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936683" y="4895857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A3BC54E1-5475-893F-43C4-A9CB2FE717CD}"/>
                  </a:ext>
                </a:extLst>
              </p14:cNvPr>
              <p14:cNvContentPartPr/>
              <p14:nvPr/>
            </p14:nvContentPartPr>
            <p14:xfrm>
              <a:off x="3360064" y="4806848"/>
              <a:ext cx="55800" cy="10836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A3BC54E1-5475-893F-43C4-A9CB2FE717C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53944" y="4800728"/>
                <a:ext cx="68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B2D09A96-1F3F-4063-7EFC-21ED1905DDF3}"/>
                  </a:ext>
                </a:extLst>
              </p14:cNvPr>
              <p14:cNvContentPartPr/>
              <p14:nvPr/>
            </p14:nvContentPartPr>
            <p14:xfrm>
              <a:off x="3987904" y="4808648"/>
              <a:ext cx="6840" cy="9036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B2D09A96-1F3F-4063-7EFC-21ED1905DDF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81784" y="4802528"/>
                <a:ext cx="190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466E980-6C64-83A3-7BDC-D8F9863E4E29}"/>
                  </a:ext>
                </a:extLst>
              </p14:cNvPr>
              <p14:cNvContentPartPr/>
              <p14:nvPr/>
            </p14:nvContentPartPr>
            <p14:xfrm>
              <a:off x="5574384" y="4782637"/>
              <a:ext cx="12240" cy="11448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466E980-6C64-83A3-7BDC-D8F9863E4E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68264" y="477651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1DF6FD80-9823-8B4F-D1DD-AB04EE099C2E}"/>
                  </a:ext>
                </a:extLst>
              </p14:cNvPr>
              <p14:cNvContentPartPr/>
              <p14:nvPr/>
            </p14:nvContentPartPr>
            <p14:xfrm>
              <a:off x="5623704" y="4891357"/>
              <a:ext cx="1800" cy="3024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1DF6FD80-9823-8B4F-D1DD-AB04EE099C2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17584" y="488523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11381A90-4CDF-2AA4-2FEE-3F4934AD642A}"/>
                  </a:ext>
                </a:extLst>
              </p14:cNvPr>
              <p14:cNvContentPartPr/>
              <p14:nvPr/>
            </p14:nvContentPartPr>
            <p14:xfrm>
              <a:off x="6222090" y="4811280"/>
              <a:ext cx="10800" cy="10260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11381A90-4CDF-2AA4-2FEE-3F4934AD642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15970" y="480516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B3B5A39D-6DFE-9F16-6F80-F30E81831822}"/>
                  </a:ext>
                </a:extLst>
              </p14:cNvPr>
              <p14:cNvContentPartPr/>
              <p14:nvPr/>
            </p14:nvContentPartPr>
            <p14:xfrm>
              <a:off x="6267090" y="4894800"/>
              <a:ext cx="2520" cy="3564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B3B5A39D-6DFE-9F16-6F80-F30E8183182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60970" y="488868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E8FC5AF5-AAF0-E769-7077-E6CAE98AAD24}"/>
                  </a:ext>
                </a:extLst>
              </p14:cNvPr>
              <p14:cNvContentPartPr/>
              <p14:nvPr/>
            </p14:nvContentPartPr>
            <p14:xfrm>
              <a:off x="5017824" y="4785517"/>
              <a:ext cx="5760" cy="11448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E8FC5AF5-AAF0-E769-7077-E6CAE98AAD2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11704" y="477939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F0D42947-669F-8612-56E4-DC9C7BD332E4}"/>
                  </a:ext>
                </a:extLst>
              </p14:cNvPr>
              <p14:cNvContentPartPr/>
              <p14:nvPr/>
            </p14:nvContentPartPr>
            <p14:xfrm>
              <a:off x="5062104" y="4898917"/>
              <a:ext cx="7920" cy="2628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F0D42947-669F-8612-56E4-DC9C7BD332E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55984" y="489279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DBC39518-CACB-FCAE-FBC1-E8DE0B5FF2D3}"/>
                  </a:ext>
                </a:extLst>
              </p14:cNvPr>
              <p14:cNvContentPartPr/>
              <p14:nvPr/>
            </p14:nvContentPartPr>
            <p14:xfrm>
              <a:off x="5096801" y="4796634"/>
              <a:ext cx="51120" cy="11484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DBC39518-CACB-FCAE-FBC1-E8DE0B5FF2D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0681" y="4790514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384052EC-44EE-A167-D83B-140772B62989}"/>
                  </a:ext>
                </a:extLst>
              </p14:cNvPr>
              <p14:cNvContentPartPr/>
              <p14:nvPr/>
            </p14:nvContentPartPr>
            <p14:xfrm>
              <a:off x="5176361" y="4893474"/>
              <a:ext cx="11520" cy="4428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384052EC-44EE-A167-D83B-140772B6298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70241" y="4887354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46CBC7D7-AC08-5145-427E-AB0B862A0264}"/>
                  </a:ext>
                </a:extLst>
              </p14:cNvPr>
              <p14:cNvContentPartPr/>
              <p14:nvPr/>
            </p14:nvContentPartPr>
            <p14:xfrm>
              <a:off x="4356864" y="4784437"/>
              <a:ext cx="10440" cy="11412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46CBC7D7-AC08-5145-427E-AB0B862A026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50744" y="477831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3F2780E5-484B-837A-BA6A-464BB823191F}"/>
                  </a:ext>
                </a:extLst>
              </p14:cNvPr>
              <p14:cNvContentPartPr/>
              <p14:nvPr/>
            </p14:nvContentPartPr>
            <p14:xfrm>
              <a:off x="4409064" y="4879837"/>
              <a:ext cx="1440" cy="2736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3F2780E5-484B-837A-BA6A-464BB823191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02944" y="487371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71A86C6-E81D-7701-9D26-98DD35C05679}"/>
                  </a:ext>
                </a:extLst>
              </p14:cNvPr>
              <p14:cNvContentPartPr/>
              <p14:nvPr/>
            </p14:nvContentPartPr>
            <p14:xfrm>
              <a:off x="4437281" y="4795194"/>
              <a:ext cx="50760" cy="954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71A86C6-E81D-7701-9D26-98DD35C0567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31161" y="478907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C516E86C-C983-0E31-5D20-6E8083364AE2}"/>
                  </a:ext>
                </a:extLst>
              </p14:cNvPr>
              <p14:cNvContentPartPr/>
              <p14:nvPr/>
            </p14:nvContentPartPr>
            <p14:xfrm>
              <a:off x="4509281" y="4871514"/>
              <a:ext cx="5760" cy="3456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C516E86C-C983-0E31-5D20-6E8083364AE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03161" y="486539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D5626C28-1627-9C20-55AA-FD1C1B844A85}"/>
                  </a:ext>
                </a:extLst>
              </p14:cNvPr>
              <p14:cNvContentPartPr/>
              <p14:nvPr/>
            </p14:nvContentPartPr>
            <p14:xfrm>
              <a:off x="4533720" y="4789337"/>
              <a:ext cx="47520" cy="939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D5626C28-1627-9C20-55AA-FD1C1B844A8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527600" y="478321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E50C11D7-E7D5-2110-7820-85587C33D3FF}"/>
                  </a:ext>
                </a:extLst>
              </p14:cNvPr>
              <p14:cNvContentPartPr/>
              <p14:nvPr/>
            </p14:nvContentPartPr>
            <p14:xfrm>
              <a:off x="5229240" y="4796537"/>
              <a:ext cx="15480" cy="9216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E50C11D7-E7D5-2110-7820-85587C33D3F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223120" y="4790417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FF15ACFD-8719-6E48-B013-3331442067B2}"/>
                  </a:ext>
                </a:extLst>
              </p14:cNvPr>
              <p14:cNvContentPartPr/>
              <p14:nvPr/>
            </p14:nvContentPartPr>
            <p14:xfrm>
              <a:off x="5672664" y="4788245"/>
              <a:ext cx="18000" cy="10728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FF15ACFD-8719-6E48-B013-3331442067B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666544" y="4782125"/>
                <a:ext cx="30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2B3A00ED-1280-5F58-38E0-316C1DC61E12}"/>
                  </a:ext>
                </a:extLst>
              </p14:cNvPr>
              <p14:cNvContentPartPr/>
              <p14:nvPr/>
            </p14:nvContentPartPr>
            <p14:xfrm>
              <a:off x="5726304" y="4869605"/>
              <a:ext cx="3960" cy="392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2B3A00ED-1280-5F58-38E0-316C1DC61E1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720184" y="486348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47A51ED2-1B09-893A-A1FA-FA4E42C7C15D}"/>
                  </a:ext>
                </a:extLst>
              </p14:cNvPr>
              <p14:cNvContentPartPr/>
              <p14:nvPr/>
            </p14:nvContentPartPr>
            <p14:xfrm>
              <a:off x="5755824" y="4779245"/>
              <a:ext cx="57240" cy="11232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47A51ED2-1B09-893A-A1FA-FA4E42C7C15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749704" y="4773125"/>
                <a:ext cx="694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68B31D20-5DF5-A365-80A8-42598F8AF964}"/>
                  </a:ext>
                </a:extLst>
              </p14:cNvPr>
              <p14:cNvContentPartPr/>
              <p14:nvPr/>
            </p14:nvContentPartPr>
            <p14:xfrm>
              <a:off x="6322796" y="4809703"/>
              <a:ext cx="19440" cy="10944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68B31D20-5DF5-A365-80A8-42598F8AF96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16676" y="4803583"/>
                <a:ext cx="3168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1CA255D4-B621-1D99-91DE-830F663BE139}"/>
                  </a:ext>
                </a:extLst>
              </p14:cNvPr>
              <p14:cNvContentPartPr/>
              <p14:nvPr/>
            </p14:nvContentPartPr>
            <p14:xfrm>
              <a:off x="6391556" y="4884943"/>
              <a:ext cx="4320" cy="4212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1CA255D4-B621-1D99-91DE-830F663BE13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385436" y="487882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806A3112-4691-A6ED-5D87-B6B961374353}"/>
                  </a:ext>
                </a:extLst>
              </p14:cNvPr>
              <p14:cNvContentPartPr/>
              <p14:nvPr/>
            </p14:nvContentPartPr>
            <p14:xfrm>
              <a:off x="6433676" y="4802503"/>
              <a:ext cx="19080" cy="11124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806A3112-4691-A6ED-5D87-B6B96137435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427556" y="4796383"/>
                <a:ext cx="31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2F104CDA-5850-D2C1-075B-93299B5C9A4F}"/>
                  </a:ext>
                </a:extLst>
              </p14:cNvPr>
              <p14:cNvContentPartPr/>
              <p14:nvPr/>
            </p14:nvContentPartPr>
            <p14:xfrm>
              <a:off x="7960592" y="4803694"/>
              <a:ext cx="35280" cy="9720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2F104CDA-5850-D2C1-075B-93299B5C9A4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954472" y="479757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C6B9E56D-9296-7BCC-223E-85D1E05A52B3}"/>
                  </a:ext>
                </a:extLst>
              </p14:cNvPr>
              <p14:cNvContentPartPr/>
              <p14:nvPr/>
            </p14:nvContentPartPr>
            <p14:xfrm>
              <a:off x="8036912" y="4877494"/>
              <a:ext cx="2160" cy="3888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C6B9E56D-9296-7BCC-223E-85D1E05A52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30792" y="487137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634304B4-2A0C-0B1D-7BA0-105F694FBB10}"/>
                  </a:ext>
                </a:extLst>
              </p14:cNvPr>
              <p14:cNvContentPartPr/>
              <p14:nvPr/>
            </p14:nvContentPartPr>
            <p14:xfrm>
              <a:off x="6802698" y="4790297"/>
              <a:ext cx="45360" cy="10044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634304B4-2A0C-0B1D-7BA0-105F694FBB1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796578" y="478417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6FD5D7A5-E1D3-0847-9A55-D32B39147355}"/>
                  </a:ext>
                </a:extLst>
              </p14:cNvPr>
              <p14:cNvContentPartPr/>
              <p14:nvPr/>
            </p14:nvContentPartPr>
            <p14:xfrm>
              <a:off x="6884058" y="4873097"/>
              <a:ext cx="3960" cy="4068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6FD5D7A5-E1D3-0847-9A55-D32B391473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77938" y="486697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DD2C77F3-87AE-93F3-AD34-6D32E109EE98}"/>
                  </a:ext>
                </a:extLst>
              </p14:cNvPr>
              <p14:cNvContentPartPr/>
              <p14:nvPr/>
            </p14:nvContentPartPr>
            <p14:xfrm>
              <a:off x="6912660" y="4789932"/>
              <a:ext cx="53280" cy="10944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DD2C77F3-87AE-93F3-AD34-6D32E109EE9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906540" y="478381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B474A0BE-3851-172E-9F45-385C8581034E}"/>
                  </a:ext>
                </a:extLst>
              </p14:cNvPr>
              <p14:cNvContentPartPr/>
              <p14:nvPr/>
            </p14:nvContentPartPr>
            <p14:xfrm>
              <a:off x="6996540" y="4860492"/>
              <a:ext cx="1800" cy="3960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B474A0BE-3851-172E-9F45-385C858103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90420" y="485437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416E529C-48DA-85C2-84EE-04B37E1161E1}"/>
                  </a:ext>
                </a:extLst>
              </p14:cNvPr>
              <p14:cNvContentPartPr/>
              <p14:nvPr/>
            </p14:nvContentPartPr>
            <p14:xfrm>
              <a:off x="7013100" y="4789932"/>
              <a:ext cx="66960" cy="9792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416E529C-48DA-85C2-84EE-04B37E1161E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006980" y="478381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293DD82B-BEC7-FA81-004D-A372904B4A19}"/>
                  </a:ext>
                </a:extLst>
              </p14:cNvPr>
              <p14:cNvContentPartPr/>
              <p14:nvPr/>
            </p14:nvContentPartPr>
            <p14:xfrm>
              <a:off x="7450698" y="4798577"/>
              <a:ext cx="37800" cy="11448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293DD82B-BEC7-FA81-004D-A372904B4A1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444578" y="479245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EA8E9982-424F-2F00-1DD6-963A5D91A2DB}"/>
                  </a:ext>
                </a:extLst>
              </p14:cNvPr>
              <p14:cNvContentPartPr/>
              <p14:nvPr/>
            </p14:nvContentPartPr>
            <p14:xfrm>
              <a:off x="7517298" y="4886777"/>
              <a:ext cx="4680" cy="2844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EA8E9982-424F-2F00-1DD6-963A5D91A2D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11178" y="488065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9FD52859-76B9-397A-3B1F-E820D8228326}"/>
                  </a:ext>
                </a:extLst>
              </p14:cNvPr>
              <p14:cNvContentPartPr/>
              <p14:nvPr/>
            </p14:nvContentPartPr>
            <p14:xfrm>
              <a:off x="7541940" y="4779852"/>
              <a:ext cx="58680" cy="11916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9FD52859-76B9-397A-3B1F-E820D822832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535820" y="4773732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1ED575EF-6E91-8270-FFE2-3E68684242ED}"/>
                  </a:ext>
                </a:extLst>
              </p14:cNvPr>
              <p14:cNvContentPartPr/>
              <p14:nvPr/>
            </p14:nvContentPartPr>
            <p14:xfrm>
              <a:off x="7643820" y="4857252"/>
              <a:ext cx="2160" cy="4968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1ED575EF-6E91-8270-FFE2-3E68684242E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637700" y="485113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2D1CC3DE-16AA-9943-8074-F8A15C350685}"/>
                  </a:ext>
                </a:extLst>
              </p14:cNvPr>
              <p14:cNvContentPartPr/>
              <p14:nvPr/>
            </p14:nvContentPartPr>
            <p14:xfrm>
              <a:off x="7679820" y="4778772"/>
              <a:ext cx="19800" cy="10620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2D1CC3DE-16AA-9943-8074-F8A15C35068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673700" y="4772652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FE6E89A1-FC1C-DB0C-18F7-20D85480465C}"/>
                  </a:ext>
                </a:extLst>
              </p14:cNvPr>
              <p14:cNvContentPartPr/>
              <p14:nvPr/>
            </p14:nvContentPartPr>
            <p14:xfrm>
              <a:off x="8091858" y="4790939"/>
              <a:ext cx="12240" cy="9216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FE6E89A1-FC1C-DB0C-18F7-20D85480465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085738" y="4784819"/>
                <a:ext cx="24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1D187401-BFF0-C0F7-D093-7DD5ECBC6130}"/>
                  </a:ext>
                </a:extLst>
              </p14:cNvPr>
              <p14:cNvContentPartPr/>
              <p14:nvPr/>
            </p14:nvContentPartPr>
            <p14:xfrm>
              <a:off x="8169258" y="4850339"/>
              <a:ext cx="1800" cy="4896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1D187401-BFF0-C0F7-D093-7DD5ECBC613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163138" y="484421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B3B41497-C5CA-BE8E-5A8D-15DCAD1E6C92}"/>
                  </a:ext>
                </a:extLst>
              </p14:cNvPr>
              <p14:cNvContentPartPr/>
              <p14:nvPr/>
            </p14:nvContentPartPr>
            <p14:xfrm>
              <a:off x="8204538" y="4785539"/>
              <a:ext cx="67320" cy="10080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B3B41497-C5CA-BE8E-5A8D-15DCAD1E6C9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198418" y="4779419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216EEA89-CD9D-BA92-FE32-6B5EC0CBD4FE}"/>
                  </a:ext>
                </a:extLst>
              </p14:cNvPr>
              <p14:cNvContentPartPr/>
              <p14:nvPr/>
            </p14:nvContentPartPr>
            <p14:xfrm>
              <a:off x="8634005" y="4792833"/>
              <a:ext cx="39600" cy="11196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216EEA89-CD9D-BA92-FE32-6B5EC0CBD4F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627885" y="478671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EA64ED17-1F59-B28F-A502-C5E6955163DE}"/>
                  </a:ext>
                </a:extLst>
              </p14:cNvPr>
              <p14:cNvContentPartPr/>
              <p14:nvPr/>
            </p14:nvContentPartPr>
            <p14:xfrm>
              <a:off x="8700965" y="4881753"/>
              <a:ext cx="6480" cy="3564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EA64ED17-1F59-B28F-A502-C5E6955163D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694845" y="487563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627A7D18-0B1F-DF9F-7547-C0446784C847}"/>
                  </a:ext>
                </a:extLst>
              </p14:cNvPr>
              <p14:cNvContentPartPr/>
              <p14:nvPr/>
            </p14:nvContentPartPr>
            <p14:xfrm>
              <a:off x="8741658" y="4792019"/>
              <a:ext cx="19440" cy="9468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627A7D18-0B1F-DF9F-7547-C0446784C84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735538" y="4785899"/>
                <a:ext cx="316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A89F921B-C0A0-AA75-EBD5-E741E1FD2E89}"/>
                  </a:ext>
                </a:extLst>
              </p14:cNvPr>
              <p14:cNvContentPartPr/>
              <p14:nvPr/>
            </p14:nvContentPartPr>
            <p14:xfrm>
              <a:off x="8797818" y="4856099"/>
              <a:ext cx="9000" cy="5760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A89F921B-C0A0-AA75-EBD5-E741E1FD2E8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91698" y="484997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099215F4-5261-2F01-183A-3B1102E09493}"/>
                  </a:ext>
                </a:extLst>
              </p14:cNvPr>
              <p14:cNvContentPartPr/>
              <p14:nvPr/>
            </p14:nvContentPartPr>
            <p14:xfrm>
              <a:off x="8840894" y="4783440"/>
              <a:ext cx="24480" cy="9360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099215F4-5261-2F01-183A-3B1102E0949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834774" y="4777320"/>
                <a:ext cx="367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224DE7E5-795A-CEAD-6863-E8BC1DA2EAF2}"/>
                  </a:ext>
                </a:extLst>
              </p14:cNvPr>
              <p14:cNvContentPartPr/>
              <p14:nvPr/>
            </p14:nvContentPartPr>
            <p14:xfrm>
              <a:off x="9776892" y="4813005"/>
              <a:ext cx="54000" cy="8136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224DE7E5-795A-CEAD-6863-E8BC1DA2EAF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770772" y="480688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3AE71917-34A1-C8C1-6F7E-2B6B738B05E4}"/>
                  </a:ext>
                </a:extLst>
              </p14:cNvPr>
              <p14:cNvContentPartPr/>
              <p14:nvPr/>
            </p14:nvContentPartPr>
            <p14:xfrm>
              <a:off x="10353936" y="4810833"/>
              <a:ext cx="39240" cy="8244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3AE71917-34A1-C8C1-6F7E-2B6B738B05E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347816" y="480471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B26A4016-B831-3B6A-D85E-126C9658087E}"/>
                  </a:ext>
                </a:extLst>
              </p14:cNvPr>
              <p14:cNvContentPartPr/>
              <p14:nvPr/>
            </p14:nvContentPartPr>
            <p14:xfrm>
              <a:off x="10439256" y="4862313"/>
              <a:ext cx="12960" cy="3420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B26A4016-B831-3B6A-D85E-126C9658087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33136" y="485619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2A224F7F-DA5C-C039-8B09-9EB7FB387BD7}"/>
                  </a:ext>
                </a:extLst>
              </p14:cNvPr>
              <p14:cNvContentPartPr/>
              <p14:nvPr/>
            </p14:nvContentPartPr>
            <p14:xfrm>
              <a:off x="9863256" y="4861593"/>
              <a:ext cx="10440" cy="3492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2A224F7F-DA5C-C039-8B09-9EB7FB387BD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857136" y="485547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D73A958A-D0F4-228D-BBD6-3B18B73020AF}"/>
                  </a:ext>
                </a:extLst>
              </p14:cNvPr>
              <p14:cNvContentPartPr/>
              <p14:nvPr/>
            </p14:nvContentPartPr>
            <p14:xfrm>
              <a:off x="9172601" y="4821519"/>
              <a:ext cx="66240" cy="10836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D73A958A-D0F4-228D-BBD6-3B18B73020A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166481" y="481539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C6E37E06-C228-907B-3D74-A39581A9F387}"/>
                  </a:ext>
                </a:extLst>
              </p14:cNvPr>
              <p14:cNvContentPartPr/>
              <p14:nvPr/>
            </p14:nvContentPartPr>
            <p14:xfrm>
              <a:off x="9262241" y="4901079"/>
              <a:ext cx="7920" cy="3888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C6E37E06-C228-907B-3D74-A39581A9F38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256121" y="489495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BD5C7EA7-50F4-9C81-6A13-4CE8484722EB}"/>
                  </a:ext>
                </a:extLst>
              </p14:cNvPr>
              <p14:cNvContentPartPr/>
              <p14:nvPr/>
            </p14:nvContentPartPr>
            <p14:xfrm>
              <a:off x="9298130" y="4824688"/>
              <a:ext cx="54000" cy="10800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BD5C7EA7-50F4-9C81-6A13-4CE8484722E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292010" y="481856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F5EDADA2-F1C2-6166-62EC-77086CC3F258}"/>
                  </a:ext>
                </a:extLst>
              </p14:cNvPr>
              <p14:cNvContentPartPr/>
              <p14:nvPr/>
            </p14:nvContentPartPr>
            <p14:xfrm>
              <a:off x="9387050" y="4881208"/>
              <a:ext cx="1440" cy="5076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F5EDADA2-F1C2-6166-62EC-77086CC3F25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380930" y="487508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40EE8B11-9AA2-FD09-2C82-42F0A2ED180F}"/>
                  </a:ext>
                </a:extLst>
              </p14:cNvPr>
              <p14:cNvContentPartPr/>
              <p14:nvPr/>
            </p14:nvContentPartPr>
            <p14:xfrm>
              <a:off x="9411170" y="4808848"/>
              <a:ext cx="58320" cy="10296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40EE8B11-9AA2-FD09-2C82-42F0A2ED180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405050" y="480272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C9207294-4BB7-2C34-039E-2BC308D63923}"/>
                  </a:ext>
                </a:extLst>
              </p14:cNvPr>
              <p14:cNvContentPartPr/>
              <p14:nvPr/>
            </p14:nvContentPartPr>
            <p14:xfrm>
              <a:off x="9909849" y="4783478"/>
              <a:ext cx="47520" cy="9144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C9207294-4BB7-2C34-039E-2BC308D6392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903729" y="4777358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65E06D29-2087-E0C5-B779-678D0517B252}"/>
                  </a:ext>
                </a:extLst>
              </p14:cNvPr>
              <p14:cNvContentPartPr/>
              <p14:nvPr/>
            </p14:nvContentPartPr>
            <p14:xfrm>
              <a:off x="9994449" y="4836038"/>
              <a:ext cx="1080" cy="5508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65E06D29-2087-E0C5-B779-678D0517B25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988329" y="482991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62069B2A-DDF4-A893-0793-C03D167C87EB}"/>
                  </a:ext>
                </a:extLst>
              </p14:cNvPr>
              <p14:cNvContentPartPr/>
              <p14:nvPr/>
            </p14:nvContentPartPr>
            <p14:xfrm>
              <a:off x="10037649" y="4775918"/>
              <a:ext cx="13680" cy="9648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62069B2A-DDF4-A893-0793-C03D167C87E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031529" y="4769798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68C4FBDF-6A50-51E9-F06B-3A3BA36C7B5E}"/>
                  </a:ext>
                </a:extLst>
              </p14:cNvPr>
              <p14:cNvContentPartPr/>
              <p14:nvPr/>
            </p14:nvContentPartPr>
            <p14:xfrm>
              <a:off x="10491707" y="4786231"/>
              <a:ext cx="6120" cy="9612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68C4FBDF-6A50-51E9-F06B-3A3BA36C7B5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485587" y="4780111"/>
                <a:ext cx="183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1252E743-6ADA-8CE7-0E37-7A581E38D9D5}"/>
                  </a:ext>
                </a:extLst>
              </p14:cNvPr>
              <p14:cNvContentPartPr/>
              <p14:nvPr/>
            </p14:nvContentPartPr>
            <p14:xfrm>
              <a:off x="10529507" y="4851751"/>
              <a:ext cx="5040" cy="4788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1252E743-6ADA-8CE7-0E37-7A581E38D9D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523387" y="484563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FB165A62-30D1-5E52-C5AA-3E9F81B086D3}"/>
                  </a:ext>
                </a:extLst>
              </p14:cNvPr>
              <p14:cNvContentPartPr/>
              <p14:nvPr/>
            </p14:nvContentPartPr>
            <p14:xfrm>
              <a:off x="10565147" y="4792351"/>
              <a:ext cx="59760" cy="10296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FB165A62-30D1-5E52-C5AA-3E9F81B086D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559027" y="4786231"/>
                <a:ext cx="720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8029E290-D03B-94C1-A901-FEA26724ACA7}"/>
                  </a:ext>
                </a:extLst>
              </p14:cNvPr>
              <p14:cNvContentPartPr/>
              <p14:nvPr/>
            </p14:nvContentPartPr>
            <p14:xfrm>
              <a:off x="11003303" y="4799794"/>
              <a:ext cx="46080" cy="9360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8029E290-D03B-94C1-A901-FEA26724ACA7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997183" y="479367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C3AD2299-66AA-4D21-E6BD-33221467C81A}"/>
                  </a:ext>
                </a:extLst>
              </p14:cNvPr>
              <p14:cNvContentPartPr/>
              <p14:nvPr/>
            </p14:nvContentPartPr>
            <p14:xfrm>
              <a:off x="11057303" y="4871074"/>
              <a:ext cx="6480" cy="273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C3AD2299-66AA-4D21-E6BD-33221467C81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1051183" y="486495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91937B62-0FE2-09FA-4890-6CA65504A3EA}"/>
                  </a:ext>
                </a:extLst>
              </p14:cNvPr>
              <p14:cNvContentPartPr/>
              <p14:nvPr/>
            </p14:nvContentPartPr>
            <p14:xfrm>
              <a:off x="11103695" y="4788908"/>
              <a:ext cx="9720" cy="9144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91937B62-0FE2-09FA-4890-6CA65504A3E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1097575" y="4782788"/>
                <a:ext cx="21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7BB31C5E-03C3-01A3-36EF-A4DB62E285CB}"/>
                  </a:ext>
                </a:extLst>
              </p14:cNvPr>
              <p14:cNvContentPartPr/>
              <p14:nvPr/>
            </p14:nvContentPartPr>
            <p14:xfrm>
              <a:off x="11146535" y="4854788"/>
              <a:ext cx="4680" cy="4248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7BB31C5E-03C3-01A3-36EF-A4DB62E285C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140415" y="484866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066066A4-CED9-C7DA-3268-6E736FEF071B}"/>
                  </a:ext>
                </a:extLst>
              </p14:cNvPr>
              <p14:cNvContentPartPr/>
              <p14:nvPr/>
            </p14:nvContentPartPr>
            <p14:xfrm>
              <a:off x="11181815" y="4781348"/>
              <a:ext cx="16200" cy="10080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066066A4-CED9-C7DA-3268-6E736FEF071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175695" y="4775228"/>
                <a:ext cx="284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0763EA2B-94DA-A4FE-4E69-8BE8A0E8BAC4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0763EA2B-94DA-A4FE-4E69-8BE8A0E8BAC4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37A2D905-7516-8D70-B3C5-17747E21182D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37A2D905-7516-8D70-B3C5-17747E21182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90017B71-212D-ED80-91F2-3159A9BB4978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90017B71-212D-ED80-91F2-3159A9BB497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1A0D0635-9F87-0594-C105-1D99EA918E34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1A0D0635-9F87-0594-C105-1D99EA918E34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ACF7998A-5CDB-F4CE-4C31-74E5B78C7F46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ACF7998A-5CDB-F4CE-4C31-74E5B78C7F4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AB2E92C9-B014-168E-D3A7-E7649961A175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AB2E92C9-B014-168E-D3A7-E7649961A17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A8449256-C29D-BAC3-5C47-1565E2D6A05E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A8449256-C29D-BAC3-5C47-1565E2D6A05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CDD553E6-9717-D16B-BA2C-11326CAADD20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CDD553E6-9717-D16B-BA2C-11326CAADD2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BE2EBE00-E9BB-9F76-9642-3A884A3F8843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BE2EBE00-E9BB-9F76-9642-3A884A3F884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B357D1C5-D3C9-A462-871F-7130C583A917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B357D1C5-D3C9-A462-871F-7130C583A91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82576362-8AA9-2E07-FCF2-E64A7FB60B63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82576362-8AA9-2E07-FCF2-E64A7FB60B6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FB53101B-4051-9BAB-12A0-7C557C6E07A4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FB53101B-4051-9BAB-12A0-7C557C6E07A4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51B412C2-9433-491E-2DC5-053F07518348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51B412C2-9433-491E-2DC5-053F0751834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E4E2710E-EB69-CD07-B711-F0385CB65D51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E4E2710E-EB69-CD07-B711-F0385CB65D5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D8389A1E-C27F-AA0A-B875-85E2C13630A8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D8389A1E-C27F-AA0A-B875-85E2C13630A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1B00918D-48E3-FFD4-EE69-FFD3DBE5B79B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1B00918D-48E3-FFD4-EE69-FFD3DBE5B79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6023E5E2-DA7D-9260-C2A5-DF6CB38407AA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6023E5E2-DA7D-9260-C2A5-DF6CB38407A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EDA15A39-EDF2-36F3-F2F7-7444ED15651E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EDA15A39-EDF2-36F3-F2F7-7444ED15651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4AC97EF-BB6C-BEDD-CA76-DCA559EBAB53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4AC97EF-BB6C-BEDD-CA76-DCA559EBAB53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56A229F0-E663-3CB5-BEB0-416850EEF588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56A229F0-E663-3CB5-BEB0-416850EEF58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2A16F04B-B461-F9CC-31FA-89C5057ADF7F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2A16F04B-B461-F9CC-31FA-89C5057ADF7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07CD600F-1C05-5EAC-169F-000E6D9ACC67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07CD600F-1C05-5EAC-169F-000E6D9ACC6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DED716D6-3AFF-18A1-664A-1FD08A1F65A9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DED716D6-3AFF-18A1-664A-1FD08A1F65A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0B9A90D0-EF34-1C89-9A74-3752FCF17792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0B9A90D0-EF34-1C89-9A74-3752FCF17792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35DAB593-A8EC-5C93-D237-0FB818A83F25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35DAB593-A8EC-5C93-D237-0FB818A83F2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7CD93238-2A52-B9FD-8F78-D869AB4C5C66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7CD93238-2A52-B9FD-8F78-D869AB4C5C66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B9E1B539-583D-5BF9-1189-248084664E63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B9E1B539-583D-5BF9-1189-248084664E6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636AD88A-C394-389C-0E54-AFCF3EFDE074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636AD88A-C394-389C-0E54-AFCF3EFDE07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BBE00561-7E23-F42A-EB3C-3C637EB063ED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BBE00561-7E23-F42A-EB3C-3C637EB063ED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1A15E50A-B4B8-8EFD-8553-02EA12D9FECB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1A15E50A-B4B8-8EFD-8553-02EA12D9FECB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0ECC184E-7585-3F5B-C687-6DEB5E6F7A99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0ECC184E-7585-3F5B-C687-6DEB5E6F7A9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D34945A0-00CF-D298-8092-400CD009B28A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D34945A0-00CF-D298-8092-400CD009B28A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72461131-D7ED-E564-6FDA-B99349642A50}"/>
                  </a:ext>
                </a:extLst>
              </p14:cNvPr>
              <p14:cNvContentPartPr/>
              <p14:nvPr/>
            </p14:nvContentPartPr>
            <p14:xfrm>
              <a:off x="1976787" y="1725016"/>
              <a:ext cx="720" cy="99000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72461131-D7ED-E564-6FDA-B99349642A50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940787" y="1707016"/>
                <a:ext cx="72000" cy="10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BD21EE5F-818E-C69C-1146-61C0B54C6581}"/>
                  </a:ext>
                </a:extLst>
              </p14:cNvPr>
              <p14:cNvContentPartPr/>
              <p14:nvPr/>
            </p14:nvContentPartPr>
            <p14:xfrm>
              <a:off x="1911627" y="2630776"/>
              <a:ext cx="117720" cy="11268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BD21EE5F-818E-C69C-1146-61C0B54C658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893627" y="2613136"/>
                <a:ext cx="1533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A68C153F-9F4C-DF27-ECF9-C0825BCBE725}"/>
                  </a:ext>
                </a:extLst>
              </p14:cNvPr>
              <p14:cNvContentPartPr/>
              <p14:nvPr/>
            </p14:nvContentPartPr>
            <p14:xfrm>
              <a:off x="2626947" y="1677856"/>
              <a:ext cx="720" cy="104472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A68C153F-9F4C-DF27-ECF9-C0825BCBE72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590947" y="1659856"/>
                <a:ext cx="72000" cy="10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E1B79055-F5A3-4A87-ABF1-BC8D3885EB65}"/>
                  </a:ext>
                </a:extLst>
              </p14:cNvPr>
              <p14:cNvContentPartPr/>
              <p14:nvPr/>
            </p14:nvContentPartPr>
            <p14:xfrm>
              <a:off x="2551707" y="2590456"/>
              <a:ext cx="140040" cy="1202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E1B79055-F5A3-4A87-ABF1-BC8D3885EB6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534067" y="2572816"/>
                <a:ext cx="1756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D0041560-E1E7-15F7-0E27-51CCE90058B8}"/>
                  </a:ext>
                </a:extLst>
              </p14:cNvPr>
              <p14:cNvContentPartPr/>
              <p14:nvPr/>
            </p14:nvContentPartPr>
            <p14:xfrm>
              <a:off x="2120787" y="4996696"/>
              <a:ext cx="720" cy="122868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D0041560-E1E7-15F7-0E27-51CCE90058B8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084787" y="4978696"/>
                <a:ext cx="72000" cy="12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EB43C983-E389-9129-04A6-CD96D6212BA0}"/>
                  </a:ext>
                </a:extLst>
              </p14:cNvPr>
              <p14:cNvContentPartPr/>
              <p14:nvPr/>
            </p14:nvContentPartPr>
            <p14:xfrm>
              <a:off x="2057787" y="6138976"/>
              <a:ext cx="155160" cy="11016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EB43C983-E389-9129-04A6-CD96D6212BA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40147" y="6120976"/>
                <a:ext cx="1908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1AE36DA6-B9E6-24C5-0E35-C3BB008A1C90}"/>
                  </a:ext>
                </a:extLst>
              </p14:cNvPr>
              <p14:cNvContentPartPr/>
              <p14:nvPr/>
            </p14:nvContentPartPr>
            <p14:xfrm>
              <a:off x="2720187" y="5055376"/>
              <a:ext cx="720" cy="117000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1AE36DA6-B9E6-24C5-0E35-C3BB008A1C90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684187" y="5037376"/>
                <a:ext cx="72000" cy="120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61" name="Group 460">
            <a:extLst>
              <a:ext uri="{FF2B5EF4-FFF2-40B4-BE49-F238E27FC236}">
                <a16:creationId xmlns:a16="http://schemas.microsoft.com/office/drawing/2014/main" id="{0236CAB7-46AA-6213-8AC0-898C57308BF0}"/>
              </a:ext>
            </a:extLst>
          </p:cNvPr>
          <p:cNvGrpSpPr/>
          <p:nvPr/>
        </p:nvGrpSpPr>
        <p:grpSpPr>
          <a:xfrm>
            <a:off x="2668347" y="6115216"/>
            <a:ext cx="116640" cy="116640"/>
            <a:chOff x="2668347" y="6115216"/>
            <a:chExt cx="11664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9CC0BE1-B1AE-DEB7-2F47-D142ECDBE912}"/>
                    </a:ext>
                  </a:extLst>
                </p14:cNvPr>
                <p14:cNvContentPartPr/>
                <p14:nvPr/>
              </p14:nvContentPartPr>
              <p14:xfrm>
                <a:off x="2713347" y="6169576"/>
                <a:ext cx="360" cy="3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9CC0BE1-B1AE-DEB7-2F47-D142ECDBE9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695707" y="615193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BA577473-C725-9AC1-9212-6B44BBC705AA}"/>
                    </a:ext>
                  </a:extLst>
                </p14:cNvPr>
                <p14:cNvContentPartPr/>
                <p14:nvPr/>
              </p14:nvContentPartPr>
              <p14:xfrm>
                <a:off x="2668347" y="6115216"/>
                <a:ext cx="116640" cy="11664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BA577473-C725-9AC1-9212-6B44BBC705A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650707" y="6097576"/>
                  <a:ext cx="15228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BE31DBD2-85EA-2BBF-B7FE-1276DAAA39D6}"/>
                  </a:ext>
                </a:extLst>
              </p14:cNvPr>
              <p14:cNvContentPartPr/>
              <p14:nvPr/>
            </p14:nvContentPartPr>
            <p14:xfrm>
              <a:off x="10401147" y="1700176"/>
              <a:ext cx="720" cy="105768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BE31DBD2-85EA-2BBF-B7FE-1276DAAA39D6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0365147" y="1682176"/>
                <a:ext cx="72000" cy="10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2153CBFF-78C6-47FD-0492-92EB151A7815}"/>
                  </a:ext>
                </a:extLst>
              </p14:cNvPr>
              <p14:cNvContentPartPr/>
              <p14:nvPr/>
            </p14:nvContentPartPr>
            <p14:xfrm>
              <a:off x="10313667" y="2655616"/>
              <a:ext cx="164160" cy="13392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2153CBFF-78C6-47FD-0492-92EB151A7815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0295667" y="2637976"/>
                <a:ext cx="1998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EE910F9E-F324-4686-6C52-4EA8D99AAB9F}"/>
                  </a:ext>
                </a:extLst>
              </p14:cNvPr>
              <p14:cNvContentPartPr/>
              <p14:nvPr/>
            </p14:nvContentPartPr>
            <p14:xfrm>
              <a:off x="11026467" y="1689736"/>
              <a:ext cx="720" cy="104904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EE910F9E-F324-4686-6C52-4EA8D99AAB9F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990467" y="1671736"/>
                <a:ext cx="72000" cy="10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8351B12D-DC6B-E0ED-512C-B4C163C37EA9}"/>
                  </a:ext>
                </a:extLst>
              </p14:cNvPr>
              <p14:cNvContentPartPr/>
              <p14:nvPr/>
            </p14:nvContentPartPr>
            <p14:xfrm>
              <a:off x="10959507" y="2653096"/>
              <a:ext cx="160560" cy="11304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8351B12D-DC6B-E0ED-512C-B4C163C37EA9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941507" y="2635456"/>
                <a:ext cx="1962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7EB0BC36-F7DD-344D-F2EB-CB179BE314AE}"/>
                  </a:ext>
                </a:extLst>
              </p14:cNvPr>
              <p14:cNvContentPartPr/>
              <p14:nvPr/>
            </p14:nvContentPartPr>
            <p14:xfrm>
              <a:off x="10495467" y="5021896"/>
              <a:ext cx="720" cy="123084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7EB0BC36-F7DD-344D-F2EB-CB179BE314A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0459467" y="5003896"/>
                <a:ext cx="72000" cy="12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9753E6E5-2365-700B-88AB-F2DE3E46BBFD}"/>
                  </a:ext>
                </a:extLst>
              </p14:cNvPr>
              <p14:cNvContentPartPr/>
              <p14:nvPr/>
            </p14:nvContentPartPr>
            <p14:xfrm>
              <a:off x="10436067" y="6142576"/>
              <a:ext cx="145800" cy="13140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9753E6E5-2365-700B-88AB-F2DE3E46BBFD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10418067" y="6124576"/>
                <a:ext cx="1814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469ADBB6-1916-1329-12EE-944112892BB4}"/>
                  </a:ext>
                </a:extLst>
              </p14:cNvPr>
              <p14:cNvContentPartPr/>
              <p14:nvPr/>
            </p14:nvContentPartPr>
            <p14:xfrm>
              <a:off x="11126187" y="4989136"/>
              <a:ext cx="36720" cy="124272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469ADBB6-1916-1329-12EE-944112892BB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1108187" y="4971136"/>
                <a:ext cx="72360" cy="12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1A87448B-AA32-E291-ABB9-80BE3E03F1CD}"/>
                  </a:ext>
                </a:extLst>
              </p14:cNvPr>
              <p14:cNvContentPartPr/>
              <p14:nvPr/>
            </p14:nvContentPartPr>
            <p14:xfrm>
              <a:off x="11087667" y="6112336"/>
              <a:ext cx="149400" cy="11628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1A87448B-AA32-E291-ABB9-80BE3E03F1CD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1069667" y="6094336"/>
                <a:ext cx="1850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18267625-5A77-0E87-BC20-1532DBA73720}"/>
                  </a:ext>
                </a:extLst>
              </p14:cNvPr>
              <p14:cNvContentPartPr/>
              <p14:nvPr/>
            </p14:nvContentPartPr>
            <p14:xfrm>
              <a:off x="3220947" y="1654096"/>
              <a:ext cx="989640" cy="115956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18267625-5A77-0E87-BC20-1532DBA73720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202947" y="1636096"/>
                <a:ext cx="1025280" cy="11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E589E96D-B7D5-3AA5-B7D8-A6DAF21C5081}"/>
                  </a:ext>
                </a:extLst>
              </p14:cNvPr>
              <p14:cNvContentPartPr/>
              <p14:nvPr/>
            </p14:nvContentPartPr>
            <p14:xfrm>
              <a:off x="4084947" y="2656696"/>
              <a:ext cx="149400" cy="15336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E589E96D-B7D5-3AA5-B7D8-A6DAF21C508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067307" y="2639056"/>
                <a:ext cx="1850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FEA0A13A-E6E7-D6C7-2054-2EF03EA36466}"/>
                  </a:ext>
                </a:extLst>
              </p14:cNvPr>
              <p14:cNvContentPartPr/>
              <p14:nvPr/>
            </p14:nvContentPartPr>
            <p14:xfrm>
              <a:off x="3908547" y="1645816"/>
              <a:ext cx="987840" cy="112356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FEA0A13A-E6E7-D6C7-2054-2EF03EA36466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890547" y="1627816"/>
                <a:ext cx="1023480" cy="11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08FF8624-1255-5818-9C35-0E3AD3471042}"/>
                  </a:ext>
                </a:extLst>
              </p14:cNvPr>
              <p14:cNvContentPartPr/>
              <p14:nvPr/>
            </p14:nvContentPartPr>
            <p14:xfrm>
              <a:off x="4761747" y="2640496"/>
              <a:ext cx="141120" cy="131760"/>
            </p14:xfrm>
          </p:contentPart>
        </mc:Choice>
        <mc:Fallback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08FF8624-1255-5818-9C35-0E3AD3471042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743747" y="2622856"/>
                <a:ext cx="1767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1F1D61E8-C0E4-88E2-1A7B-0C87F75CE3DA}"/>
                  </a:ext>
                </a:extLst>
              </p14:cNvPr>
              <p14:cNvContentPartPr/>
              <p14:nvPr/>
            </p14:nvContentPartPr>
            <p14:xfrm>
              <a:off x="3446307" y="4984456"/>
              <a:ext cx="929880" cy="126144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1F1D61E8-C0E4-88E2-1A7B-0C87F75CE3DA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3428667" y="4966456"/>
                <a:ext cx="965520" cy="12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37B4B4B4-E0C9-8F03-C9C9-62FA483D617E}"/>
                  </a:ext>
                </a:extLst>
              </p14:cNvPr>
              <p14:cNvContentPartPr/>
              <p14:nvPr/>
            </p14:nvContentPartPr>
            <p14:xfrm>
              <a:off x="3400947" y="6154096"/>
              <a:ext cx="159480" cy="14256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37B4B4B4-E0C9-8F03-C9C9-62FA483D617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383307" y="6136096"/>
                <a:ext cx="1951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4040A466-9654-A911-DAD4-59751499DB10}"/>
                  </a:ext>
                </a:extLst>
              </p14:cNvPr>
              <p14:cNvContentPartPr/>
              <p14:nvPr/>
            </p14:nvContentPartPr>
            <p14:xfrm>
              <a:off x="4092867" y="5034136"/>
              <a:ext cx="915120" cy="125280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4040A466-9654-A911-DAD4-59751499DB10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074867" y="5016136"/>
                <a:ext cx="950760" cy="12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F469A416-C86D-5BF0-536E-E76D80FA443F}"/>
                  </a:ext>
                </a:extLst>
              </p14:cNvPr>
              <p14:cNvContentPartPr/>
              <p14:nvPr/>
            </p14:nvContentPartPr>
            <p14:xfrm>
              <a:off x="4067667" y="6172096"/>
              <a:ext cx="117720" cy="13716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F469A416-C86D-5BF0-536E-E76D80FA443F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049667" y="6154456"/>
                <a:ext cx="1533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DFB56B3F-07AB-7FFD-BB31-83DE1CFE26CB}"/>
                  </a:ext>
                </a:extLst>
              </p14:cNvPr>
              <p14:cNvContentPartPr/>
              <p14:nvPr/>
            </p14:nvContentPartPr>
            <p14:xfrm>
              <a:off x="4490667" y="1687936"/>
              <a:ext cx="2136960" cy="109368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DFB56B3F-07AB-7FFD-BB31-83DE1CFE26CB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472667" y="1669936"/>
                <a:ext cx="2172600" cy="11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D3FF801B-E204-AEB3-DD13-030E3F652A04}"/>
                  </a:ext>
                </a:extLst>
              </p14:cNvPr>
              <p14:cNvContentPartPr/>
              <p14:nvPr/>
            </p14:nvContentPartPr>
            <p14:xfrm>
              <a:off x="6540867" y="2673256"/>
              <a:ext cx="128160" cy="14148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D3FF801B-E204-AEB3-DD13-030E3F652A04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6523227" y="2655256"/>
                <a:ext cx="1638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835CC581-4C02-BC65-465A-3F200E1FE249}"/>
                  </a:ext>
                </a:extLst>
              </p14:cNvPr>
              <p14:cNvContentPartPr/>
              <p14:nvPr/>
            </p14:nvContentPartPr>
            <p14:xfrm>
              <a:off x="5122107" y="1649416"/>
              <a:ext cx="2150280" cy="109764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835CC581-4C02-BC65-465A-3F200E1FE249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104107" y="1631416"/>
                <a:ext cx="2185920" cy="11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86032768-2F1C-B00B-C3CF-E56AFFA124BD}"/>
                  </a:ext>
                </a:extLst>
              </p14:cNvPr>
              <p14:cNvContentPartPr/>
              <p14:nvPr/>
            </p14:nvContentPartPr>
            <p14:xfrm>
              <a:off x="7162227" y="2652016"/>
              <a:ext cx="112320" cy="11052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86032768-2F1C-B00B-C3CF-E56AFFA124BD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144587" y="2634016"/>
                <a:ext cx="1479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BBC034FF-DDF4-2C04-F0D4-0CD8F8B59FEC}"/>
                  </a:ext>
                </a:extLst>
              </p14:cNvPr>
              <p14:cNvContentPartPr/>
              <p14:nvPr/>
            </p14:nvContentPartPr>
            <p14:xfrm>
              <a:off x="4721067" y="4993456"/>
              <a:ext cx="2144520" cy="129024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BBC034FF-DDF4-2C04-F0D4-0CD8F8B59FEC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4703427" y="4975456"/>
                <a:ext cx="218016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BB69F287-CFE7-2330-C814-5EED0F0503A6}"/>
                  </a:ext>
                </a:extLst>
              </p14:cNvPr>
              <p14:cNvContentPartPr/>
              <p14:nvPr/>
            </p14:nvContentPartPr>
            <p14:xfrm>
              <a:off x="4694787" y="6212056"/>
              <a:ext cx="119160" cy="10728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BB69F287-CFE7-2330-C814-5EED0F0503A6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4677147" y="6194416"/>
                <a:ext cx="154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7B39370C-D9C7-0C6E-FAC6-950FA04A91FD}"/>
                  </a:ext>
                </a:extLst>
              </p14:cNvPr>
              <p14:cNvContentPartPr/>
              <p14:nvPr/>
            </p14:nvContentPartPr>
            <p14:xfrm>
              <a:off x="5338107" y="5017576"/>
              <a:ext cx="2163240" cy="125604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7B39370C-D9C7-0C6E-FAC6-950FA04A91FD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320107" y="4999576"/>
                <a:ext cx="2198880" cy="1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7F34C0C0-3E9E-F56B-4366-4001586B1164}"/>
                  </a:ext>
                </a:extLst>
              </p14:cNvPr>
              <p14:cNvContentPartPr/>
              <p14:nvPr/>
            </p14:nvContentPartPr>
            <p14:xfrm>
              <a:off x="5312187" y="6194416"/>
              <a:ext cx="116640" cy="11628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7F34C0C0-3E9E-F56B-4366-4001586B1164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294547" y="6176776"/>
                <a:ext cx="1522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28C6D33A-C034-702B-7BFD-A30835CB7A21}"/>
                  </a:ext>
                </a:extLst>
              </p14:cNvPr>
              <p14:cNvContentPartPr/>
              <p14:nvPr/>
            </p14:nvContentPartPr>
            <p14:xfrm>
              <a:off x="5764347" y="1637896"/>
              <a:ext cx="3281040" cy="116352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28C6D33A-C034-702B-7BFD-A30835CB7A2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746347" y="1619896"/>
                <a:ext cx="3316680" cy="11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219D0FD6-47A2-A2B8-A07F-8EE1DB60FF75}"/>
                  </a:ext>
                </a:extLst>
              </p14:cNvPr>
              <p14:cNvContentPartPr/>
              <p14:nvPr/>
            </p14:nvContentPartPr>
            <p14:xfrm>
              <a:off x="8922267" y="2729056"/>
              <a:ext cx="144720" cy="105120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219D0FD6-47A2-A2B8-A07F-8EE1DB60FF75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8904267" y="2711416"/>
                <a:ext cx="1803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91B1EB86-A8CF-315A-C886-F4882516EADF}"/>
                  </a:ext>
                </a:extLst>
              </p14:cNvPr>
              <p14:cNvContentPartPr/>
              <p14:nvPr/>
            </p14:nvContentPartPr>
            <p14:xfrm>
              <a:off x="6332787" y="1637896"/>
              <a:ext cx="3277440" cy="113184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91B1EB86-A8CF-315A-C886-F4882516EAD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314787" y="1619896"/>
                <a:ext cx="3313080" cy="11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68B71C8A-592A-E845-1030-ACB712B96E41}"/>
                  </a:ext>
                </a:extLst>
              </p14:cNvPr>
              <p14:cNvContentPartPr/>
              <p14:nvPr/>
            </p14:nvContentPartPr>
            <p14:xfrm>
              <a:off x="9481707" y="2663536"/>
              <a:ext cx="124920" cy="133920"/>
            </p14:xfrm>
          </p:contentPart>
        </mc:Choice>
        <mc:Fallback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68B71C8A-592A-E845-1030-ACB712B96E41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463707" y="2645536"/>
                <a:ext cx="160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D4EB00AC-5C5C-94A0-C831-97238544FAB5}"/>
                  </a:ext>
                </a:extLst>
              </p14:cNvPr>
              <p14:cNvContentPartPr/>
              <p14:nvPr/>
            </p14:nvContentPartPr>
            <p14:xfrm>
              <a:off x="5958387" y="5011096"/>
              <a:ext cx="3346560" cy="130968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D4EB00AC-5C5C-94A0-C831-97238544FAB5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5940747" y="4993096"/>
                <a:ext cx="3382200" cy="13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D765A2F1-754F-F828-E9A4-5ACA1A9F2EF4}"/>
                  </a:ext>
                </a:extLst>
              </p14:cNvPr>
              <p14:cNvContentPartPr/>
              <p14:nvPr/>
            </p14:nvContentPartPr>
            <p14:xfrm>
              <a:off x="5918067" y="6233656"/>
              <a:ext cx="87840" cy="145080"/>
            </p14:xfrm>
          </p:contentPart>
        </mc:Choice>
        <mc:Fallback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D765A2F1-754F-F828-E9A4-5ACA1A9F2EF4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5900067" y="6215656"/>
                <a:ext cx="1234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5A4DAF95-57A8-1B17-A8EA-4F6608FBF9E9}"/>
                  </a:ext>
                </a:extLst>
              </p14:cNvPr>
              <p14:cNvContentPartPr/>
              <p14:nvPr/>
            </p14:nvContentPartPr>
            <p14:xfrm>
              <a:off x="6549867" y="4993456"/>
              <a:ext cx="3328200" cy="1333440"/>
            </p14:xfrm>
          </p:contentPart>
        </mc:Choice>
        <mc:Fallback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5A4DAF95-57A8-1B17-A8EA-4F6608FBF9E9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531867" y="4975456"/>
                <a:ext cx="3363840" cy="13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8139542D-44D8-E640-803D-66849B9F35F3}"/>
                  </a:ext>
                </a:extLst>
              </p14:cNvPr>
              <p14:cNvContentPartPr/>
              <p14:nvPr/>
            </p14:nvContentPartPr>
            <p14:xfrm>
              <a:off x="6549867" y="6222136"/>
              <a:ext cx="146880" cy="131040"/>
            </p14:xfrm>
          </p:contentPart>
        </mc:Choice>
        <mc:Fallback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8139542D-44D8-E640-803D-66849B9F35F3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531867" y="6204496"/>
                <a:ext cx="18252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61F2D90D-3CA2-19B1-DC53-86224D014D47}"/>
                  </a:ext>
                </a:extLst>
              </p14:cNvPr>
              <p14:cNvContentPartPr/>
              <p14:nvPr/>
            </p14:nvContentPartPr>
            <p14:xfrm>
              <a:off x="3313467" y="1623496"/>
              <a:ext cx="3480480" cy="118008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61F2D90D-3CA2-19B1-DC53-86224D014D47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3295467" y="1605496"/>
                <a:ext cx="3516120" cy="12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C93C52D0-4D79-52A1-BC23-DC607098BDF5}"/>
                  </a:ext>
                </a:extLst>
              </p14:cNvPr>
              <p14:cNvContentPartPr/>
              <p14:nvPr/>
            </p14:nvContentPartPr>
            <p14:xfrm>
              <a:off x="3305907" y="2707456"/>
              <a:ext cx="119520" cy="120960"/>
            </p14:xfrm>
          </p:contentPart>
        </mc:Choice>
        <mc:Fallback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C93C52D0-4D79-52A1-BC23-DC607098BDF5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3288267" y="2689816"/>
                <a:ext cx="1551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3D590D55-4878-7807-FC1F-029F0E9F985D}"/>
                  </a:ext>
                </a:extLst>
              </p14:cNvPr>
              <p14:cNvContentPartPr/>
              <p14:nvPr/>
            </p14:nvContentPartPr>
            <p14:xfrm>
              <a:off x="3956787" y="1655896"/>
              <a:ext cx="3364560" cy="1126440"/>
            </p14:xfrm>
          </p:contentPart>
        </mc:Choice>
        <mc:Fallback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3D590D55-4878-7807-FC1F-029F0E9F985D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3938787" y="1637896"/>
                <a:ext cx="3400200" cy="11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38DD0267-FBF1-72FA-B98E-41A206C36D9B}"/>
                  </a:ext>
                </a:extLst>
              </p14:cNvPr>
              <p14:cNvContentPartPr/>
              <p14:nvPr/>
            </p14:nvContentPartPr>
            <p14:xfrm>
              <a:off x="3968307" y="2680456"/>
              <a:ext cx="114120" cy="147240"/>
            </p14:xfrm>
          </p:contentPart>
        </mc:Choice>
        <mc:Fallback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38DD0267-FBF1-72FA-B98E-41A206C36D9B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3950307" y="2662816"/>
                <a:ext cx="1497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5D9E5AA1-C92E-1A7F-678A-4601F9FCF6A4}"/>
                  </a:ext>
                </a:extLst>
              </p14:cNvPr>
              <p14:cNvContentPartPr/>
              <p14:nvPr/>
            </p14:nvContentPartPr>
            <p14:xfrm>
              <a:off x="5678307" y="1654096"/>
              <a:ext cx="2345400" cy="112284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5D9E5AA1-C92E-1A7F-678A-4601F9FCF6A4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660667" y="1636096"/>
                <a:ext cx="2381040" cy="11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4756B21F-772A-DC07-FC5E-E04C5C1492D0}"/>
                  </a:ext>
                </a:extLst>
              </p14:cNvPr>
              <p14:cNvContentPartPr/>
              <p14:nvPr/>
            </p14:nvContentPartPr>
            <p14:xfrm>
              <a:off x="5646987" y="2663176"/>
              <a:ext cx="127440" cy="13212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4756B21F-772A-DC07-FC5E-E04C5C1492D0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5628987" y="2645176"/>
                <a:ext cx="1630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4C784BCA-CDC6-29D5-2366-652F38528DD9}"/>
                  </a:ext>
                </a:extLst>
              </p14:cNvPr>
              <p14:cNvContentPartPr/>
              <p14:nvPr/>
            </p14:nvContentPartPr>
            <p14:xfrm>
              <a:off x="6296427" y="1683976"/>
              <a:ext cx="2271600" cy="110772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4C784BCA-CDC6-29D5-2366-652F38528DD9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6278787" y="1665976"/>
                <a:ext cx="2307240" cy="11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ECA5A590-83E5-CC4F-D26C-F8F4ADD09ED6}"/>
                  </a:ext>
                </a:extLst>
              </p14:cNvPr>
              <p14:cNvContentPartPr/>
              <p14:nvPr/>
            </p14:nvContentPartPr>
            <p14:xfrm>
              <a:off x="6255387" y="2707456"/>
              <a:ext cx="120600" cy="106920"/>
            </p14:xfrm>
          </p:contentPart>
        </mc:Choice>
        <mc:Fallback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ECA5A590-83E5-CC4F-D26C-F8F4ADD09ED6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6237387" y="2689456"/>
                <a:ext cx="1562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559FDFC6-025B-48D7-2B7F-F58B1967B9CF}"/>
                  </a:ext>
                </a:extLst>
              </p14:cNvPr>
              <p14:cNvContentPartPr/>
              <p14:nvPr/>
            </p14:nvContentPartPr>
            <p14:xfrm>
              <a:off x="8105787" y="1709896"/>
              <a:ext cx="1042200" cy="1042200"/>
            </p14:xfrm>
          </p:contentPart>
        </mc:Choice>
        <mc:Fallback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559FDFC6-025B-48D7-2B7F-F58B1967B9CF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8088147" y="1691896"/>
                <a:ext cx="1077840" cy="10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4B33E89C-3DF0-4582-38E0-8C3BBFC37FCD}"/>
                  </a:ext>
                </a:extLst>
              </p14:cNvPr>
              <p14:cNvContentPartPr/>
              <p14:nvPr/>
            </p14:nvContentPartPr>
            <p14:xfrm>
              <a:off x="8086707" y="2639776"/>
              <a:ext cx="108720" cy="157320"/>
            </p14:xfrm>
          </p:contentPart>
        </mc:Choice>
        <mc:Fallback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4B33E89C-3DF0-4582-38E0-8C3BBFC37FCD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069067" y="2621776"/>
                <a:ext cx="1443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93CEA83F-0E66-AA42-8D6C-3C1AC4C33ACB}"/>
                  </a:ext>
                </a:extLst>
              </p14:cNvPr>
              <p14:cNvContentPartPr/>
              <p14:nvPr/>
            </p14:nvContentPartPr>
            <p14:xfrm>
              <a:off x="8684307" y="1653016"/>
              <a:ext cx="1145160" cy="1145160"/>
            </p14:xfrm>
          </p:contentPart>
        </mc:Choice>
        <mc:Fallback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93CEA83F-0E66-AA42-8D6C-3C1AC4C33ACB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666307" y="1635016"/>
                <a:ext cx="1180800" cy="11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E9B2143B-E720-F62B-C310-75642341C1FD}"/>
                  </a:ext>
                </a:extLst>
              </p14:cNvPr>
              <p14:cNvContentPartPr/>
              <p14:nvPr/>
            </p14:nvContentPartPr>
            <p14:xfrm>
              <a:off x="8646147" y="2713576"/>
              <a:ext cx="99360" cy="10116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E9B2143B-E720-F62B-C310-75642341C1FD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8628147" y="2695936"/>
                <a:ext cx="1350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4036C597-8511-1644-446B-F2D902A9921B}"/>
                  </a:ext>
                </a:extLst>
              </p14:cNvPr>
              <p14:cNvContentPartPr/>
              <p14:nvPr/>
            </p14:nvContentPartPr>
            <p14:xfrm>
              <a:off x="3350187" y="5010016"/>
              <a:ext cx="3519720" cy="130788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4036C597-8511-1644-446B-F2D902A9921B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3332187" y="4992016"/>
                <a:ext cx="3555360" cy="13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5E1C759E-7632-5C1A-7BB7-367BC6825C46}"/>
                  </a:ext>
                </a:extLst>
              </p14:cNvPr>
              <p14:cNvContentPartPr/>
              <p14:nvPr/>
            </p14:nvContentPartPr>
            <p14:xfrm>
              <a:off x="6791787" y="6264616"/>
              <a:ext cx="101160" cy="112680"/>
            </p14:xfrm>
          </p:contentPart>
        </mc:Choice>
        <mc:Fallback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5E1C759E-7632-5C1A-7BB7-367BC6825C46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773787" y="6246616"/>
                <a:ext cx="1368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62D44043-48DC-A7B9-09A8-3748DA32727C}"/>
                  </a:ext>
                </a:extLst>
              </p14:cNvPr>
              <p14:cNvContentPartPr/>
              <p14:nvPr/>
            </p14:nvContentPartPr>
            <p14:xfrm>
              <a:off x="4005747" y="4963216"/>
              <a:ext cx="3398760" cy="1379160"/>
            </p14:xfrm>
          </p:contentPart>
        </mc:Choice>
        <mc:Fallback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62D44043-48DC-A7B9-09A8-3748DA32727C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3987747" y="4945216"/>
                <a:ext cx="3434400" cy="14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ABB214E2-10C8-852A-C080-D081F7CFDDC7}"/>
                  </a:ext>
                </a:extLst>
              </p14:cNvPr>
              <p14:cNvContentPartPr/>
              <p14:nvPr/>
            </p14:nvContentPartPr>
            <p14:xfrm>
              <a:off x="7309467" y="6280456"/>
              <a:ext cx="129600" cy="126360"/>
            </p14:xfrm>
          </p:contentPart>
        </mc:Choice>
        <mc:Fallback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ABB214E2-10C8-852A-C080-D081F7CFDDC7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7291467" y="6262456"/>
                <a:ext cx="1652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BC3C49E0-8FB3-266D-9CD2-D1C8FB073A70}"/>
                  </a:ext>
                </a:extLst>
              </p14:cNvPr>
              <p14:cNvContentPartPr/>
              <p14:nvPr/>
            </p14:nvContentPartPr>
            <p14:xfrm>
              <a:off x="5838147" y="5002456"/>
              <a:ext cx="2153880" cy="129204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BC3C49E0-8FB3-266D-9CD2-D1C8FB073A7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5820147" y="4984456"/>
                <a:ext cx="2189520" cy="13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BBCF879-7CCF-D2E1-6D6C-C3F6D7CB29AE}"/>
                  </a:ext>
                </a:extLst>
              </p14:cNvPr>
              <p14:cNvContentPartPr/>
              <p14:nvPr/>
            </p14:nvContentPartPr>
            <p14:xfrm>
              <a:off x="7857747" y="6204856"/>
              <a:ext cx="144000" cy="11160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BBCF879-7CCF-D2E1-6D6C-C3F6D7CB29AE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839747" y="6187216"/>
                <a:ext cx="179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835F4006-5BA1-27F5-637A-81C23E6A91F8}"/>
                  </a:ext>
                </a:extLst>
              </p14:cNvPr>
              <p14:cNvContentPartPr/>
              <p14:nvPr/>
            </p14:nvContentPartPr>
            <p14:xfrm>
              <a:off x="6432507" y="5009296"/>
              <a:ext cx="2217960" cy="128196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835F4006-5BA1-27F5-637A-81C23E6A91F8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6414507" y="4991296"/>
                <a:ext cx="2253600" cy="13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32BE4E5C-F945-BD02-54E6-E08D0A80D011}"/>
                  </a:ext>
                </a:extLst>
              </p14:cNvPr>
              <p14:cNvContentPartPr/>
              <p14:nvPr/>
            </p14:nvContentPartPr>
            <p14:xfrm>
              <a:off x="8553267" y="6186496"/>
              <a:ext cx="115920" cy="131400"/>
            </p14:xfrm>
          </p:contentPart>
        </mc:Choice>
        <mc:Fallback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32BE4E5C-F945-BD02-54E6-E08D0A80D011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8535267" y="6168856"/>
                <a:ext cx="1515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789999FE-D8B4-7903-C744-D48608EADBC5}"/>
                  </a:ext>
                </a:extLst>
              </p14:cNvPr>
              <p14:cNvContentPartPr/>
              <p14:nvPr/>
            </p14:nvContentPartPr>
            <p14:xfrm>
              <a:off x="8191467" y="4999576"/>
              <a:ext cx="1029240" cy="128808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789999FE-D8B4-7903-C744-D48608EADBC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8173467" y="4981576"/>
                <a:ext cx="1064880" cy="13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50071676-2162-E997-21A6-CF3D65E30D4E}"/>
                  </a:ext>
                </a:extLst>
              </p14:cNvPr>
              <p14:cNvContentPartPr/>
              <p14:nvPr/>
            </p14:nvContentPartPr>
            <p14:xfrm>
              <a:off x="9135027" y="6198016"/>
              <a:ext cx="126720" cy="120240"/>
            </p14:xfrm>
          </p:contentPart>
        </mc:Choice>
        <mc:Fallback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50071676-2162-E997-21A6-CF3D65E30D4E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117027" y="6180376"/>
                <a:ext cx="1623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D60AE02F-8835-B955-97E0-5B961472C87C}"/>
                  </a:ext>
                </a:extLst>
              </p14:cNvPr>
              <p14:cNvContentPartPr/>
              <p14:nvPr/>
            </p14:nvContentPartPr>
            <p14:xfrm>
              <a:off x="8835147" y="4993456"/>
              <a:ext cx="1044720" cy="127584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D60AE02F-8835-B955-97E0-5B961472C87C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8817147" y="4975456"/>
                <a:ext cx="1080360" cy="13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40D06D65-9087-D97B-C179-1AB2587D296F}"/>
                  </a:ext>
                </a:extLst>
              </p14:cNvPr>
              <p14:cNvContentPartPr/>
              <p14:nvPr/>
            </p14:nvContentPartPr>
            <p14:xfrm>
              <a:off x="9745227" y="6153376"/>
              <a:ext cx="155160" cy="147960"/>
            </p14:xfrm>
          </p:contentPart>
        </mc:Choice>
        <mc:Fallback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40D06D65-9087-D97B-C179-1AB2587D296F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9727227" y="6135736"/>
                <a:ext cx="190800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132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B3FEA-4012-DCFB-4CC0-1A4D3C6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4E5D4687-91D0-593D-ED82-DCA9E64C2D0C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B18F5-B747-1B8D-9052-8D61EFC1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2800" dirty="0"/>
              <a:t>DIST:  08.1 (</a:t>
            </a:r>
            <a:r>
              <a:rPr lang="en-US" sz="2800" dirty="0">
                <a:ea typeface="+mj-lt"/>
                <a:cs typeface="+mj-lt"/>
              </a:rPr>
              <a:t>student_dist_block_cyclic_1d_the_hard_one blk</a:t>
            </a:r>
            <a:r>
              <a:rPr lang="en-US" sz="2800" dirty="0"/>
              <a:t>=n/</a:t>
            </a:r>
            <a:r>
              <a:rPr lang="en-US" sz="2800" err="1"/>
              <a:t>num_ranks</a:t>
            </a:r>
            <a:r>
              <a:rPr lang="en-US" sz="2800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55DE29-FA17-3A2A-2DBC-15F6192768B3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93B0B8-10CC-C587-E0BF-40C391B4BAF1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2E50BD-FAF5-C383-2957-4DD6CAF2CA36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7D1DAA-9DF5-4485-10BE-927653689E5C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3B45E1-9264-B155-94E1-E3B2F0BC0260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434BFA-6E26-8D35-D015-410ACBC2BB55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11C51-A4AD-3D87-6A90-3A5BFB350B9B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FDFC79-B733-4D83-CF2A-BB8D69ED18E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933C0-6FBC-EEE7-A92A-34139FBDC6E5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163C4F-2791-8D94-D951-5C60CA00D563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33C720-02CA-F9EA-354C-C902EFFC57FD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67652-6079-9B53-0492-CF4C0A204C83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55339F-1C31-2023-7D25-71678ABB8B4A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2A78A8-718B-6D3F-1A5D-D4A15D34A37C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02E56C2-2704-6A8C-7668-CF927CFDB27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A4671D3-8125-D936-4FB6-D1B857AAB1F2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B9E244-AABF-E5DA-1CE6-E1163576B167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756A19-03EF-743A-FCA5-F8AE8EE68EB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EBE47C-C227-449D-9051-1C062811F284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1B2A6B-884D-9B7D-B531-4E6352A8ACD2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2D6533-5BEF-341F-039A-4D316E51F905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FB1A45-CEE8-DBD5-27E5-F523264A8A64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1EE04C-4B24-0930-B1DD-BFC24F839AE7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BD1E79F-AD14-BDBD-7217-F22C27E2A3B5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2BAC6F8-1473-853E-1FDB-4C5011EEA840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3E5EA0A-F835-98D4-3C7A-DE428AF337F3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FBBBBCA-CA9C-57FC-66EE-705D1E35DFD3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E069788-9404-4786-43E7-DB697458FDF5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09872B-4692-5016-A013-E55C9129E1E3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D8E592-D9B7-3E27-71C2-3928F49D631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C372DC6-0BE8-C781-55BC-80BD6DCA0F37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D99F02-4A0C-866E-A0E0-D449AEC620E7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9B96601-CD6F-2C27-8D9C-766591AD8E42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6FF88C5-4196-0D28-DAAD-F3EDF6932FD2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845E858-FA5D-CE57-27F6-B47DBAE4C606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3DEECCE-FED0-CE02-2EE7-74BFE8642AE3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CA59E0-753D-0C89-DC02-3C2C2E5A557C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5E7A040-D753-955B-9A00-F8E8F9AFE94F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1D8AC25-36DB-2489-E1C1-C8CBF6AE4A5D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9129F44-1E3A-0370-78EE-47CF81435C39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B57DE1D-C116-7FE3-81D3-4C06608F3A8E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F46190F-2942-51B2-2E84-A0EA3A4C1BDD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DA48E1C-224B-1255-A437-4A858451FE9A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66AA0DF-3066-789D-1A6E-0A961EDA8B58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4357856-4532-1877-3256-BDD70E5F8ED0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3A03AB8-F105-E999-7C23-A7D9B44BAED4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5ED14AB-B2CC-F786-4700-4C362FE8AE6A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A643A40-1BB6-BC80-67DA-C01FEFE78042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0AC6237-8EC9-F564-EF9B-9EDCB15AF2F2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9AC8FF9-6B0C-CA7E-31FB-B0C2464AB0E3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3693331-7DDD-54FD-2A27-321B5B1F366B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D9FACEC-1671-B54C-3879-0126103BFB44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CB5F37F-18F9-6F2F-1316-39A12167EF2B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32F6104-0BEF-034F-6A30-41BBC3CEFD8F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DF87E73-CF4E-D64D-736B-BC7B0EBC6BCF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670C69E-71D6-2B7F-F446-B2D280698752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5023E83-43D8-07B6-9155-A4C27433F232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AAD1680-DB14-9BF7-5BA0-A8832AE3D411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BB342C8-EA51-B54F-6C66-7D6BD96A1BCB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812EBCD-3E97-0329-3BBC-4E1DB5481C6D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D5C9C81-B39B-68DC-9FC1-E6FB5FF10E2A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BA0C081-368B-98BA-DBAF-8C06338AF589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8689218-4A6F-E1F0-321B-3BC485707B8B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ADAFF9D-7FCF-AAEB-F817-C0800383B1EC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CDDB690-99CF-F44E-55B3-EAA560510A3D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14DD223-6CCC-EF8D-5F83-94EAD29759B7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079DBA0-C880-89DD-C78C-C4DF8FE66EE9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741DE31-8695-72E9-1AB1-765556D33BB6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B56E4D5-0EDF-EF70-9AEE-D10EF2B44D3A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7C8A01-3EA0-B20B-DEA7-47B0EC9449C9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F58C451-DF6F-B6B1-F795-3839DE8C7214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79B840-1C03-50EA-A1A0-AAA9ADF12D12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D186A19-80C1-A866-1128-DBFB1A97BA5E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37FED3A-4C06-0D3B-1997-3FD606BF6772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CE37EBF-F481-0501-1999-BDD62A99878A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A24118-EAB1-D64B-E3FA-C860B4C949DA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1D8616E-5131-1E1D-325D-F17C7B95EF62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B2C39B7-EF63-6A31-07D3-D1E6A9E0EF01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E8D1A6D-037A-26B0-7D50-ACB0410A7658}"/>
                  </a:ext>
                </a:extLst>
              </p14:cNvPr>
              <p14:cNvContentPartPr/>
              <p14:nvPr/>
            </p14:nvContentPartPr>
            <p14:xfrm>
              <a:off x="1872724" y="4805106"/>
              <a:ext cx="74520" cy="1180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E8D1A6D-037A-26B0-7D50-ACB0410A76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6604" y="479898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8CC126EA-1B9F-C0AF-2F7B-479A5E424178}"/>
                  </a:ext>
                </a:extLst>
              </p14:cNvPr>
              <p14:cNvContentPartPr/>
              <p14:nvPr/>
            </p14:nvContentPartPr>
            <p14:xfrm>
              <a:off x="1968484" y="4876386"/>
              <a:ext cx="5400" cy="576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8CC126EA-1B9F-C0AF-2F7B-479A5E4241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2364" y="487026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ABDE2510-91F4-6490-FB93-C58E4E05E02F}"/>
                  </a:ext>
                </a:extLst>
              </p14:cNvPr>
              <p14:cNvContentPartPr/>
              <p14:nvPr/>
            </p14:nvContentPartPr>
            <p14:xfrm>
              <a:off x="2008084" y="4796826"/>
              <a:ext cx="64800" cy="1083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ABDE2510-91F4-6490-FB93-C58E4E05E0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1964" y="479070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2C27BDB6-AA8C-5C3D-1707-29B20987494D}"/>
                  </a:ext>
                </a:extLst>
              </p14:cNvPr>
              <p14:cNvContentPartPr/>
              <p14:nvPr/>
            </p14:nvContentPartPr>
            <p14:xfrm>
              <a:off x="2104204" y="4876026"/>
              <a:ext cx="7200" cy="586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2C27BDB6-AA8C-5C3D-1707-29B2098749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8084" y="486990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044176BD-3675-E412-A9BF-D0A32B84BCF1}"/>
                  </a:ext>
                </a:extLst>
              </p14:cNvPr>
              <p14:cNvContentPartPr/>
              <p14:nvPr/>
            </p14:nvContentPartPr>
            <p14:xfrm>
              <a:off x="2135164" y="4801506"/>
              <a:ext cx="74160" cy="1119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044176BD-3675-E412-A9BF-D0A32B84BC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29044" y="479538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5A995283-8BAF-F8EA-0138-4A03A889EC60}"/>
                  </a:ext>
                </a:extLst>
              </p14:cNvPr>
              <p14:cNvContentPartPr/>
              <p14:nvPr/>
            </p14:nvContentPartPr>
            <p14:xfrm>
              <a:off x="2530227" y="4816626"/>
              <a:ext cx="59760" cy="1108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5A995283-8BAF-F8EA-0138-4A03A889EC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24107" y="481050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B02C575-EAFE-6E46-A2EB-5D2C7F31A64B}"/>
                  </a:ext>
                </a:extLst>
              </p14:cNvPr>
              <p14:cNvContentPartPr/>
              <p14:nvPr/>
            </p14:nvContentPartPr>
            <p14:xfrm>
              <a:off x="2632107" y="4877106"/>
              <a:ext cx="3600" cy="637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B02C575-EAFE-6E46-A2EB-5D2C7F31A6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25987" y="487098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C6E07000-DAE9-0828-0A2A-AAF44E8D6CD1}"/>
                  </a:ext>
                </a:extLst>
              </p14:cNvPr>
              <p14:cNvContentPartPr/>
              <p14:nvPr/>
            </p14:nvContentPartPr>
            <p14:xfrm>
              <a:off x="2661627" y="4811226"/>
              <a:ext cx="68760" cy="10548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C6E07000-DAE9-0828-0A2A-AAF44E8D6CD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55507" y="4805106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AEF3CF5-18EE-E187-8A99-B738E48FF33B}"/>
                  </a:ext>
                </a:extLst>
              </p14:cNvPr>
              <p14:cNvContentPartPr/>
              <p14:nvPr/>
            </p14:nvContentPartPr>
            <p14:xfrm>
              <a:off x="2757027" y="4893666"/>
              <a:ext cx="9720" cy="5652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AEF3CF5-18EE-E187-8A99-B738E48FF3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50907" y="4887546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A2FC7FC9-A75F-A971-F8B9-3EA4BCDC8E8C}"/>
                  </a:ext>
                </a:extLst>
              </p14:cNvPr>
              <p14:cNvContentPartPr/>
              <p14:nvPr/>
            </p14:nvContentPartPr>
            <p14:xfrm>
              <a:off x="2806347" y="4786746"/>
              <a:ext cx="26280" cy="1306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A2FC7FC9-A75F-A971-F8B9-3EA4BCDC8E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00227" y="4780626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E4C51AF-F27C-3BB1-36CD-74FAD2A735FC}"/>
                  </a:ext>
                </a:extLst>
              </p14:cNvPr>
              <p14:cNvContentPartPr/>
              <p14:nvPr/>
            </p14:nvContentPartPr>
            <p14:xfrm>
              <a:off x="3125785" y="4811695"/>
              <a:ext cx="62280" cy="12600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E4C51AF-F27C-3BB1-36CD-74FAD2A735F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19665" y="480557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31299F7-5F75-7E40-55DE-9AA7773422E4}"/>
                  </a:ext>
                </a:extLst>
              </p14:cNvPr>
              <p14:cNvContentPartPr/>
              <p14:nvPr/>
            </p14:nvContentPartPr>
            <p14:xfrm>
              <a:off x="3765865" y="4802335"/>
              <a:ext cx="61200" cy="11052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31299F7-5F75-7E40-55DE-9AA7773422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59745" y="479621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9FE2D57-EBC1-AA03-8E11-DC2CC87CBCD4}"/>
                  </a:ext>
                </a:extLst>
              </p14:cNvPr>
              <p14:cNvContentPartPr/>
              <p14:nvPr/>
            </p14:nvContentPartPr>
            <p14:xfrm>
              <a:off x="3223574" y="4900590"/>
              <a:ext cx="10440" cy="4320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9FE2D57-EBC1-AA03-8E11-DC2CC87CBCD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17454" y="489447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8500C9D0-BF1F-C093-BCC8-7A33596B1C24}"/>
                  </a:ext>
                </a:extLst>
              </p14:cNvPr>
              <p14:cNvContentPartPr/>
              <p14:nvPr/>
            </p14:nvContentPartPr>
            <p14:xfrm>
              <a:off x="3858254" y="4904910"/>
              <a:ext cx="3600" cy="338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8500C9D0-BF1F-C093-BCC8-7A33596B1C2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852134" y="489879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B181E192-A52C-0769-C73F-20D572904E6D}"/>
                  </a:ext>
                </a:extLst>
              </p14:cNvPr>
              <p14:cNvContentPartPr/>
              <p14:nvPr/>
            </p14:nvContentPartPr>
            <p14:xfrm>
              <a:off x="3328283" y="4891897"/>
              <a:ext cx="2160" cy="2340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B181E192-A52C-0769-C73F-20D572904E6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22163" y="4885777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BEEA9F05-E132-290F-CEA9-E4F05A3688A1}"/>
                  </a:ext>
                </a:extLst>
              </p14:cNvPr>
              <p14:cNvContentPartPr/>
              <p14:nvPr/>
            </p14:nvContentPartPr>
            <p14:xfrm>
              <a:off x="3942803" y="4901977"/>
              <a:ext cx="2880" cy="1620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BEEA9F05-E132-290F-CEA9-E4F05A3688A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36683" y="4895857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55D5CC1-8DB3-D7A3-C9F0-0471CF07625D}"/>
                  </a:ext>
                </a:extLst>
              </p14:cNvPr>
              <p14:cNvContentPartPr/>
              <p14:nvPr/>
            </p14:nvContentPartPr>
            <p14:xfrm>
              <a:off x="5574384" y="4782637"/>
              <a:ext cx="12240" cy="11448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55D5CC1-8DB3-D7A3-C9F0-0471CF07625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68264" y="477651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320A4864-FE2C-3724-C199-A1F6406D0A06}"/>
                  </a:ext>
                </a:extLst>
              </p14:cNvPr>
              <p14:cNvContentPartPr/>
              <p14:nvPr/>
            </p14:nvContentPartPr>
            <p14:xfrm>
              <a:off x="5623704" y="4891357"/>
              <a:ext cx="1800" cy="302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320A4864-FE2C-3724-C199-A1F6406D0A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17584" y="488523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EB1DA61-DFB4-86F4-9995-D12E109CC807}"/>
                  </a:ext>
                </a:extLst>
              </p14:cNvPr>
              <p14:cNvContentPartPr/>
              <p14:nvPr/>
            </p14:nvContentPartPr>
            <p14:xfrm>
              <a:off x="6222090" y="4811280"/>
              <a:ext cx="10800" cy="1026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EB1DA61-DFB4-86F4-9995-D12E109CC80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15970" y="480516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DBDA4B1A-D1DF-1E7C-2322-00006ADC5B84}"/>
                  </a:ext>
                </a:extLst>
              </p14:cNvPr>
              <p14:cNvContentPartPr/>
              <p14:nvPr/>
            </p14:nvContentPartPr>
            <p14:xfrm>
              <a:off x="6267090" y="4894800"/>
              <a:ext cx="2520" cy="356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DBDA4B1A-D1DF-1E7C-2322-00006ADC5B8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60970" y="488868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C6009690-9CF3-EDEC-FF50-BBECC340A456}"/>
                  </a:ext>
                </a:extLst>
              </p14:cNvPr>
              <p14:cNvContentPartPr/>
              <p14:nvPr/>
            </p14:nvContentPartPr>
            <p14:xfrm>
              <a:off x="5017824" y="4785517"/>
              <a:ext cx="5760" cy="114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C6009690-9CF3-EDEC-FF50-BBECC340A45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011704" y="477939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5917EE86-F56D-C342-C369-960510E079A6}"/>
                  </a:ext>
                </a:extLst>
              </p14:cNvPr>
              <p14:cNvContentPartPr/>
              <p14:nvPr/>
            </p14:nvContentPartPr>
            <p14:xfrm>
              <a:off x="5062104" y="4898917"/>
              <a:ext cx="7920" cy="262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5917EE86-F56D-C342-C369-960510E079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55984" y="489279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006ECDD2-F770-7844-6CE9-1BAE7D7F7EEB}"/>
                  </a:ext>
                </a:extLst>
              </p14:cNvPr>
              <p14:cNvContentPartPr/>
              <p14:nvPr/>
            </p14:nvContentPartPr>
            <p14:xfrm>
              <a:off x="5096801" y="4796634"/>
              <a:ext cx="51120" cy="11484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006ECDD2-F770-7844-6CE9-1BAE7D7F7EE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90681" y="4790514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8E3B2848-3DC6-B0EB-9987-CCE526DB592D}"/>
                  </a:ext>
                </a:extLst>
              </p14:cNvPr>
              <p14:cNvContentPartPr/>
              <p14:nvPr/>
            </p14:nvContentPartPr>
            <p14:xfrm>
              <a:off x="5176361" y="4893474"/>
              <a:ext cx="11520" cy="442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8E3B2848-3DC6-B0EB-9987-CCE526DB592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70241" y="4887354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F5D490E5-08C9-AF7F-AE9D-4AD2CAB1A712}"/>
                  </a:ext>
                </a:extLst>
              </p14:cNvPr>
              <p14:cNvContentPartPr/>
              <p14:nvPr/>
            </p14:nvContentPartPr>
            <p14:xfrm>
              <a:off x="4356864" y="4784437"/>
              <a:ext cx="10440" cy="11412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F5D490E5-08C9-AF7F-AE9D-4AD2CAB1A71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50744" y="477831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06A52E5-73DE-1481-2EDA-6E639945F60C}"/>
                  </a:ext>
                </a:extLst>
              </p14:cNvPr>
              <p14:cNvContentPartPr/>
              <p14:nvPr/>
            </p14:nvContentPartPr>
            <p14:xfrm>
              <a:off x="4409064" y="4879837"/>
              <a:ext cx="1440" cy="2736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06A52E5-73DE-1481-2EDA-6E639945F6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02944" y="487371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E4CC0DD1-7600-1F50-F52A-7DA26E6B4EB8}"/>
                  </a:ext>
                </a:extLst>
              </p14:cNvPr>
              <p14:cNvContentPartPr/>
              <p14:nvPr/>
            </p14:nvContentPartPr>
            <p14:xfrm>
              <a:off x="4437281" y="4795194"/>
              <a:ext cx="50760" cy="954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E4CC0DD1-7600-1F50-F52A-7DA26E6B4E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31161" y="478907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04C69BA6-7630-10F1-3111-07B14B9F975B}"/>
                  </a:ext>
                </a:extLst>
              </p14:cNvPr>
              <p14:cNvContentPartPr/>
              <p14:nvPr/>
            </p14:nvContentPartPr>
            <p14:xfrm>
              <a:off x="4509281" y="4871514"/>
              <a:ext cx="5760" cy="345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04C69BA6-7630-10F1-3111-07B14B9F975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03161" y="486539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039033F4-FE47-E6A9-21A8-C4ED6C31FD5A}"/>
                  </a:ext>
                </a:extLst>
              </p14:cNvPr>
              <p14:cNvContentPartPr/>
              <p14:nvPr/>
            </p14:nvContentPartPr>
            <p14:xfrm>
              <a:off x="4533720" y="4789337"/>
              <a:ext cx="47520" cy="9396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039033F4-FE47-E6A9-21A8-C4ED6C31FD5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27600" y="478321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891E7017-7452-7C82-8AD6-D199D02181B2}"/>
                  </a:ext>
                </a:extLst>
              </p14:cNvPr>
              <p14:cNvContentPartPr/>
              <p14:nvPr/>
            </p14:nvContentPartPr>
            <p14:xfrm>
              <a:off x="5229240" y="4796537"/>
              <a:ext cx="15480" cy="921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891E7017-7452-7C82-8AD6-D199D02181B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23120" y="4790417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2B2CB71E-774B-B34B-F78D-6A0784875024}"/>
                  </a:ext>
                </a:extLst>
              </p14:cNvPr>
              <p14:cNvContentPartPr/>
              <p14:nvPr/>
            </p14:nvContentPartPr>
            <p14:xfrm>
              <a:off x="5726304" y="4869605"/>
              <a:ext cx="3960" cy="3924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2B2CB71E-774B-B34B-F78D-6A078487502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20184" y="486348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4F350B37-320C-5760-4E4D-4A833E0B87DC}"/>
                  </a:ext>
                </a:extLst>
              </p14:cNvPr>
              <p14:cNvContentPartPr/>
              <p14:nvPr/>
            </p14:nvContentPartPr>
            <p14:xfrm>
              <a:off x="6391556" y="4884943"/>
              <a:ext cx="4320" cy="4212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4F350B37-320C-5760-4E4D-4A833E0B87D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85436" y="487882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8DDF012F-C60D-A45F-3A68-003ECA5F18CC}"/>
                  </a:ext>
                </a:extLst>
              </p14:cNvPr>
              <p14:cNvContentPartPr/>
              <p14:nvPr/>
            </p14:nvContentPartPr>
            <p14:xfrm>
              <a:off x="7960592" y="4803694"/>
              <a:ext cx="35280" cy="97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8DDF012F-C60D-A45F-3A68-003ECA5F18C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54472" y="479757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6CE05C54-A464-EE98-9BCD-9535202E3C53}"/>
                  </a:ext>
                </a:extLst>
              </p14:cNvPr>
              <p14:cNvContentPartPr/>
              <p14:nvPr/>
            </p14:nvContentPartPr>
            <p14:xfrm>
              <a:off x="8036912" y="4877494"/>
              <a:ext cx="2160" cy="388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6CE05C54-A464-EE98-9BCD-9535202E3C5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30792" y="487137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7EFB11F1-D6EE-75A4-9D80-095393C47CE4}"/>
                  </a:ext>
                </a:extLst>
              </p14:cNvPr>
              <p14:cNvContentPartPr/>
              <p14:nvPr/>
            </p14:nvContentPartPr>
            <p14:xfrm>
              <a:off x="6802698" y="4790297"/>
              <a:ext cx="45360" cy="10044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7EFB11F1-D6EE-75A4-9D80-095393C47CE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96578" y="478417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46EB133B-2FCB-E2DA-6AC8-079FACCD1D90}"/>
                  </a:ext>
                </a:extLst>
              </p14:cNvPr>
              <p14:cNvContentPartPr/>
              <p14:nvPr/>
            </p14:nvContentPartPr>
            <p14:xfrm>
              <a:off x="6884058" y="4873097"/>
              <a:ext cx="3960" cy="4068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46EB133B-2FCB-E2DA-6AC8-079FACCD1D9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77938" y="486697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9B76CDC-D8E6-1C68-7514-4C7E22BE46EA}"/>
                  </a:ext>
                </a:extLst>
              </p14:cNvPr>
              <p14:cNvContentPartPr/>
              <p14:nvPr/>
            </p14:nvContentPartPr>
            <p14:xfrm>
              <a:off x="6912660" y="4789932"/>
              <a:ext cx="53280" cy="10944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9B76CDC-D8E6-1C68-7514-4C7E22BE46E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906540" y="478381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3915DC24-1C97-22B5-8D90-D24AC8DF8DB6}"/>
                  </a:ext>
                </a:extLst>
              </p14:cNvPr>
              <p14:cNvContentPartPr/>
              <p14:nvPr/>
            </p14:nvContentPartPr>
            <p14:xfrm>
              <a:off x="6996540" y="4860492"/>
              <a:ext cx="1800" cy="3960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3915DC24-1C97-22B5-8D90-D24AC8DF8DB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90420" y="485437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01C6DB0D-C05A-49B1-0270-F5D908A35BD8}"/>
                  </a:ext>
                </a:extLst>
              </p14:cNvPr>
              <p14:cNvContentPartPr/>
              <p14:nvPr/>
            </p14:nvContentPartPr>
            <p14:xfrm>
              <a:off x="7013100" y="4789932"/>
              <a:ext cx="66960" cy="9792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01C6DB0D-C05A-49B1-0270-F5D908A35B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06980" y="478381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86200100-B3FD-1BED-D6F4-15089E055EC3}"/>
                  </a:ext>
                </a:extLst>
              </p14:cNvPr>
              <p14:cNvContentPartPr/>
              <p14:nvPr/>
            </p14:nvContentPartPr>
            <p14:xfrm>
              <a:off x="7450698" y="4798577"/>
              <a:ext cx="37800" cy="11448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86200100-B3FD-1BED-D6F4-15089E055EC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44578" y="479245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56F5A733-9B9D-BAC1-59A0-DBB3BDC915C0}"/>
                  </a:ext>
                </a:extLst>
              </p14:cNvPr>
              <p14:cNvContentPartPr/>
              <p14:nvPr/>
            </p14:nvContentPartPr>
            <p14:xfrm>
              <a:off x="7517298" y="4886777"/>
              <a:ext cx="4680" cy="284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56F5A733-9B9D-BAC1-59A0-DBB3BDC915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11178" y="488065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D0280651-2041-BE47-B5DB-B19C96AE464F}"/>
                  </a:ext>
                </a:extLst>
              </p14:cNvPr>
              <p14:cNvContentPartPr/>
              <p14:nvPr/>
            </p14:nvContentPartPr>
            <p14:xfrm>
              <a:off x="7541940" y="4779852"/>
              <a:ext cx="58680" cy="1191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D0280651-2041-BE47-B5DB-B19C96AE464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535820" y="4773732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12D47D5A-9EA6-65C4-0FD5-D79A314E0796}"/>
                  </a:ext>
                </a:extLst>
              </p14:cNvPr>
              <p14:cNvContentPartPr/>
              <p14:nvPr/>
            </p14:nvContentPartPr>
            <p14:xfrm>
              <a:off x="7643820" y="4857252"/>
              <a:ext cx="2160" cy="4968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12D47D5A-9EA6-65C4-0FD5-D79A314E079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37700" y="485113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4EF8B338-2790-053B-21EB-D5FDC2CDDE17}"/>
                  </a:ext>
                </a:extLst>
              </p14:cNvPr>
              <p14:cNvContentPartPr/>
              <p14:nvPr/>
            </p14:nvContentPartPr>
            <p14:xfrm>
              <a:off x="7679820" y="4778772"/>
              <a:ext cx="19800" cy="10620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4EF8B338-2790-053B-21EB-D5FDC2CDDE1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673700" y="4772652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366D5537-B5E5-F3C5-A439-00D54046C845}"/>
                  </a:ext>
                </a:extLst>
              </p14:cNvPr>
              <p14:cNvContentPartPr/>
              <p14:nvPr/>
            </p14:nvContentPartPr>
            <p14:xfrm>
              <a:off x="8169258" y="4850339"/>
              <a:ext cx="1800" cy="489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366D5537-B5E5-F3C5-A439-00D54046C84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63138" y="484421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FDC4A4E-2F19-EFB4-6FC5-4019F3CA9F10}"/>
                  </a:ext>
                </a:extLst>
              </p14:cNvPr>
              <p14:cNvContentPartPr/>
              <p14:nvPr/>
            </p14:nvContentPartPr>
            <p14:xfrm>
              <a:off x="8634005" y="4792833"/>
              <a:ext cx="39600" cy="11196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FDC4A4E-2F19-EFB4-6FC5-4019F3CA9F1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27885" y="478671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9F30702-4945-91B9-AF91-9E8CFB9831E9}"/>
                  </a:ext>
                </a:extLst>
              </p14:cNvPr>
              <p14:cNvContentPartPr/>
              <p14:nvPr/>
            </p14:nvContentPartPr>
            <p14:xfrm>
              <a:off x="8700965" y="4881753"/>
              <a:ext cx="6480" cy="3564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9F30702-4945-91B9-AF91-9E8CFB9831E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94845" y="487563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F76DA212-2A01-BFB0-E7A8-D9177E7A4668}"/>
                  </a:ext>
                </a:extLst>
              </p14:cNvPr>
              <p14:cNvContentPartPr/>
              <p14:nvPr/>
            </p14:nvContentPartPr>
            <p14:xfrm>
              <a:off x="8797818" y="4856099"/>
              <a:ext cx="9000" cy="5760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F76DA212-2A01-BFB0-E7A8-D9177E7A466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91698" y="484997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00829CBE-313D-854F-36A5-56DC40F99B5D}"/>
                  </a:ext>
                </a:extLst>
              </p14:cNvPr>
              <p14:cNvContentPartPr/>
              <p14:nvPr/>
            </p14:nvContentPartPr>
            <p14:xfrm>
              <a:off x="9776892" y="4813005"/>
              <a:ext cx="54000" cy="813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00829CBE-313D-854F-36A5-56DC40F99B5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70772" y="480688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E283C325-6484-C79A-101A-D5B4AD473805}"/>
                  </a:ext>
                </a:extLst>
              </p14:cNvPr>
              <p14:cNvContentPartPr/>
              <p14:nvPr/>
            </p14:nvContentPartPr>
            <p14:xfrm>
              <a:off x="10353936" y="4810833"/>
              <a:ext cx="39240" cy="824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E283C325-6484-C79A-101A-D5B4AD47380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47816" y="480471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F8E31E5C-6FF5-1668-B6F2-DE8D6757FD6B}"/>
                  </a:ext>
                </a:extLst>
              </p14:cNvPr>
              <p14:cNvContentPartPr/>
              <p14:nvPr/>
            </p14:nvContentPartPr>
            <p14:xfrm>
              <a:off x="10439256" y="4862313"/>
              <a:ext cx="12960" cy="342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F8E31E5C-6FF5-1668-B6F2-DE8D6757FD6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33136" y="485619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B09692B7-D2BF-A84D-B1FA-A16E0DFB7487}"/>
                  </a:ext>
                </a:extLst>
              </p14:cNvPr>
              <p14:cNvContentPartPr/>
              <p14:nvPr/>
            </p14:nvContentPartPr>
            <p14:xfrm>
              <a:off x="9863256" y="4861593"/>
              <a:ext cx="10440" cy="3492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B09692B7-D2BF-A84D-B1FA-A16E0DFB748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857136" y="485547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D7B269B6-3560-9D1D-DC29-D61F579FBE0E}"/>
                  </a:ext>
                </a:extLst>
              </p14:cNvPr>
              <p14:cNvContentPartPr/>
              <p14:nvPr/>
            </p14:nvContentPartPr>
            <p14:xfrm>
              <a:off x="9172601" y="4821519"/>
              <a:ext cx="66240" cy="10836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D7B269B6-3560-9D1D-DC29-D61F579FBE0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66481" y="481539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0AB29B1-3AC4-01F1-863B-112607090C51}"/>
                  </a:ext>
                </a:extLst>
              </p14:cNvPr>
              <p14:cNvContentPartPr/>
              <p14:nvPr/>
            </p14:nvContentPartPr>
            <p14:xfrm>
              <a:off x="9262241" y="4901079"/>
              <a:ext cx="7920" cy="388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0AB29B1-3AC4-01F1-863B-112607090C5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256121" y="489495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F3CB0979-D0F7-00F4-76F0-AA60A8BD2CFB}"/>
                  </a:ext>
                </a:extLst>
              </p14:cNvPr>
              <p14:cNvContentPartPr/>
              <p14:nvPr/>
            </p14:nvContentPartPr>
            <p14:xfrm>
              <a:off x="9298130" y="4824688"/>
              <a:ext cx="54000" cy="10800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F3CB0979-D0F7-00F4-76F0-AA60A8BD2CF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92010" y="481856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ACA5C69-EF27-42EA-0734-0D1FB1308C86}"/>
                  </a:ext>
                </a:extLst>
              </p14:cNvPr>
              <p14:cNvContentPartPr/>
              <p14:nvPr/>
            </p14:nvContentPartPr>
            <p14:xfrm>
              <a:off x="9387050" y="4881208"/>
              <a:ext cx="1440" cy="507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ACA5C69-EF27-42EA-0734-0D1FB1308C8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380930" y="487508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5AAF42DF-1EE0-41CC-6A46-B68664EF939D}"/>
                  </a:ext>
                </a:extLst>
              </p14:cNvPr>
              <p14:cNvContentPartPr/>
              <p14:nvPr/>
            </p14:nvContentPartPr>
            <p14:xfrm>
              <a:off x="9411170" y="4808848"/>
              <a:ext cx="58320" cy="10296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5AAF42DF-1EE0-41CC-6A46-B68664EF939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405050" y="480272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C5B72C2F-BC3F-D391-4217-8F8E4B8F76C2}"/>
                  </a:ext>
                </a:extLst>
              </p14:cNvPr>
              <p14:cNvContentPartPr/>
              <p14:nvPr/>
            </p14:nvContentPartPr>
            <p14:xfrm>
              <a:off x="9909849" y="4783478"/>
              <a:ext cx="47520" cy="9144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C5B72C2F-BC3F-D391-4217-8F8E4B8F76C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903729" y="4777358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1F9B4DD-B9FA-D136-427A-628DE916EBEE}"/>
                  </a:ext>
                </a:extLst>
              </p14:cNvPr>
              <p14:cNvContentPartPr/>
              <p14:nvPr/>
            </p14:nvContentPartPr>
            <p14:xfrm>
              <a:off x="9994449" y="4836038"/>
              <a:ext cx="1080" cy="550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1F9B4DD-B9FA-D136-427A-628DE916EBE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988329" y="482991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7A496F7C-1A5A-039E-09B9-08DCF897A927}"/>
                  </a:ext>
                </a:extLst>
              </p14:cNvPr>
              <p14:cNvContentPartPr/>
              <p14:nvPr/>
            </p14:nvContentPartPr>
            <p14:xfrm>
              <a:off x="10037649" y="4775918"/>
              <a:ext cx="13680" cy="9648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7A496F7C-1A5A-039E-09B9-08DCF897A927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031529" y="4769798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F19D3653-AD15-AF46-99F6-8D9DA9188922}"/>
                  </a:ext>
                </a:extLst>
              </p14:cNvPr>
              <p14:cNvContentPartPr/>
              <p14:nvPr/>
            </p14:nvContentPartPr>
            <p14:xfrm>
              <a:off x="10529507" y="4851751"/>
              <a:ext cx="5040" cy="4788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F19D3653-AD15-AF46-99F6-8D9DA918892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523387" y="484563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A567943-A8B8-7A25-16FD-465A73252FAF}"/>
                  </a:ext>
                </a:extLst>
              </p14:cNvPr>
              <p14:cNvContentPartPr/>
              <p14:nvPr/>
            </p14:nvContentPartPr>
            <p14:xfrm>
              <a:off x="11003303" y="4799794"/>
              <a:ext cx="46080" cy="936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A567943-A8B8-7A25-16FD-465A73252FAF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997183" y="479367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9585CE17-56FD-C10B-534A-F7B2AA00A50B}"/>
                  </a:ext>
                </a:extLst>
              </p14:cNvPr>
              <p14:cNvContentPartPr/>
              <p14:nvPr/>
            </p14:nvContentPartPr>
            <p14:xfrm>
              <a:off x="11057303" y="4871074"/>
              <a:ext cx="6480" cy="2736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9585CE17-56FD-C10B-534A-F7B2AA00A50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051183" y="486495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90598DB7-E27A-CF6F-8EF3-EC5F8A8386B1}"/>
                  </a:ext>
                </a:extLst>
              </p14:cNvPr>
              <p14:cNvContentPartPr/>
              <p14:nvPr/>
            </p14:nvContentPartPr>
            <p14:xfrm>
              <a:off x="11146535" y="4854788"/>
              <a:ext cx="4680" cy="4248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90598DB7-E27A-CF6F-8EF3-EC5F8A8386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140415" y="484866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B50EA3DF-BBD4-99F8-6932-81118A412199}"/>
                  </a:ext>
                </a:extLst>
              </p14:cNvPr>
              <p14:cNvContentPartPr/>
              <p14:nvPr/>
            </p14:nvContentPartPr>
            <p14:xfrm>
              <a:off x="1793560" y="3081784"/>
              <a:ext cx="74520" cy="11808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B50EA3DF-BBD4-99F8-6932-81118A4121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440" y="3075664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5FEB3A16-94A4-79B0-5F45-4FE9A80D263B}"/>
                  </a:ext>
                </a:extLst>
              </p14:cNvPr>
              <p14:cNvContentPartPr/>
              <p14:nvPr/>
            </p14:nvContentPartPr>
            <p14:xfrm>
              <a:off x="1889320" y="3153064"/>
              <a:ext cx="5400" cy="5760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5FEB3A16-94A4-79B0-5F45-4FE9A80D26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3200" y="3146944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117C8447-9B38-E398-8DAE-8EFEB918EBDB}"/>
                  </a:ext>
                </a:extLst>
              </p14:cNvPr>
              <p14:cNvContentPartPr/>
              <p14:nvPr/>
            </p14:nvContentPartPr>
            <p14:xfrm>
              <a:off x="1928920" y="3073504"/>
              <a:ext cx="64800" cy="10836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117C8447-9B38-E398-8DAE-8EFEB918EB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2800" y="3067384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3AC74412-708E-5821-793D-C9FF332DCF10}"/>
                  </a:ext>
                </a:extLst>
              </p14:cNvPr>
              <p14:cNvContentPartPr/>
              <p14:nvPr/>
            </p14:nvContentPartPr>
            <p14:xfrm>
              <a:off x="2025040" y="3152704"/>
              <a:ext cx="7200" cy="5868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3AC74412-708E-5821-793D-C9FF332DCF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8920" y="3146584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DAFC7219-B343-0009-ABCA-6D3929ED82C8}"/>
                  </a:ext>
                </a:extLst>
              </p14:cNvPr>
              <p14:cNvContentPartPr/>
              <p14:nvPr/>
            </p14:nvContentPartPr>
            <p14:xfrm>
              <a:off x="2056000" y="3078184"/>
              <a:ext cx="74160" cy="1119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DAFC7219-B343-0009-ABCA-6D3929ED82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9880" y="3072064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611F0684-3B87-7097-7C6C-58532029E5C0}"/>
                  </a:ext>
                </a:extLst>
              </p14:cNvPr>
              <p14:cNvContentPartPr/>
              <p14:nvPr/>
            </p14:nvContentPartPr>
            <p14:xfrm>
              <a:off x="2451063" y="3093304"/>
              <a:ext cx="59760" cy="1108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611F0684-3B87-7097-7C6C-58532029E5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44943" y="3087184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4AFA4537-2205-B589-A155-A6165875A23C}"/>
                  </a:ext>
                </a:extLst>
              </p14:cNvPr>
              <p14:cNvContentPartPr/>
              <p14:nvPr/>
            </p14:nvContentPartPr>
            <p14:xfrm>
              <a:off x="2552943" y="3153784"/>
              <a:ext cx="3600" cy="6372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4AFA4537-2205-B589-A155-A6165875A2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6823" y="3147664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9453FB92-366D-D0B8-98E8-268655D18545}"/>
                  </a:ext>
                </a:extLst>
              </p14:cNvPr>
              <p14:cNvContentPartPr/>
              <p14:nvPr/>
            </p14:nvContentPartPr>
            <p14:xfrm>
              <a:off x="2582463" y="3087904"/>
              <a:ext cx="68760" cy="10548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9453FB92-366D-D0B8-98E8-268655D1854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6343" y="3081784"/>
                <a:ext cx="8100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2E4749EE-FAFC-BA08-C25F-9A6830993D6E}"/>
                  </a:ext>
                </a:extLst>
              </p14:cNvPr>
              <p14:cNvContentPartPr/>
              <p14:nvPr/>
            </p14:nvContentPartPr>
            <p14:xfrm>
              <a:off x="2677863" y="3170344"/>
              <a:ext cx="9720" cy="5652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2E4749EE-FAFC-BA08-C25F-9A6830993D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1743" y="3164224"/>
                <a:ext cx="2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0F949018-E1F1-AB86-DCD5-03F3667DD73D}"/>
                  </a:ext>
                </a:extLst>
              </p14:cNvPr>
              <p14:cNvContentPartPr/>
              <p14:nvPr/>
            </p14:nvContentPartPr>
            <p14:xfrm>
              <a:off x="2727183" y="3063424"/>
              <a:ext cx="26280" cy="13068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0F949018-E1F1-AB86-DCD5-03F3667DD7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21063" y="3057304"/>
                <a:ext cx="38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28B2BFFD-9FCE-4C20-201B-E22AA76B612B}"/>
                  </a:ext>
                </a:extLst>
              </p14:cNvPr>
              <p14:cNvContentPartPr/>
              <p14:nvPr/>
            </p14:nvContentPartPr>
            <p14:xfrm>
              <a:off x="3046621" y="3088373"/>
              <a:ext cx="62280" cy="12600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28B2BFFD-9FCE-4C20-201B-E22AA76B612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40501" y="3082253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84345E3A-02F4-0784-4A4A-426CEF6A7981}"/>
                  </a:ext>
                </a:extLst>
              </p14:cNvPr>
              <p14:cNvContentPartPr/>
              <p14:nvPr/>
            </p14:nvContentPartPr>
            <p14:xfrm>
              <a:off x="3686701" y="3079013"/>
              <a:ext cx="61200" cy="11052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84345E3A-02F4-0784-4A4A-426CEF6A79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80581" y="3072893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045D6855-21DF-EC14-7395-67C248F8871E}"/>
                  </a:ext>
                </a:extLst>
              </p14:cNvPr>
              <p14:cNvContentPartPr/>
              <p14:nvPr/>
            </p14:nvContentPartPr>
            <p14:xfrm>
              <a:off x="3144410" y="3177268"/>
              <a:ext cx="10440" cy="4320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045D6855-21DF-EC14-7395-67C248F8871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38290" y="3171148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4E77B1C4-6A15-6419-8054-95D4CEF0E9D4}"/>
                  </a:ext>
                </a:extLst>
              </p14:cNvPr>
              <p14:cNvContentPartPr/>
              <p14:nvPr/>
            </p14:nvContentPartPr>
            <p14:xfrm>
              <a:off x="3779090" y="3181588"/>
              <a:ext cx="3600" cy="3384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4E77B1C4-6A15-6419-8054-95D4CEF0E9D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72970" y="3175468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CDB760C0-3284-4E2A-BF00-32AC85D514B1}"/>
                  </a:ext>
                </a:extLst>
              </p14:cNvPr>
              <p14:cNvContentPartPr/>
              <p14:nvPr/>
            </p14:nvContentPartPr>
            <p14:xfrm>
              <a:off x="3249119" y="3168575"/>
              <a:ext cx="2160" cy="2340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CDB760C0-3284-4E2A-BF00-32AC85D514B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42999" y="3162455"/>
                <a:ext cx="14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FCA3B65C-BA26-7271-79F3-4C79BDD14943}"/>
                  </a:ext>
                </a:extLst>
              </p14:cNvPr>
              <p14:cNvContentPartPr/>
              <p14:nvPr/>
            </p14:nvContentPartPr>
            <p14:xfrm>
              <a:off x="3863639" y="3178655"/>
              <a:ext cx="2880" cy="1620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FCA3B65C-BA26-7271-79F3-4C79BDD1494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57519" y="3172535"/>
                <a:ext cx="15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890CA1FF-82DF-9705-EBA8-F280A83D4094}"/>
                  </a:ext>
                </a:extLst>
              </p14:cNvPr>
              <p14:cNvContentPartPr/>
              <p14:nvPr/>
            </p14:nvContentPartPr>
            <p14:xfrm>
              <a:off x="5495220" y="3059315"/>
              <a:ext cx="12240" cy="11448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890CA1FF-82DF-9705-EBA8-F280A83D40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89100" y="3053195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12AAE309-DA27-E21A-D5C2-0C7DAD27E767}"/>
                  </a:ext>
                </a:extLst>
              </p14:cNvPr>
              <p14:cNvContentPartPr/>
              <p14:nvPr/>
            </p14:nvContentPartPr>
            <p14:xfrm>
              <a:off x="5544540" y="3168035"/>
              <a:ext cx="1800" cy="3024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12AAE309-DA27-E21A-D5C2-0C7DAD27E7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38420" y="3161915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E617E8D7-C3C9-8735-367B-A9B064071AA8}"/>
                  </a:ext>
                </a:extLst>
              </p14:cNvPr>
              <p14:cNvContentPartPr/>
              <p14:nvPr/>
            </p14:nvContentPartPr>
            <p14:xfrm>
              <a:off x="6142926" y="3087958"/>
              <a:ext cx="10800" cy="10260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E617E8D7-C3C9-8735-367B-A9B064071AA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36806" y="3081838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EDA296E8-B82F-C7DA-D382-9BE39FECAC55}"/>
                  </a:ext>
                </a:extLst>
              </p14:cNvPr>
              <p14:cNvContentPartPr/>
              <p14:nvPr/>
            </p14:nvContentPartPr>
            <p14:xfrm>
              <a:off x="6187926" y="3171478"/>
              <a:ext cx="2520" cy="3564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EDA296E8-B82F-C7DA-D382-9BE39FECAC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81806" y="3165358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8FDC4A18-B9A4-A07C-DC02-1B1728A4DA33}"/>
                  </a:ext>
                </a:extLst>
              </p14:cNvPr>
              <p14:cNvContentPartPr/>
              <p14:nvPr/>
            </p14:nvContentPartPr>
            <p14:xfrm>
              <a:off x="4938660" y="3062195"/>
              <a:ext cx="5760" cy="11448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8FDC4A18-B9A4-A07C-DC02-1B1728A4DA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32540" y="3056075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ED7A166D-F130-0BEF-8BF2-891108DE94D1}"/>
                  </a:ext>
                </a:extLst>
              </p14:cNvPr>
              <p14:cNvContentPartPr/>
              <p14:nvPr/>
            </p14:nvContentPartPr>
            <p14:xfrm>
              <a:off x="4982940" y="3175595"/>
              <a:ext cx="7920" cy="2628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ED7A166D-F130-0BEF-8BF2-891108DE94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76820" y="3169475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B01ACA7D-2808-E27D-2196-1134A80E68E0}"/>
                  </a:ext>
                </a:extLst>
              </p14:cNvPr>
              <p14:cNvContentPartPr/>
              <p14:nvPr/>
            </p14:nvContentPartPr>
            <p14:xfrm>
              <a:off x="5017637" y="3073312"/>
              <a:ext cx="51120" cy="11484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B01ACA7D-2808-E27D-2196-1134A80E68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11517" y="3067192"/>
                <a:ext cx="63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F7CBDA3E-C7E7-6714-65CE-EB59023810B0}"/>
                  </a:ext>
                </a:extLst>
              </p14:cNvPr>
              <p14:cNvContentPartPr/>
              <p14:nvPr/>
            </p14:nvContentPartPr>
            <p14:xfrm>
              <a:off x="5097197" y="3170152"/>
              <a:ext cx="11520" cy="4428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F7CBDA3E-C7E7-6714-65CE-EB59023810B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1077" y="3164032"/>
                <a:ext cx="237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330E1AF3-0C01-CFC4-E6D0-D86B92DC8397}"/>
                  </a:ext>
                </a:extLst>
              </p14:cNvPr>
              <p14:cNvContentPartPr/>
              <p14:nvPr/>
            </p14:nvContentPartPr>
            <p14:xfrm>
              <a:off x="4277700" y="3061115"/>
              <a:ext cx="10440" cy="11412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330E1AF3-0C01-CFC4-E6D0-D86B92DC83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71580" y="3054995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3B3ACDDF-8231-FD5E-144E-644E908FD7F3}"/>
                  </a:ext>
                </a:extLst>
              </p14:cNvPr>
              <p14:cNvContentPartPr/>
              <p14:nvPr/>
            </p14:nvContentPartPr>
            <p14:xfrm>
              <a:off x="4329900" y="3156515"/>
              <a:ext cx="1440" cy="2736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3B3ACDDF-8231-FD5E-144E-644E908FD7F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23780" y="3150395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21E875EB-E19A-288B-D13A-DC19C1244952}"/>
                  </a:ext>
                </a:extLst>
              </p14:cNvPr>
              <p14:cNvContentPartPr/>
              <p14:nvPr/>
            </p14:nvContentPartPr>
            <p14:xfrm>
              <a:off x="4358117" y="3071872"/>
              <a:ext cx="50760" cy="9540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21E875EB-E19A-288B-D13A-DC19C124495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51997" y="3065752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11D7713A-CA02-9582-DD1C-355B9F6AE229}"/>
                  </a:ext>
                </a:extLst>
              </p14:cNvPr>
              <p14:cNvContentPartPr/>
              <p14:nvPr/>
            </p14:nvContentPartPr>
            <p14:xfrm>
              <a:off x="4430117" y="3148192"/>
              <a:ext cx="5760" cy="3456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11D7713A-CA02-9582-DD1C-355B9F6AE22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23997" y="3142072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8E05F105-3FA9-7E7C-0330-6686BD7A40AA}"/>
                  </a:ext>
                </a:extLst>
              </p14:cNvPr>
              <p14:cNvContentPartPr/>
              <p14:nvPr/>
            </p14:nvContentPartPr>
            <p14:xfrm>
              <a:off x="4454556" y="3066015"/>
              <a:ext cx="47520" cy="9396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8E05F105-3FA9-7E7C-0330-6686BD7A40A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48436" y="3059895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AAF8ECF2-815A-5F61-AB9D-51777899416B}"/>
                  </a:ext>
                </a:extLst>
              </p14:cNvPr>
              <p14:cNvContentPartPr/>
              <p14:nvPr/>
            </p14:nvContentPartPr>
            <p14:xfrm>
              <a:off x="5150076" y="3073215"/>
              <a:ext cx="15480" cy="9216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AAF8ECF2-815A-5F61-AB9D-51777899416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43956" y="3067095"/>
                <a:ext cx="27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E5897A52-9A1C-71A0-53DC-FB23399A2A5A}"/>
                  </a:ext>
                </a:extLst>
              </p14:cNvPr>
              <p14:cNvContentPartPr/>
              <p14:nvPr/>
            </p14:nvContentPartPr>
            <p14:xfrm>
              <a:off x="5647140" y="3146283"/>
              <a:ext cx="3960" cy="3924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E5897A52-9A1C-71A0-53DC-FB23399A2A5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41020" y="3140163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E0420844-66C9-E9A9-D5CB-4517EEAA2DE8}"/>
                  </a:ext>
                </a:extLst>
              </p14:cNvPr>
              <p14:cNvContentPartPr/>
              <p14:nvPr/>
            </p14:nvContentPartPr>
            <p14:xfrm>
              <a:off x="6312392" y="3161621"/>
              <a:ext cx="4320" cy="4212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E0420844-66C9-E9A9-D5CB-4517EEAA2DE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06272" y="3155501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4F065B3F-8F0B-E5C9-B050-2D28C4C82B97}"/>
                  </a:ext>
                </a:extLst>
              </p14:cNvPr>
              <p14:cNvContentPartPr/>
              <p14:nvPr/>
            </p14:nvContentPartPr>
            <p14:xfrm>
              <a:off x="7881428" y="3080372"/>
              <a:ext cx="35280" cy="9720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4F065B3F-8F0B-E5C9-B050-2D28C4C82B9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75308" y="3074252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3D69DED4-FFE9-188D-3E78-30C112361764}"/>
                  </a:ext>
                </a:extLst>
              </p14:cNvPr>
              <p14:cNvContentPartPr/>
              <p14:nvPr/>
            </p14:nvContentPartPr>
            <p14:xfrm>
              <a:off x="7957748" y="3154172"/>
              <a:ext cx="2160" cy="3888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3D69DED4-FFE9-188D-3E78-30C11236176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51628" y="3148052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EDA8CD34-0F05-A37F-FD71-931828EA3C08}"/>
                  </a:ext>
                </a:extLst>
              </p14:cNvPr>
              <p14:cNvContentPartPr/>
              <p14:nvPr/>
            </p14:nvContentPartPr>
            <p14:xfrm>
              <a:off x="6723534" y="3066975"/>
              <a:ext cx="45360" cy="10044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EDA8CD34-0F05-A37F-FD71-931828EA3C0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17414" y="3060855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E49AC460-AC9E-89FA-40D6-8EED297CB12F}"/>
                  </a:ext>
                </a:extLst>
              </p14:cNvPr>
              <p14:cNvContentPartPr/>
              <p14:nvPr/>
            </p14:nvContentPartPr>
            <p14:xfrm>
              <a:off x="6804894" y="3149775"/>
              <a:ext cx="3960" cy="4068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E49AC460-AC9E-89FA-40D6-8EED297CB12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98774" y="3143655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8EC6EB7D-5BE9-7C89-B575-76A403BF972D}"/>
                  </a:ext>
                </a:extLst>
              </p14:cNvPr>
              <p14:cNvContentPartPr/>
              <p14:nvPr/>
            </p14:nvContentPartPr>
            <p14:xfrm>
              <a:off x="6833496" y="3066610"/>
              <a:ext cx="53280" cy="10944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8EC6EB7D-5BE9-7C89-B575-76A403BF972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27376" y="3060490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A060C0AD-4186-684E-3680-685EA316B172}"/>
                  </a:ext>
                </a:extLst>
              </p14:cNvPr>
              <p14:cNvContentPartPr/>
              <p14:nvPr/>
            </p14:nvContentPartPr>
            <p14:xfrm>
              <a:off x="6917376" y="3137170"/>
              <a:ext cx="1800" cy="3960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A060C0AD-4186-684E-3680-685EA316B17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11256" y="3131050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129AFBA8-DE6D-8428-0F05-8938C95959E5}"/>
                  </a:ext>
                </a:extLst>
              </p14:cNvPr>
              <p14:cNvContentPartPr/>
              <p14:nvPr/>
            </p14:nvContentPartPr>
            <p14:xfrm>
              <a:off x="6933936" y="3066610"/>
              <a:ext cx="66960" cy="9792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129AFBA8-DE6D-8428-0F05-8938C95959E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927816" y="3060490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A4CDEF9-819D-A2EF-049A-A2062D6E1CD7}"/>
                  </a:ext>
                </a:extLst>
              </p14:cNvPr>
              <p14:cNvContentPartPr/>
              <p14:nvPr/>
            </p14:nvContentPartPr>
            <p14:xfrm>
              <a:off x="7371534" y="3075255"/>
              <a:ext cx="37800" cy="11448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A4CDEF9-819D-A2EF-049A-A2062D6E1CD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65414" y="3069135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D2D2D234-08C3-081B-D271-A204E06D8919}"/>
                  </a:ext>
                </a:extLst>
              </p14:cNvPr>
              <p14:cNvContentPartPr/>
              <p14:nvPr/>
            </p14:nvContentPartPr>
            <p14:xfrm>
              <a:off x="7438134" y="3163455"/>
              <a:ext cx="4680" cy="2844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D2D2D234-08C3-081B-D271-A204E06D891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2014" y="3157335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C5C11F3E-E46F-F500-1B24-65A6826D649A}"/>
                  </a:ext>
                </a:extLst>
              </p14:cNvPr>
              <p14:cNvContentPartPr/>
              <p14:nvPr/>
            </p14:nvContentPartPr>
            <p14:xfrm>
              <a:off x="7462776" y="3056530"/>
              <a:ext cx="58680" cy="1191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C5C11F3E-E46F-F500-1B24-65A6826D649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456656" y="3050410"/>
                <a:ext cx="709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5B4F2828-6B82-C4F2-3305-D128C3A10AB9}"/>
                  </a:ext>
                </a:extLst>
              </p14:cNvPr>
              <p14:cNvContentPartPr/>
              <p14:nvPr/>
            </p14:nvContentPartPr>
            <p14:xfrm>
              <a:off x="7564656" y="3133930"/>
              <a:ext cx="2160" cy="4968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5B4F2828-6B82-C4F2-3305-D128C3A10AB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558536" y="3127810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655F72FC-0B81-20ED-EED6-1AC1B4E8ADB5}"/>
                  </a:ext>
                </a:extLst>
              </p14:cNvPr>
              <p14:cNvContentPartPr/>
              <p14:nvPr/>
            </p14:nvContentPartPr>
            <p14:xfrm>
              <a:off x="7600656" y="3055450"/>
              <a:ext cx="19800" cy="10620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655F72FC-0B81-20ED-EED6-1AC1B4E8ADB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594536" y="3049330"/>
                <a:ext cx="320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47810226-870D-CF11-ED79-ED39D4757322}"/>
                  </a:ext>
                </a:extLst>
              </p14:cNvPr>
              <p14:cNvContentPartPr/>
              <p14:nvPr/>
            </p14:nvContentPartPr>
            <p14:xfrm>
              <a:off x="8090094" y="3127017"/>
              <a:ext cx="1800" cy="4896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47810226-870D-CF11-ED79-ED39D475732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83974" y="3120897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0654B6A3-BD76-4FCE-BB47-489BEF674284}"/>
                  </a:ext>
                </a:extLst>
              </p14:cNvPr>
              <p14:cNvContentPartPr/>
              <p14:nvPr/>
            </p14:nvContentPartPr>
            <p14:xfrm>
              <a:off x="8554841" y="3069511"/>
              <a:ext cx="39600" cy="1119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0654B6A3-BD76-4FCE-BB47-489BEF67428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48721" y="3063391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463A41C1-975D-C85B-18DA-694BC53D6CE5}"/>
                  </a:ext>
                </a:extLst>
              </p14:cNvPr>
              <p14:cNvContentPartPr/>
              <p14:nvPr/>
            </p14:nvContentPartPr>
            <p14:xfrm>
              <a:off x="8621801" y="3158431"/>
              <a:ext cx="6480" cy="3564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463A41C1-975D-C85B-18DA-694BC53D6C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15681" y="3152311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7DD4FDF1-0528-5154-0BF5-317CD0BD28B2}"/>
                  </a:ext>
                </a:extLst>
              </p14:cNvPr>
              <p14:cNvContentPartPr/>
              <p14:nvPr/>
            </p14:nvContentPartPr>
            <p14:xfrm>
              <a:off x="8718654" y="3132777"/>
              <a:ext cx="9000" cy="5760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7DD4FDF1-0528-5154-0BF5-317CD0BD28B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12534" y="3126657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764E858C-5D14-91C3-151F-B587F19061FC}"/>
                  </a:ext>
                </a:extLst>
              </p14:cNvPr>
              <p14:cNvContentPartPr/>
              <p14:nvPr/>
            </p14:nvContentPartPr>
            <p14:xfrm>
              <a:off x="9697728" y="3089683"/>
              <a:ext cx="54000" cy="8136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764E858C-5D14-91C3-151F-B587F19061F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91608" y="3083563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7E5402B4-8EC3-337D-7745-AF8D0357E041}"/>
                  </a:ext>
                </a:extLst>
              </p14:cNvPr>
              <p14:cNvContentPartPr/>
              <p14:nvPr/>
            </p14:nvContentPartPr>
            <p14:xfrm>
              <a:off x="10274772" y="3087511"/>
              <a:ext cx="39240" cy="8244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7E5402B4-8EC3-337D-7745-AF8D0357E04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68652" y="3081391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FDEE5A74-EE78-3276-049C-3E78924B0803}"/>
                  </a:ext>
                </a:extLst>
              </p14:cNvPr>
              <p14:cNvContentPartPr/>
              <p14:nvPr/>
            </p14:nvContentPartPr>
            <p14:xfrm>
              <a:off x="10360092" y="3138991"/>
              <a:ext cx="12960" cy="3420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FDEE5A74-EE78-3276-049C-3E78924B080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53972" y="3132871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AD5DEAF5-58EA-F0CD-6D79-574A4CA16427}"/>
                  </a:ext>
                </a:extLst>
              </p14:cNvPr>
              <p14:cNvContentPartPr/>
              <p14:nvPr/>
            </p14:nvContentPartPr>
            <p14:xfrm>
              <a:off x="9784092" y="3138271"/>
              <a:ext cx="10440" cy="3492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AD5DEAF5-58EA-F0CD-6D79-574A4CA1642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777972" y="3132151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6FBFB33E-AC85-99E2-490E-7D0D5728A56D}"/>
                  </a:ext>
                </a:extLst>
              </p14:cNvPr>
              <p14:cNvContentPartPr/>
              <p14:nvPr/>
            </p14:nvContentPartPr>
            <p14:xfrm>
              <a:off x="9093437" y="3098197"/>
              <a:ext cx="66240" cy="1083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6FBFB33E-AC85-99E2-490E-7D0D5728A56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087317" y="3092077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640FD2A-87A6-8046-1AAA-66B3A2D78D36}"/>
                  </a:ext>
                </a:extLst>
              </p14:cNvPr>
              <p14:cNvContentPartPr/>
              <p14:nvPr/>
            </p14:nvContentPartPr>
            <p14:xfrm>
              <a:off x="9183077" y="3177757"/>
              <a:ext cx="7920" cy="3888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640FD2A-87A6-8046-1AAA-66B3A2D78D3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176957" y="3171637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BB5847AE-E17E-9C79-7729-79EB34FE58D5}"/>
                  </a:ext>
                </a:extLst>
              </p14:cNvPr>
              <p14:cNvContentPartPr/>
              <p14:nvPr/>
            </p14:nvContentPartPr>
            <p14:xfrm>
              <a:off x="9218966" y="3101366"/>
              <a:ext cx="54000" cy="1080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BB5847AE-E17E-9C79-7729-79EB34FE58D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12846" y="3095246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77C7AC80-4375-6B08-2C77-E552BCF9E70E}"/>
                  </a:ext>
                </a:extLst>
              </p14:cNvPr>
              <p14:cNvContentPartPr/>
              <p14:nvPr/>
            </p14:nvContentPartPr>
            <p14:xfrm>
              <a:off x="9307886" y="3157886"/>
              <a:ext cx="1440" cy="5076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77C7AC80-4375-6B08-2C77-E552BCF9E70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301766" y="3151766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93392228-4AFE-3D8F-6917-01753D099C38}"/>
                  </a:ext>
                </a:extLst>
              </p14:cNvPr>
              <p14:cNvContentPartPr/>
              <p14:nvPr/>
            </p14:nvContentPartPr>
            <p14:xfrm>
              <a:off x="9332006" y="3085526"/>
              <a:ext cx="58320" cy="1029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93392228-4AFE-3D8F-6917-01753D099C3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325886" y="3079406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9EB3A4F8-A11B-ACFD-6174-9DA443590219}"/>
                  </a:ext>
                </a:extLst>
              </p14:cNvPr>
              <p14:cNvContentPartPr/>
              <p14:nvPr/>
            </p14:nvContentPartPr>
            <p14:xfrm>
              <a:off x="9830685" y="3060156"/>
              <a:ext cx="47520" cy="9144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9EB3A4F8-A11B-ACFD-6174-9DA44359021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824565" y="3054036"/>
                <a:ext cx="59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9377915E-AD64-E62B-D94C-662618B436D6}"/>
                  </a:ext>
                </a:extLst>
              </p14:cNvPr>
              <p14:cNvContentPartPr/>
              <p14:nvPr/>
            </p14:nvContentPartPr>
            <p14:xfrm>
              <a:off x="9915285" y="3112716"/>
              <a:ext cx="1080" cy="5508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9377915E-AD64-E62B-D94C-662618B436D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909165" y="3106596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46689150-2098-B244-8503-8C12B9B8924B}"/>
                  </a:ext>
                </a:extLst>
              </p14:cNvPr>
              <p14:cNvContentPartPr/>
              <p14:nvPr/>
            </p14:nvContentPartPr>
            <p14:xfrm>
              <a:off x="9958485" y="3052596"/>
              <a:ext cx="13680" cy="9648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46689150-2098-B244-8503-8C12B9B8924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952365" y="3046476"/>
                <a:ext cx="2592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7198C521-1623-FB59-9CC2-23E75653F352}"/>
                  </a:ext>
                </a:extLst>
              </p14:cNvPr>
              <p14:cNvContentPartPr/>
              <p14:nvPr/>
            </p14:nvContentPartPr>
            <p14:xfrm>
              <a:off x="10450343" y="3128429"/>
              <a:ext cx="5040" cy="478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7198C521-1623-FB59-9CC2-23E75653F35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444223" y="3122309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8BB13444-C693-7D18-397D-E3F1C3454A9C}"/>
                  </a:ext>
                </a:extLst>
              </p14:cNvPr>
              <p14:cNvContentPartPr/>
              <p14:nvPr/>
            </p14:nvContentPartPr>
            <p14:xfrm>
              <a:off x="10924139" y="3076472"/>
              <a:ext cx="46080" cy="9360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8BB13444-C693-7D18-397D-E3F1C3454A9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918019" y="3070352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63EB5D7B-7F39-8744-A1BE-577DDB5A9ED2}"/>
                  </a:ext>
                </a:extLst>
              </p14:cNvPr>
              <p14:cNvContentPartPr/>
              <p14:nvPr/>
            </p14:nvContentPartPr>
            <p14:xfrm>
              <a:off x="10978139" y="3147752"/>
              <a:ext cx="6480" cy="2736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63EB5D7B-7F39-8744-A1BE-577DDB5A9ED2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972019" y="3141632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781A80BA-D783-85AB-DA16-AFAFDF219601}"/>
                  </a:ext>
                </a:extLst>
              </p14:cNvPr>
              <p14:cNvContentPartPr/>
              <p14:nvPr/>
            </p14:nvContentPartPr>
            <p14:xfrm>
              <a:off x="11067371" y="3131466"/>
              <a:ext cx="4680" cy="424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781A80BA-D783-85AB-DA16-AFAFDF21960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61251" y="3125346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A14A62A1-A776-88F6-0993-F6B3C23B97AE}"/>
                  </a:ext>
                </a:extLst>
              </p14:cNvPr>
              <p14:cNvContentPartPr/>
              <p14:nvPr/>
            </p14:nvContentPartPr>
            <p14:xfrm>
              <a:off x="3265022" y="3087700"/>
              <a:ext cx="64080" cy="11052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A14A62A1-A776-88F6-0993-F6B3C23B97A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258902" y="3081580"/>
                <a:ext cx="763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64421618-0768-5FBC-89C9-D57B7CD25A0D}"/>
                  </a:ext>
                </a:extLst>
              </p14:cNvPr>
              <p14:cNvContentPartPr/>
              <p14:nvPr/>
            </p14:nvContentPartPr>
            <p14:xfrm>
              <a:off x="3370862" y="4827940"/>
              <a:ext cx="71280" cy="7956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64421618-0768-5FBC-89C9-D57B7CD25A0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64742" y="4821820"/>
                <a:ext cx="83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DC8ED0C5-6F58-D87C-422D-6526721E464F}"/>
                  </a:ext>
                </a:extLst>
              </p14:cNvPr>
              <p14:cNvContentPartPr/>
              <p14:nvPr/>
            </p14:nvContentPartPr>
            <p14:xfrm>
              <a:off x="3976382" y="4834060"/>
              <a:ext cx="57960" cy="9288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DC8ED0C5-6F58-D87C-422D-6526721E464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970262" y="4827940"/>
                <a:ext cx="702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27453D1D-5639-7B99-4D47-0F6C758F6168}"/>
                  </a:ext>
                </a:extLst>
              </p14:cNvPr>
              <p14:cNvContentPartPr/>
              <p14:nvPr/>
            </p14:nvContentPartPr>
            <p14:xfrm>
              <a:off x="3908702" y="3106780"/>
              <a:ext cx="51840" cy="7992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27453D1D-5639-7B99-4D47-0F6C758F616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902582" y="3100660"/>
                <a:ext cx="640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9317EE59-F953-751C-FE51-DD388B7F08B7}"/>
                  </a:ext>
                </a:extLst>
              </p14:cNvPr>
              <p14:cNvContentPartPr/>
              <p14:nvPr/>
            </p14:nvContentPartPr>
            <p14:xfrm>
              <a:off x="5672314" y="3064415"/>
              <a:ext cx="68400" cy="10296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9317EE59-F953-751C-FE51-DD388B7F08B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666194" y="3058295"/>
                <a:ext cx="806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C1B5B7AA-E23D-4640-6E96-D6A1BA27B1E4}"/>
                  </a:ext>
                </a:extLst>
              </p14:cNvPr>
              <p14:cNvContentPartPr/>
              <p14:nvPr/>
            </p14:nvContentPartPr>
            <p14:xfrm>
              <a:off x="6355954" y="3083855"/>
              <a:ext cx="85320" cy="10260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C1B5B7AA-E23D-4640-6E96-D6A1BA27B1E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349834" y="3077735"/>
                <a:ext cx="975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906D300B-15BE-A801-D525-6054CA63DAC1}"/>
                  </a:ext>
                </a:extLst>
              </p14:cNvPr>
              <p14:cNvContentPartPr/>
              <p14:nvPr/>
            </p14:nvContentPartPr>
            <p14:xfrm>
              <a:off x="5752954" y="4788815"/>
              <a:ext cx="76320" cy="9252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906D300B-15BE-A801-D525-6054CA63DAC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746834" y="4782695"/>
                <a:ext cx="885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85FC26C0-7EEE-736F-BAC6-A83D7DDC0A51}"/>
                  </a:ext>
                </a:extLst>
              </p14:cNvPr>
              <p14:cNvContentPartPr/>
              <p14:nvPr/>
            </p14:nvContentPartPr>
            <p14:xfrm>
              <a:off x="6414994" y="4819055"/>
              <a:ext cx="88560" cy="9504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85FC26C0-7EEE-736F-BAC6-A83D7DDC0A5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408874" y="4812935"/>
                <a:ext cx="1008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59CA3D8F-D61B-5F25-B263-A6438E29429E}"/>
                  </a:ext>
                </a:extLst>
              </p14:cNvPr>
              <p14:cNvContentPartPr/>
              <p14:nvPr/>
            </p14:nvContentPartPr>
            <p14:xfrm>
              <a:off x="8128480" y="3063015"/>
              <a:ext cx="71640" cy="8928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59CA3D8F-D61B-5F25-B263-A6438E29429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22360" y="3056895"/>
                <a:ext cx="838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75910B81-39E4-1DC6-D446-D43139E9311C}"/>
                  </a:ext>
                </a:extLst>
              </p14:cNvPr>
              <p14:cNvContentPartPr/>
              <p14:nvPr/>
            </p14:nvContentPartPr>
            <p14:xfrm>
              <a:off x="8764240" y="3054735"/>
              <a:ext cx="78840" cy="10080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75910B81-39E4-1DC6-D446-D43139E9311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758120" y="3048615"/>
                <a:ext cx="910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D98E6AC3-9D39-A905-2079-B4C707A829BE}"/>
                  </a:ext>
                </a:extLst>
              </p14:cNvPr>
              <p14:cNvContentPartPr/>
              <p14:nvPr/>
            </p14:nvContentPartPr>
            <p14:xfrm>
              <a:off x="8215960" y="4772655"/>
              <a:ext cx="56520" cy="10080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D98E6AC3-9D39-A905-2079-B4C707A829B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209840" y="4766535"/>
                <a:ext cx="687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A4E2E43-C7AB-BA3F-68E4-76167FE36C22}"/>
                  </a:ext>
                </a:extLst>
              </p14:cNvPr>
              <p14:cNvContentPartPr/>
              <p14:nvPr/>
            </p14:nvContentPartPr>
            <p14:xfrm>
              <a:off x="8835160" y="4797855"/>
              <a:ext cx="70200" cy="8892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A4E2E43-C7AB-BA3F-68E4-76167FE36C2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829040" y="4791735"/>
                <a:ext cx="82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1AAE1657-7A72-A7C4-562D-F0A7AA41B70E}"/>
                  </a:ext>
                </a:extLst>
              </p14:cNvPr>
              <p14:cNvContentPartPr/>
              <p14:nvPr/>
            </p14:nvContentPartPr>
            <p14:xfrm>
              <a:off x="10491959" y="3081877"/>
              <a:ext cx="67320" cy="9720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1AAE1657-7A72-A7C4-562D-F0A7AA41B70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485839" y="3075757"/>
                <a:ext cx="795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C978D796-7150-6362-1514-DCA85D4329D4}"/>
                  </a:ext>
                </a:extLst>
              </p14:cNvPr>
              <p14:cNvContentPartPr/>
              <p14:nvPr/>
            </p14:nvContentPartPr>
            <p14:xfrm>
              <a:off x="11099639" y="3066037"/>
              <a:ext cx="74520" cy="9216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C978D796-7150-6362-1514-DCA85D4329D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093519" y="3059917"/>
                <a:ext cx="867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55B3199-B70A-087E-BF71-CCC466F3D0FB}"/>
                  </a:ext>
                </a:extLst>
              </p14:cNvPr>
              <p14:cNvContentPartPr/>
              <p14:nvPr/>
            </p14:nvContentPartPr>
            <p14:xfrm>
              <a:off x="10567559" y="4791157"/>
              <a:ext cx="70920" cy="8820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55B3199-B70A-087E-BF71-CCC466F3D0F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561439" y="4785037"/>
                <a:ext cx="83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A8526E37-3D45-C9CD-939E-5C0802626992}"/>
                  </a:ext>
                </a:extLst>
              </p14:cNvPr>
              <p14:cNvContentPartPr/>
              <p14:nvPr/>
            </p14:nvContentPartPr>
            <p14:xfrm>
              <a:off x="11171639" y="4789717"/>
              <a:ext cx="81000" cy="10080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A8526E37-3D45-C9CD-939E-5C080262699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1165519" y="4783597"/>
                <a:ext cx="93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EDB1CB43-78B3-B997-4FBE-15491F38CD3E}"/>
                  </a:ext>
                </a:extLst>
              </p14:cNvPr>
              <p14:cNvContentPartPr/>
              <p14:nvPr/>
            </p14:nvContentPartPr>
            <p14:xfrm>
              <a:off x="3184148" y="3104843"/>
              <a:ext cx="43560" cy="8748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EDB1CB43-78B3-B997-4FBE-15491F38CD3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178028" y="3098723"/>
                <a:ext cx="55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1CBBC627-157E-37C0-CBA8-A20D6F78B118}"/>
                  </a:ext>
                </a:extLst>
              </p14:cNvPr>
              <p14:cNvContentPartPr/>
              <p14:nvPr/>
            </p14:nvContentPartPr>
            <p14:xfrm>
              <a:off x="3803435" y="3084178"/>
              <a:ext cx="43200" cy="9612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1CBBC627-157E-37C0-CBA8-A20D6F78B118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97315" y="3078058"/>
                <a:ext cx="554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623C6C98-D2E1-59A5-1A0C-CC4BD606FCCA}"/>
                  </a:ext>
                </a:extLst>
              </p14:cNvPr>
              <p14:cNvContentPartPr/>
              <p14:nvPr/>
            </p14:nvContentPartPr>
            <p14:xfrm>
              <a:off x="5575631" y="3073198"/>
              <a:ext cx="35280" cy="9468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623C6C98-D2E1-59A5-1A0C-CC4BD606FCC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569511" y="3067078"/>
                <a:ext cx="475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E017E9DC-A7F4-7392-1E50-D2CF738F71F4}"/>
                  </a:ext>
                </a:extLst>
              </p14:cNvPr>
              <p14:cNvContentPartPr/>
              <p14:nvPr/>
            </p14:nvContentPartPr>
            <p14:xfrm>
              <a:off x="6224648" y="3091086"/>
              <a:ext cx="59400" cy="9864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E017E9DC-A7F4-7392-1E50-D2CF738F71F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218528" y="3084966"/>
                <a:ext cx="71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2F71B948-E015-0058-75E7-2B5F6903D393}"/>
                  </a:ext>
                </a:extLst>
              </p14:cNvPr>
              <p14:cNvContentPartPr/>
              <p14:nvPr/>
            </p14:nvContentPartPr>
            <p14:xfrm>
              <a:off x="7996113" y="3062327"/>
              <a:ext cx="61200" cy="990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2F71B948-E015-0058-75E7-2B5F6903D39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989993" y="3056207"/>
                <a:ext cx="734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655EABE2-BED0-3901-5784-781DC82DC658}"/>
                  </a:ext>
                </a:extLst>
              </p14:cNvPr>
              <p14:cNvContentPartPr/>
              <p14:nvPr/>
            </p14:nvContentPartPr>
            <p14:xfrm>
              <a:off x="8648073" y="3064127"/>
              <a:ext cx="56160" cy="10332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655EABE2-BED0-3901-5784-781DC82DC65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641953" y="3058007"/>
                <a:ext cx="684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25443EA3-9F83-EFE7-02C4-3642EBC998C1}"/>
                  </a:ext>
                </a:extLst>
              </p14:cNvPr>
              <p14:cNvContentPartPr/>
              <p14:nvPr/>
            </p14:nvContentPartPr>
            <p14:xfrm>
              <a:off x="10388271" y="3069623"/>
              <a:ext cx="39240" cy="9540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25443EA3-9F83-EFE7-02C4-3642EBC998C1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382151" y="3063503"/>
                <a:ext cx="514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C9D3C591-3535-9908-71F6-60FEC24738DA}"/>
                  </a:ext>
                </a:extLst>
              </p14:cNvPr>
              <p14:cNvContentPartPr/>
              <p14:nvPr/>
            </p14:nvContentPartPr>
            <p14:xfrm>
              <a:off x="11002791" y="3069983"/>
              <a:ext cx="33480" cy="10296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C9D3C591-3535-9908-71F6-60FEC24738D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996671" y="3063863"/>
                <a:ext cx="457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3E11D5DB-33B9-E07F-BD60-10883329F7E6}"/>
                  </a:ext>
                </a:extLst>
              </p14:cNvPr>
              <p14:cNvContentPartPr/>
              <p14:nvPr/>
            </p14:nvContentPartPr>
            <p14:xfrm>
              <a:off x="10477154" y="4780241"/>
              <a:ext cx="36720" cy="9936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3E11D5DB-33B9-E07F-BD60-10883329F7E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471034" y="4774121"/>
                <a:ext cx="489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02BE0B74-C460-0A1B-548D-F4F7854ED90E}"/>
                  </a:ext>
                </a:extLst>
              </p14:cNvPr>
              <p14:cNvContentPartPr/>
              <p14:nvPr/>
            </p14:nvContentPartPr>
            <p14:xfrm>
              <a:off x="11086994" y="4790681"/>
              <a:ext cx="39240" cy="10548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02BE0B74-C460-0A1B-548D-F4F7854ED90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080874" y="4784561"/>
                <a:ext cx="51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F8C037A6-C987-4D3C-8106-5775F29B2522}"/>
                  </a:ext>
                </a:extLst>
              </p14:cNvPr>
              <p14:cNvContentPartPr/>
              <p14:nvPr/>
            </p14:nvContentPartPr>
            <p14:xfrm>
              <a:off x="8079829" y="4767873"/>
              <a:ext cx="49680" cy="1252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F8C037A6-C987-4D3C-8106-5775F29B252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073709" y="4761753"/>
                <a:ext cx="61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61D036E4-92EA-17D8-A9AA-265052ABAA94}"/>
                  </a:ext>
                </a:extLst>
              </p14:cNvPr>
              <p14:cNvContentPartPr/>
              <p14:nvPr/>
            </p14:nvContentPartPr>
            <p14:xfrm>
              <a:off x="8729989" y="4778673"/>
              <a:ext cx="49320" cy="12384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61D036E4-92EA-17D8-A9AA-265052ABAA9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723869" y="4772553"/>
                <a:ext cx="615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5FB32EA3-4233-56BF-E89E-2D05A0D8DCE7}"/>
                  </a:ext>
                </a:extLst>
              </p14:cNvPr>
              <p14:cNvContentPartPr/>
              <p14:nvPr/>
            </p14:nvContentPartPr>
            <p14:xfrm>
              <a:off x="5654787" y="4778929"/>
              <a:ext cx="36720" cy="11880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5FB32EA3-4233-56BF-E89E-2D05A0D8DCE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5648667" y="4772809"/>
                <a:ext cx="489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F2C5EFEB-A361-A440-0AC5-0AA6B7E06052}"/>
                  </a:ext>
                </a:extLst>
              </p14:cNvPr>
              <p14:cNvContentPartPr/>
              <p14:nvPr/>
            </p14:nvContentPartPr>
            <p14:xfrm>
              <a:off x="6306747" y="4811689"/>
              <a:ext cx="43920" cy="9540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F2C5EFEB-A361-A440-0AC5-0AA6B7E0605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300627" y="4805569"/>
                <a:ext cx="56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06A03834-3858-4896-15B9-1D01C3D0D275}"/>
                  </a:ext>
                </a:extLst>
              </p14:cNvPr>
              <p14:cNvContentPartPr/>
              <p14:nvPr/>
            </p14:nvContentPartPr>
            <p14:xfrm>
              <a:off x="3253006" y="4810402"/>
              <a:ext cx="43920" cy="10692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06A03834-3858-4896-15B9-1D01C3D0D27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246886" y="4804282"/>
                <a:ext cx="561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9266191F-00A3-78BB-2985-C28D5ED5AE1C}"/>
                  </a:ext>
                </a:extLst>
              </p14:cNvPr>
              <p14:cNvContentPartPr/>
              <p14:nvPr/>
            </p14:nvContentPartPr>
            <p14:xfrm>
              <a:off x="3889486" y="4812202"/>
              <a:ext cx="44640" cy="1076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9266191F-00A3-78BB-2985-C28D5ED5AE1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883366" y="4806082"/>
                <a:ext cx="568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BFA84A9-FAD5-9F9B-2314-B8D093E2D707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BFA84A9-FAD5-9F9B-2314-B8D093E2D707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C4B3BBA6-371D-01B0-59D5-10E3ECB701F9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C4B3BBA6-371D-01B0-59D5-10E3ECB701F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575E86F4-7481-A402-13C7-7105AA33FE69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575E86F4-7481-A402-13C7-7105AA33FE6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7F39E27B-77AC-5223-B06C-FA6D71A1B790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7F39E27B-77AC-5223-B06C-FA6D71A1B79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D63A800B-8D5B-B021-0A8B-97CECE611897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D63A800B-8D5B-B021-0A8B-97CECE611897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C595E004-2E6A-C4EE-7763-215FB496DA3A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C595E004-2E6A-C4EE-7763-215FB496DA3A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38FDFFE0-9880-AC94-31AC-EA45AF17A7C3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38FDFFE0-9880-AC94-31AC-EA45AF17A7C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72B7FF44-15C2-17D4-B04E-D237A64D9B63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72B7FF44-15C2-17D4-B04E-D237A64D9B6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C25018DA-EB08-0E45-181F-05C954A65B33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C25018DA-EB08-0E45-181F-05C954A65B33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18684D99-3342-150D-8349-3B18D9EF4B9A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18684D99-3342-150D-8349-3B18D9EF4B9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9CD3D20C-86B4-350A-826B-2A40A34207E9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9CD3D20C-86B4-350A-826B-2A40A34207E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162ACEBB-9D26-39C8-95BE-B778B5C0C123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162ACEBB-9D26-39C8-95BE-B778B5C0C12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DC116611-7D40-CE20-E0F1-8D18E50E3404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DC116611-7D40-CE20-E0F1-8D18E50E340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BE086AAF-6E95-7163-57B7-D5DB3242AACA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BE086AAF-6E95-7163-57B7-D5DB3242AAC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CEDD6752-D904-74FB-ADED-001F280E75C2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CEDD6752-D904-74FB-ADED-001F280E75C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8067EF56-096D-7FA1-83A4-AF55026D2D7F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8067EF56-096D-7FA1-83A4-AF55026D2D7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7B211B25-0ACB-8A86-82A2-61060305BAF3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7B211B25-0ACB-8A86-82A2-61060305BAF3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D61D55D0-CACC-FA1F-EB81-BCA1995209F1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D61D55D0-CACC-FA1F-EB81-BCA1995209F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E4FBE377-93AB-3F93-A5C3-AC73C85BA300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E4FBE377-93AB-3F93-A5C3-AC73C85BA300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2D4CBD6B-28A1-C957-9667-6D5ED5D1399C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2D4CBD6B-28A1-C957-9667-6D5ED5D1399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6377C23-2E8C-7DDC-DE77-E6865396BE43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6377C23-2E8C-7DDC-DE77-E6865396BE43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63999E58-A94C-0A6E-9832-245094EFBC41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63999E58-A94C-0A6E-9832-245094EFBC41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54D74E39-EDE2-BB1D-D4D5-6B592CA1A674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54D74E39-EDE2-BB1D-D4D5-6B592CA1A674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7C6FFDCF-93AC-F13A-9DB9-ADDA2ABF10AE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7C6FFDCF-93AC-F13A-9DB9-ADDA2ABF10AE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2A79C549-F434-8732-6C2A-FC95C62B8230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2A79C549-F434-8732-6C2A-FC95C62B8230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42989492-A4F8-0ACA-D13C-190C169865E5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42989492-A4F8-0ACA-D13C-190C169865E5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699A3026-E1D0-2817-E890-F6B2E545A05D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699A3026-E1D0-2817-E890-F6B2E545A05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F3579C65-0FA6-58DB-7466-FFC008019956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F3579C65-0FA6-58DB-7466-FFC00801995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87DD4783-C8E7-E7AD-B8BA-11BAC472DAD7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87DD4783-C8E7-E7AD-B8BA-11BAC472DAD7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F1850A2C-BB30-3607-6D14-8AFAC07D6451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F1850A2C-BB30-3607-6D14-8AFAC07D645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CC9C9560-75A9-5291-BE77-A07930519C3D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CC9C9560-75A9-5291-BE77-A07930519C3D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BC649889-6657-DD73-C47D-878F2A5A2FD9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BC649889-6657-DD73-C47D-878F2A5A2FD9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2567228B-F3B6-23A5-8811-AA104B3274D3}"/>
                  </a:ext>
                </a:extLst>
              </p14:cNvPr>
              <p14:cNvContentPartPr/>
              <p14:nvPr/>
            </p14:nvContentPartPr>
            <p14:xfrm>
              <a:off x="2080416" y="5169667"/>
              <a:ext cx="48960" cy="93996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2567228B-F3B6-23A5-8811-AA104B3274D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062416" y="515166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FA87A238-1BCA-C176-436C-38EA8B7E13E5}"/>
                  </a:ext>
                </a:extLst>
              </p14:cNvPr>
              <p14:cNvContentPartPr/>
              <p14:nvPr/>
            </p14:nvContentPartPr>
            <p14:xfrm>
              <a:off x="2054856" y="6021427"/>
              <a:ext cx="146160" cy="10728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FA87A238-1BCA-C176-436C-38EA8B7E13E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037216" y="600378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86827F5D-0A1A-BEE1-3619-2946F5B45305}"/>
                  </a:ext>
                </a:extLst>
              </p14:cNvPr>
              <p14:cNvContentPartPr/>
              <p14:nvPr/>
            </p14:nvContentPartPr>
            <p14:xfrm>
              <a:off x="2698536" y="5069947"/>
              <a:ext cx="50040" cy="107064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86827F5D-0A1A-BEE1-3619-2946F5B4530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80536" y="505194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B0222AAB-B540-FA25-40F9-C551EABA1C23}"/>
                  </a:ext>
                </a:extLst>
              </p14:cNvPr>
              <p14:cNvContentPartPr/>
              <p14:nvPr/>
            </p14:nvContentPartPr>
            <p14:xfrm>
              <a:off x="2674056" y="6023587"/>
              <a:ext cx="141480" cy="10368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B0222AAB-B540-FA25-40F9-C551EABA1C2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656056" y="600558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830A0E59-246B-C1AF-E658-12FEB5FC0A3C}"/>
                  </a:ext>
                </a:extLst>
              </p14:cNvPr>
              <p14:cNvContentPartPr/>
              <p14:nvPr/>
            </p14:nvContentPartPr>
            <p14:xfrm>
              <a:off x="3218016" y="5103067"/>
              <a:ext cx="68400" cy="100764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830A0E59-246B-C1AF-E658-12FEB5FC0A3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00016" y="508506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3752A684-9005-558E-D72F-44EB90EF1F1B}"/>
                  </a:ext>
                </a:extLst>
              </p14:cNvPr>
              <p14:cNvContentPartPr/>
              <p14:nvPr/>
            </p14:nvContentPartPr>
            <p14:xfrm>
              <a:off x="3211536" y="6015307"/>
              <a:ext cx="160200" cy="15624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3752A684-9005-558E-D72F-44EB90EF1F1B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93896" y="599730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B48944B8-17DD-E640-8A9C-4225BBD05055}"/>
                  </a:ext>
                </a:extLst>
              </p14:cNvPr>
              <p14:cNvContentPartPr/>
              <p14:nvPr/>
            </p14:nvContentPartPr>
            <p14:xfrm>
              <a:off x="3849816" y="5118907"/>
              <a:ext cx="720" cy="100440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B48944B8-17DD-E640-8A9C-4225BBD0505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813816" y="510090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D505BC19-894D-A7D6-F6CF-2CB67B0D1335}"/>
                  </a:ext>
                </a:extLst>
              </p14:cNvPr>
              <p14:cNvContentPartPr/>
              <p14:nvPr/>
            </p14:nvContentPartPr>
            <p14:xfrm>
              <a:off x="3778176" y="6025747"/>
              <a:ext cx="129600" cy="14004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D505BC19-894D-A7D6-F6CF-2CB67B0D133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760536" y="600774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AE85F983-6788-1A1E-6051-CC54BA2752E5}"/>
                  </a:ext>
                </a:extLst>
              </p14:cNvPr>
              <p14:cNvContentPartPr/>
              <p14:nvPr/>
            </p14:nvContentPartPr>
            <p14:xfrm>
              <a:off x="4482336" y="5089747"/>
              <a:ext cx="720" cy="104544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AE85F983-6788-1A1E-6051-CC54BA2752E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446336" y="507174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B46F87B3-BEE6-4081-AFB2-F5A9E8E1C406}"/>
                  </a:ext>
                </a:extLst>
              </p14:cNvPr>
              <p14:cNvContentPartPr/>
              <p14:nvPr/>
            </p14:nvContentPartPr>
            <p14:xfrm>
              <a:off x="4425816" y="6052027"/>
              <a:ext cx="133200" cy="11052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B46F87B3-BEE6-4081-AFB2-F5A9E8E1C406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408176" y="603402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0DE01491-6534-EF6C-0EE9-42933AE975F7}"/>
                  </a:ext>
                </a:extLst>
              </p14:cNvPr>
              <p14:cNvContentPartPr/>
              <p14:nvPr/>
            </p14:nvContentPartPr>
            <p14:xfrm>
              <a:off x="5075976" y="5013787"/>
              <a:ext cx="82800" cy="116280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0DE01491-6534-EF6C-0EE9-42933AE975F7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057976" y="499578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9311B7AA-F70A-5666-26B1-6F8B637F571A}"/>
                  </a:ext>
                </a:extLst>
              </p14:cNvPr>
              <p14:cNvContentPartPr/>
              <p14:nvPr/>
            </p14:nvContentPartPr>
            <p14:xfrm>
              <a:off x="5069496" y="6051667"/>
              <a:ext cx="140760" cy="11844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9311B7AA-F70A-5666-26B1-6F8B637F571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051496" y="603402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E345816E-0A45-B992-833C-E65465585C86}"/>
                  </a:ext>
                </a:extLst>
              </p14:cNvPr>
              <p14:cNvContentPartPr/>
              <p14:nvPr/>
            </p14:nvContentPartPr>
            <p14:xfrm>
              <a:off x="5624616" y="5025667"/>
              <a:ext cx="88920" cy="111312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E345816E-0A45-B992-833C-E65465585C8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606616" y="500766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D0FBD9E3-D0D8-A0CF-6551-C564394DBEBB}"/>
                  </a:ext>
                </a:extLst>
              </p14:cNvPr>
              <p14:cNvContentPartPr/>
              <p14:nvPr/>
            </p14:nvContentPartPr>
            <p14:xfrm>
              <a:off x="5648376" y="6054907"/>
              <a:ext cx="114840" cy="9072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D0FBD9E3-D0D8-A0CF-6551-C564394DBEB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30736" y="603726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0C5F70F3-8772-69EA-0661-3A5AA34ED859}"/>
                  </a:ext>
                </a:extLst>
              </p14:cNvPr>
              <p14:cNvContentPartPr/>
              <p14:nvPr/>
            </p14:nvContentPartPr>
            <p14:xfrm>
              <a:off x="6269376" y="5067067"/>
              <a:ext cx="94680" cy="103716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0C5F70F3-8772-69EA-0661-3A5AA34ED859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251376" y="504906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F80BF141-860A-8E83-9741-C7BCE144F446}"/>
                  </a:ext>
                </a:extLst>
              </p14:cNvPr>
              <p14:cNvContentPartPr/>
              <p14:nvPr/>
            </p14:nvContentPartPr>
            <p14:xfrm>
              <a:off x="6288456" y="6014947"/>
              <a:ext cx="127080" cy="9108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F80BF141-860A-8E83-9741-C7BCE144F44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270816" y="599694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F9A82B3C-5892-212B-2D86-28E3E04E9607}"/>
                  </a:ext>
                </a:extLst>
              </p14:cNvPr>
              <p14:cNvContentPartPr/>
              <p14:nvPr/>
            </p14:nvContentPartPr>
            <p14:xfrm>
              <a:off x="6874896" y="5049427"/>
              <a:ext cx="78480" cy="110088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F9A82B3C-5892-212B-2D86-28E3E04E9607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856896" y="503142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08EDA857-C283-6FA8-2DB9-C7B0FFE95EFF}"/>
                  </a:ext>
                </a:extLst>
              </p14:cNvPr>
              <p14:cNvContentPartPr/>
              <p14:nvPr/>
            </p14:nvContentPartPr>
            <p14:xfrm>
              <a:off x="6869856" y="6068587"/>
              <a:ext cx="146520" cy="8748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08EDA857-C283-6FA8-2DB9-C7B0FFE95EFF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852216" y="605094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A812CF9F-2898-BC38-7BE1-D0EBD9E8B393}"/>
                  </a:ext>
                </a:extLst>
              </p14:cNvPr>
              <p14:cNvContentPartPr/>
              <p14:nvPr/>
            </p14:nvContentPartPr>
            <p14:xfrm>
              <a:off x="7502736" y="5034307"/>
              <a:ext cx="87840" cy="112896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A812CF9F-2898-BC38-7BE1-D0EBD9E8B39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84736" y="501630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3F108BE9-B67E-1217-CC36-6D4A8403EBE0}"/>
                  </a:ext>
                </a:extLst>
              </p14:cNvPr>
              <p14:cNvContentPartPr/>
              <p14:nvPr/>
            </p14:nvContentPartPr>
            <p14:xfrm>
              <a:off x="7518936" y="6080827"/>
              <a:ext cx="115920" cy="7848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3F108BE9-B67E-1217-CC36-6D4A8403EBE0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501296" y="606318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74E71C42-957E-9FE3-7604-79DBA6B4ED63}"/>
                  </a:ext>
                </a:extLst>
              </p14:cNvPr>
              <p14:cNvContentPartPr/>
              <p14:nvPr/>
            </p14:nvContentPartPr>
            <p14:xfrm>
              <a:off x="8063616" y="5070307"/>
              <a:ext cx="86400" cy="110124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74E71C42-957E-9FE3-7604-79DBA6B4ED63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045616" y="505230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A2697D87-5336-FE77-DDD2-6A4F32593752}"/>
                  </a:ext>
                </a:extLst>
              </p14:cNvPr>
              <p14:cNvContentPartPr/>
              <p14:nvPr/>
            </p14:nvContentPartPr>
            <p14:xfrm>
              <a:off x="8079096" y="6087307"/>
              <a:ext cx="125280" cy="8928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A2697D87-5336-FE77-DDD2-6A4F32593752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061096" y="606966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4BF4B6B3-7F69-9E0A-2C30-89984BCE0FFD}"/>
                  </a:ext>
                </a:extLst>
              </p14:cNvPr>
              <p14:cNvContentPartPr/>
              <p14:nvPr/>
            </p14:nvContentPartPr>
            <p14:xfrm>
              <a:off x="8684976" y="5059867"/>
              <a:ext cx="91080" cy="111168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4BF4B6B3-7F69-9E0A-2C30-89984BCE0FF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666976" y="504186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0C84BA4C-8E93-C4EF-669F-97ECA64337C0}"/>
                  </a:ext>
                </a:extLst>
              </p14:cNvPr>
              <p14:cNvContentPartPr/>
              <p14:nvPr/>
            </p14:nvContentPartPr>
            <p14:xfrm>
              <a:off x="8708376" y="6089467"/>
              <a:ext cx="118800" cy="8460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0C84BA4C-8E93-C4EF-669F-97ECA64337C0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90736" y="607146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464" name="Ink 463">
                <a:extLst>
                  <a:ext uri="{FF2B5EF4-FFF2-40B4-BE49-F238E27FC236}">
                    <a16:creationId xmlns:a16="http://schemas.microsoft.com/office/drawing/2014/main" id="{4F61CFD3-668E-610C-3820-C0A014350A9F}"/>
                  </a:ext>
                </a:extLst>
              </p14:cNvPr>
              <p14:cNvContentPartPr/>
              <p14:nvPr/>
            </p14:nvContentPartPr>
            <p14:xfrm>
              <a:off x="9311351" y="5058706"/>
              <a:ext cx="69480" cy="1069920"/>
            </p14:xfrm>
          </p:contentPart>
        </mc:Choice>
        <mc:Fallback>
          <p:pic>
            <p:nvPicPr>
              <p:cNvPr id="464" name="Ink 463">
                <a:extLst>
                  <a:ext uri="{FF2B5EF4-FFF2-40B4-BE49-F238E27FC236}">
                    <a16:creationId xmlns:a16="http://schemas.microsoft.com/office/drawing/2014/main" id="{4F61CFD3-668E-610C-3820-C0A014350A9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93351" y="504070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D1BFBED3-D964-C761-4F5D-9DC9AC388EBE}"/>
                  </a:ext>
                </a:extLst>
              </p14:cNvPr>
              <p14:cNvContentPartPr/>
              <p14:nvPr/>
            </p14:nvContentPartPr>
            <p14:xfrm>
              <a:off x="9307751" y="6027466"/>
              <a:ext cx="165960" cy="10080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D1BFBED3-D964-C761-4F5D-9DC9AC388EBE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289751" y="600982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013FF560-F833-D3EA-05B4-83F16131AE79}"/>
                  </a:ext>
                </a:extLst>
              </p14:cNvPr>
              <p14:cNvContentPartPr/>
              <p14:nvPr/>
            </p14:nvContentPartPr>
            <p14:xfrm>
              <a:off x="9882311" y="5063386"/>
              <a:ext cx="61920" cy="105588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013FF560-F833-D3EA-05B4-83F16131AE7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864311" y="504538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96473654-2F27-CD04-B990-90FCB564900D}"/>
                  </a:ext>
                </a:extLst>
              </p14:cNvPr>
              <p14:cNvContentPartPr/>
              <p14:nvPr/>
            </p14:nvContentPartPr>
            <p14:xfrm>
              <a:off x="9881591" y="6051226"/>
              <a:ext cx="114120" cy="97920"/>
            </p14:xfrm>
          </p:contentPart>
        </mc:Choice>
        <mc:Fallback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96473654-2F27-CD04-B990-90FCB564900D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863591" y="603358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EB564E62-E273-16E8-E9CC-54DB84C06F78}"/>
                  </a:ext>
                </a:extLst>
              </p14:cNvPr>
              <p14:cNvContentPartPr/>
              <p14:nvPr/>
            </p14:nvContentPartPr>
            <p14:xfrm>
              <a:off x="10443911" y="5064106"/>
              <a:ext cx="93600" cy="106020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EB564E62-E273-16E8-E9CC-54DB84C06F7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425911" y="504610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4B2CA46D-5923-1605-8956-A18C795EC5AA}"/>
                  </a:ext>
                </a:extLst>
              </p14:cNvPr>
              <p14:cNvContentPartPr/>
              <p14:nvPr/>
            </p14:nvContentPartPr>
            <p14:xfrm>
              <a:off x="10459751" y="6017386"/>
              <a:ext cx="131400" cy="9432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4B2CA46D-5923-1605-8956-A18C795EC5A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442111" y="599938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898901E7-0266-3E07-E683-5CAACA8E3C93}"/>
                  </a:ext>
                </a:extLst>
              </p14:cNvPr>
              <p14:cNvContentPartPr/>
              <p14:nvPr/>
            </p14:nvContentPartPr>
            <p14:xfrm>
              <a:off x="11079671" y="5068066"/>
              <a:ext cx="84960" cy="109332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898901E7-0266-3E07-E683-5CAACA8E3C93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061671" y="505006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81D57365-7B1E-190D-6222-971EF31658C1}"/>
                  </a:ext>
                </a:extLst>
              </p14:cNvPr>
              <p14:cNvContentPartPr/>
              <p14:nvPr/>
            </p14:nvContentPartPr>
            <p14:xfrm>
              <a:off x="11090471" y="6080746"/>
              <a:ext cx="133200" cy="80280"/>
            </p14:xfrm>
          </p:contentPart>
        </mc:Choice>
        <mc:Fallback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81D57365-7B1E-190D-6222-971EF31658C1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072471" y="606310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8CDD79C6-4E69-46E3-F3F6-1778137C0CEE}"/>
                  </a:ext>
                </a:extLst>
              </p14:cNvPr>
              <p14:cNvContentPartPr/>
              <p14:nvPr/>
            </p14:nvContentPartPr>
            <p14:xfrm>
              <a:off x="1997112" y="1765762"/>
              <a:ext cx="48960" cy="93996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8CDD79C6-4E69-46E3-F3F6-1778137C0CE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979112" y="1747762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B00FDC0A-5CFA-BF97-CB0F-6A3208A4844D}"/>
                  </a:ext>
                </a:extLst>
              </p14:cNvPr>
              <p14:cNvContentPartPr/>
              <p14:nvPr/>
            </p14:nvContentPartPr>
            <p14:xfrm>
              <a:off x="1971552" y="2617522"/>
              <a:ext cx="146160" cy="10728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B00FDC0A-5CFA-BF97-CB0F-6A3208A4844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953912" y="2599882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3EF22C29-7481-DFF3-8756-ACD64F867C75}"/>
                  </a:ext>
                </a:extLst>
              </p14:cNvPr>
              <p14:cNvContentPartPr/>
              <p14:nvPr/>
            </p14:nvContentPartPr>
            <p14:xfrm>
              <a:off x="2615232" y="1666042"/>
              <a:ext cx="50040" cy="107064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3EF22C29-7481-DFF3-8756-ACD64F867C7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597232" y="1648042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AD335120-1B73-771C-0270-0E823C155515}"/>
                  </a:ext>
                </a:extLst>
              </p14:cNvPr>
              <p14:cNvContentPartPr/>
              <p14:nvPr/>
            </p14:nvContentPartPr>
            <p14:xfrm>
              <a:off x="2590752" y="2619682"/>
              <a:ext cx="141480" cy="10368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AD335120-1B73-771C-0270-0E823C15551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572752" y="2601682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44A73A03-8F0A-2227-C38F-A9671920259E}"/>
                  </a:ext>
                </a:extLst>
              </p14:cNvPr>
              <p14:cNvContentPartPr/>
              <p14:nvPr/>
            </p14:nvContentPartPr>
            <p14:xfrm>
              <a:off x="3134712" y="1699162"/>
              <a:ext cx="68400" cy="100764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44A73A03-8F0A-2227-C38F-A9671920259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16712" y="1681162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B1A4358F-CF06-AEC7-E493-D411B84E9F67}"/>
                  </a:ext>
                </a:extLst>
              </p14:cNvPr>
              <p14:cNvContentPartPr/>
              <p14:nvPr/>
            </p14:nvContentPartPr>
            <p14:xfrm>
              <a:off x="3128232" y="2611402"/>
              <a:ext cx="160200" cy="15624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B1A4358F-CF06-AEC7-E493-D411B84E9F67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10592" y="2593402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3E517424-FEF3-6C66-BB4E-926EC9209381}"/>
                  </a:ext>
                </a:extLst>
              </p14:cNvPr>
              <p14:cNvContentPartPr/>
              <p14:nvPr/>
            </p14:nvContentPartPr>
            <p14:xfrm>
              <a:off x="3766512" y="1715002"/>
              <a:ext cx="720" cy="100440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3E517424-FEF3-6C66-BB4E-926EC920938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30512" y="1697002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72978CA1-3566-5967-EDAA-D46DF4A53288}"/>
                  </a:ext>
                </a:extLst>
              </p14:cNvPr>
              <p14:cNvContentPartPr/>
              <p14:nvPr/>
            </p14:nvContentPartPr>
            <p14:xfrm>
              <a:off x="3694872" y="2621842"/>
              <a:ext cx="129600" cy="14004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72978CA1-3566-5967-EDAA-D46DF4A5328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677232" y="2603842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D5F1726D-993E-7FE3-B37E-1BF8CF82C70E}"/>
                  </a:ext>
                </a:extLst>
              </p14:cNvPr>
              <p14:cNvContentPartPr/>
              <p14:nvPr/>
            </p14:nvContentPartPr>
            <p14:xfrm>
              <a:off x="4399032" y="1685842"/>
              <a:ext cx="720" cy="104544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D5F1726D-993E-7FE3-B37E-1BF8CF82C70E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63032" y="1667842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55D0025C-77B8-4237-339C-8BE35AAC4E8A}"/>
                  </a:ext>
                </a:extLst>
              </p14:cNvPr>
              <p14:cNvContentPartPr/>
              <p14:nvPr/>
            </p14:nvContentPartPr>
            <p14:xfrm>
              <a:off x="4342512" y="2648122"/>
              <a:ext cx="133200" cy="11052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55D0025C-77B8-4237-339C-8BE35AAC4E8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324872" y="2630122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7813DD05-DCD1-83D6-4017-CEA38E7E8128}"/>
                  </a:ext>
                </a:extLst>
              </p14:cNvPr>
              <p14:cNvContentPartPr/>
              <p14:nvPr/>
            </p14:nvContentPartPr>
            <p14:xfrm>
              <a:off x="4992672" y="1609882"/>
              <a:ext cx="82800" cy="116280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7813DD05-DCD1-83D6-4017-CEA38E7E812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74672" y="1591882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53E17FC8-5895-C94C-2F50-80FD2205E8FA}"/>
                  </a:ext>
                </a:extLst>
              </p14:cNvPr>
              <p14:cNvContentPartPr/>
              <p14:nvPr/>
            </p14:nvContentPartPr>
            <p14:xfrm>
              <a:off x="4986192" y="2647762"/>
              <a:ext cx="140760" cy="118440"/>
            </p14:xfrm>
          </p:contentPart>
        </mc:Choice>
        <mc:Fallback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53E17FC8-5895-C94C-2F50-80FD2205E8F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968192" y="2630122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BF5EDFC3-F401-A7FF-AC83-CAF794E2B6FA}"/>
                  </a:ext>
                </a:extLst>
              </p14:cNvPr>
              <p14:cNvContentPartPr/>
              <p14:nvPr/>
            </p14:nvContentPartPr>
            <p14:xfrm>
              <a:off x="5541312" y="1621762"/>
              <a:ext cx="88920" cy="111312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BF5EDFC3-F401-A7FF-AC83-CAF794E2B6F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23312" y="1603762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7EFC8408-DE80-43DB-1426-BE4C571007FB}"/>
                  </a:ext>
                </a:extLst>
              </p14:cNvPr>
              <p14:cNvContentPartPr/>
              <p14:nvPr/>
            </p14:nvContentPartPr>
            <p14:xfrm>
              <a:off x="5565072" y="2651002"/>
              <a:ext cx="114840" cy="9072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7EFC8408-DE80-43DB-1426-BE4C571007F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547432" y="2633362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5E107F05-7BA0-EFDD-45FB-B8CD2DB9CEA0}"/>
                  </a:ext>
                </a:extLst>
              </p14:cNvPr>
              <p14:cNvContentPartPr/>
              <p14:nvPr/>
            </p14:nvContentPartPr>
            <p14:xfrm>
              <a:off x="6186072" y="1663162"/>
              <a:ext cx="94680" cy="103716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5E107F05-7BA0-EFDD-45FB-B8CD2DB9CEA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168072" y="1645162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2A7F0331-857B-39B1-931C-464A4D74E1D0}"/>
                  </a:ext>
                </a:extLst>
              </p14:cNvPr>
              <p14:cNvContentPartPr/>
              <p14:nvPr/>
            </p14:nvContentPartPr>
            <p14:xfrm>
              <a:off x="6205152" y="2611042"/>
              <a:ext cx="127080" cy="9108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2A7F0331-857B-39B1-931C-464A4D74E1D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187512" y="2593042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6FBC72D8-5D76-EF6B-E438-A68952B371B0}"/>
                  </a:ext>
                </a:extLst>
              </p14:cNvPr>
              <p14:cNvContentPartPr/>
              <p14:nvPr/>
            </p14:nvContentPartPr>
            <p14:xfrm>
              <a:off x="6791592" y="1645522"/>
              <a:ext cx="78480" cy="110088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6FBC72D8-5D76-EF6B-E438-A68952B371B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773592" y="1627522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7B84DFE9-9837-BC51-7749-C064E42A7C40}"/>
                  </a:ext>
                </a:extLst>
              </p14:cNvPr>
              <p14:cNvContentPartPr/>
              <p14:nvPr/>
            </p14:nvContentPartPr>
            <p14:xfrm>
              <a:off x="6786552" y="2664682"/>
              <a:ext cx="146520" cy="8748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7B84DFE9-9837-BC51-7749-C064E42A7C4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768912" y="2647042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B0FDB8B2-CCDB-9D17-9207-7DB18548B92A}"/>
                  </a:ext>
                </a:extLst>
              </p14:cNvPr>
              <p14:cNvContentPartPr/>
              <p14:nvPr/>
            </p14:nvContentPartPr>
            <p14:xfrm>
              <a:off x="7419432" y="1630402"/>
              <a:ext cx="87840" cy="1128960"/>
            </p14:xfrm>
          </p:contentPart>
        </mc:Choice>
        <mc:Fallback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B0FDB8B2-CCDB-9D17-9207-7DB18548B92A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01432" y="1612402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84CE4D6A-B62D-3D14-2BC7-04BAC3613BA0}"/>
                  </a:ext>
                </a:extLst>
              </p14:cNvPr>
              <p14:cNvContentPartPr/>
              <p14:nvPr/>
            </p14:nvContentPartPr>
            <p14:xfrm>
              <a:off x="7435632" y="2676922"/>
              <a:ext cx="115920" cy="7848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84CE4D6A-B62D-3D14-2BC7-04BAC3613BA0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417992" y="2659282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22015E66-EF6D-D99D-406E-9510B7C89C2F}"/>
                  </a:ext>
                </a:extLst>
              </p14:cNvPr>
              <p14:cNvContentPartPr/>
              <p14:nvPr/>
            </p14:nvContentPartPr>
            <p14:xfrm>
              <a:off x="7980312" y="1666402"/>
              <a:ext cx="86400" cy="110124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22015E66-EF6D-D99D-406E-9510B7C89C2F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962312" y="1648402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16345A1D-F108-AEA0-8E29-2D7BE5B47919}"/>
                  </a:ext>
                </a:extLst>
              </p14:cNvPr>
              <p14:cNvContentPartPr/>
              <p14:nvPr/>
            </p14:nvContentPartPr>
            <p14:xfrm>
              <a:off x="7995792" y="2683402"/>
              <a:ext cx="125280" cy="8928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16345A1D-F108-AEA0-8E29-2D7BE5B47919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7977792" y="2665762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10E5B791-A929-5F21-C78B-FCD74E60F6A8}"/>
                  </a:ext>
                </a:extLst>
              </p14:cNvPr>
              <p14:cNvContentPartPr/>
              <p14:nvPr/>
            </p14:nvContentPartPr>
            <p14:xfrm>
              <a:off x="8601672" y="1655962"/>
              <a:ext cx="91080" cy="111168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10E5B791-A929-5F21-C78B-FCD74E60F6A8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583672" y="1637962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1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9DA422EA-6D3D-5A64-14D0-0F5AF09FB9C8}"/>
                  </a:ext>
                </a:extLst>
              </p14:cNvPr>
              <p14:cNvContentPartPr/>
              <p14:nvPr/>
            </p14:nvContentPartPr>
            <p14:xfrm>
              <a:off x="8625072" y="2685562"/>
              <a:ext cx="118800" cy="8460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9DA422EA-6D3D-5A64-14D0-0F5AF09FB9C8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8607432" y="2667562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7CEDACA7-1735-36EC-4EE2-D68D82F2F637}"/>
                  </a:ext>
                </a:extLst>
              </p14:cNvPr>
              <p14:cNvContentPartPr/>
              <p14:nvPr/>
            </p14:nvContentPartPr>
            <p14:xfrm>
              <a:off x="9172923" y="1684036"/>
              <a:ext cx="69480" cy="1069920"/>
            </p14:xfrm>
          </p:contentPart>
        </mc:Choice>
        <mc:Fallback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7CEDACA7-1735-36EC-4EE2-D68D82F2F63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154923" y="166603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3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24F574D5-086D-E886-CCD2-5EC8DDF6B507}"/>
                  </a:ext>
                </a:extLst>
              </p14:cNvPr>
              <p14:cNvContentPartPr/>
              <p14:nvPr/>
            </p14:nvContentPartPr>
            <p14:xfrm>
              <a:off x="9169323" y="2652796"/>
              <a:ext cx="165960" cy="10080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24F574D5-086D-E886-CCD2-5EC8DDF6B50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151323" y="263515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5B26B896-7B5D-0B2F-BF86-70ECC4C2EE18}"/>
                  </a:ext>
                </a:extLst>
              </p14:cNvPr>
              <p14:cNvContentPartPr/>
              <p14:nvPr/>
            </p14:nvContentPartPr>
            <p14:xfrm>
              <a:off x="9799007" y="1659481"/>
              <a:ext cx="61920" cy="105588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5B26B896-7B5D-0B2F-BF86-70ECC4C2EE18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781007" y="1641481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3B22170D-5687-D25E-EE5C-160E31728B0D}"/>
                  </a:ext>
                </a:extLst>
              </p14:cNvPr>
              <p14:cNvContentPartPr/>
              <p14:nvPr/>
            </p14:nvContentPartPr>
            <p14:xfrm>
              <a:off x="9798287" y="2647321"/>
              <a:ext cx="114120" cy="97920"/>
            </p14:xfrm>
          </p:contentPart>
        </mc:Choice>
        <mc:Fallback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3B22170D-5687-D25E-EE5C-160E31728B0D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780287" y="2629681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AF63680C-2613-1F6C-4695-2389DC80357A}"/>
                  </a:ext>
                </a:extLst>
              </p14:cNvPr>
              <p14:cNvContentPartPr/>
              <p14:nvPr/>
            </p14:nvContentPartPr>
            <p14:xfrm>
              <a:off x="10360607" y="1660201"/>
              <a:ext cx="93600" cy="106020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AF63680C-2613-1F6C-4695-2389DC80357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42607" y="1642201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7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9FAA0B78-2044-CFE7-6BBC-99607C54E1F0}"/>
                  </a:ext>
                </a:extLst>
              </p14:cNvPr>
              <p14:cNvContentPartPr/>
              <p14:nvPr/>
            </p14:nvContentPartPr>
            <p14:xfrm>
              <a:off x="10376447" y="2613481"/>
              <a:ext cx="131400" cy="9432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9FAA0B78-2044-CFE7-6BBC-99607C54E1F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358807" y="2595481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AB538F1E-4702-9B2D-F8BB-5A8D0CF2A400}"/>
                  </a:ext>
                </a:extLst>
              </p14:cNvPr>
              <p14:cNvContentPartPr/>
              <p14:nvPr/>
            </p14:nvContentPartPr>
            <p14:xfrm>
              <a:off x="10996367" y="1664161"/>
              <a:ext cx="84960" cy="109332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AB538F1E-4702-9B2D-F8BB-5A8D0CF2A40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978367" y="1646161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8B8BE59F-FF1D-AE73-FA0F-60B9D8D61588}"/>
                  </a:ext>
                </a:extLst>
              </p14:cNvPr>
              <p14:cNvContentPartPr/>
              <p14:nvPr/>
            </p14:nvContentPartPr>
            <p14:xfrm>
              <a:off x="11007167" y="2676841"/>
              <a:ext cx="133200" cy="8028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8B8BE59F-FF1D-AE73-FA0F-60B9D8D61588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989167" y="2659201"/>
                <a:ext cx="168840" cy="11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25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5A29-96CE-F4BD-E555-148C0A9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5FDF37D-1333-520B-67B5-3C249337EA66}"/>
              </a:ext>
            </a:extLst>
          </p:cNvPr>
          <p:cNvSpPr/>
          <p:nvPr/>
        </p:nvSpPr>
        <p:spPr>
          <a:xfrm>
            <a:off x="1607634" y="2044389"/>
            <a:ext cx="2471852" cy="36706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D6685-D6CC-4408-C94F-CDB6D75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2188282" cy="1381318"/>
          </a:xfrm>
        </p:spPr>
        <p:txBody>
          <a:bodyPr/>
          <a:lstStyle/>
          <a:p>
            <a:r>
              <a:rPr lang="en-US" sz="3000" dirty="0"/>
              <a:t>DIST:  08.2 (</a:t>
            </a:r>
            <a:r>
              <a:rPr lang="en-US" sz="3000" dirty="0">
                <a:ea typeface="+mj-lt"/>
                <a:cs typeface="+mj-lt"/>
              </a:rPr>
              <a:t>student_dist_block_cyclic_1d_the_hard_one blk</a:t>
            </a:r>
            <a:r>
              <a:rPr lang="en-US" sz="3000" dirty="0"/>
              <a:t>=1)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14C6E-1940-478B-B891-5441B2CD0AD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124244-C4C6-944B-54A2-BF64DDCCE28D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46BEDE-0E69-E895-9D34-F6EC6600E2C5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C01E63-4A09-84DE-CEFD-38F3E3225475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F02A8-5DD0-D5EB-CE6D-C5B88009C4F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8D82CC-91F8-741C-102C-2F06B81F61D9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061228-1CCC-F28D-46C6-726B15EA0D7B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820959-4796-9099-B46E-5CA3697B49FB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1ADC4-174D-1015-A086-DB75096D6605}"/>
              </a:ext>
            </a:extLst>
          </p:cNvPr>
          <p:cNvSpPr txBox="1"/>
          <p:nvPr/>
        </p:nvSpPr>
        <p:spPr>
          <a:xfrm>
            <a:off x="272453" y="1211014"/>
            <a:ext cx="12266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r>
              <a:rPr lang="en-US" dirty="0"/>
              <a:t>(lives on rid =0)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28105C-CEE3-904F-6CA3-6BB4D3C41DE4}"/>
              </a:ext>
            </a:extLst>
          </p:cNvPr>
          <p:cNvSpPr txBox="1"/>
          <p:nvPr/>
        </p:nvSpPr>
        <p:spPr>
          <a:xfrm>
            <a:off x="272453" y="5756322"/>
            <a:ext cx="1077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r>
              <a:rPr lang="en-US" dirty="0"/>
              <a:t>(lives on rid =0)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02466-97B4-AF41-8B4B-9E80E2041EB1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9DB55-B4E3-4E9A-BAE3-9050C79BF8EB}"/>
              </a:ext>
            </a:extLst>
          </p:cNvPr>
          <p:cNvSpPr txBox="1"/>
          <p:nvPr/>
        </p:nvSpPr>
        <p:spPr>
          <a:xfrm>
            <a:off x="272452" y="262350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src_dist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0A681A-642D-F159-BD6C-9FE3F57A9E02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D67310-153C-E11F-6C33-B3BD8214B005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ADF38F-60F8-72DA-11D5-BFF8A75A7254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D451150-569D-9094-8E66-88F2E4D81D05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346763-8141-4706-D595-754FDB189888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B4D2A6-8079-9AD1-7B3B-0D2B157787F8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4DDD367-7EFB-235C-7952-89B05100567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CF600E-4068-F07A-3186-BCEAD02E13D2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8FDABA-4DB1-5A39-0C53-237B68B97C13}"/>
              </a:ext>
            </a:extLst>
          </p:cNvPr>
          <p:cNvSpPr txBox="1"/>
          <p:nvPr/>
        </p:nvSpPr>
        <p:spPr>
          <a:xfrm>
            <a:off x="272452" y="424972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dst_dist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7418584-9887-ED85-EFDC-BB7A03C09326}"/>
              </a:ext>
            </a:extLst>
          </p:cNvPr>
          <p:cNvSpPr/>
          <p:nvPr/>
        </p:nvSpPr>
        <p:spPr>
          <a:xfrm>
            <a:off x="1889973" y="281548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45F7F3-A6CE-40F7-36A4-ACC561F4156A}"/>
              </a:ext>
            </a:extLst>
          </p:cNvPr>
          <p:cNvSpPr/>
          <p:nvPr/>
        </p:nvSpPr>
        <p:spPr>
          <a:xfrm>
            <a:off x="2530376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DF5A6F-F760-83B1-203F-C987AB07EA89}"/>
              </a:ext>
            </a:extLst>
          </p:cNvPr>
          <p:cNvSpPr/>
          <p:nvPr/>
        </p:nvSpPr>
        <p:spPr>
          <a:xfrm>
            <a:off x="3089717" y="281548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F132E4E-D2CC-D539-13AB-B01307E31047}"/>
              </a:ext>
            </a:extLst>
          </p:cNvPr>
          <p:cNvSpPr/>
          <p:nvPr/>
        </p:nvSpPr>
        <p:spPr>
          <a:xfrm>
            <a:off x="3730120" y="281548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E75903-AEC2-F4B7-8A44-63690DA932F4}"/>
              </a:ext>
            </a:extLst>
          </p:cNvPr>
          <p:cNvSpPr/>
          <p:nvPr/>
        </p:nvSpPr>
        <p:spPr>
          <a:xfrm>
            <a:off x="4273249" y="282358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96E49A1-1BE2-B8BC-3EB8-38E3EF3E84D0}"/>
              </a:ext>
            </a:extLst>
          </p:cNvPr>
          <p:cNvSpPr/>
          <p:nvPr/>
        </p:nvSpPr>
        <p:spPr>
          <a:xfrm>
            <a:off x="4913652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A634B96-37B3-D315-E4A0-947C65C4B92E}"/>
              </a:ext>
            </a:extLst>
          </p:cNvPr>
          <p:cNvSpPr/>
          <p:nvPr/>
        </p:nvSpPr>
        <p:spPr>
          <a:xfrm>
            <a:off x="5472993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4E5ADF3-B12D-59AE-CBE1-C5701ED0F54D}"/>
              </a:ext>
            </a:extLst>
          </p:cNvPr>
          <p:cNvSpPr/>
          <p:nvPr/>
        </p:nvSpPr>
        <p:spPr>
          <a:xfrm>
            <a:off x="6113396" y="282358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E7BA7C-B128-14D4-CCE7-1735CD5234D8}"/>
              </a:ext>
            </a:extLst>
          </p:cNvPr>
          <p:cNvSpPr/>
          <p:nvPr/>
        </p:nvSpPr>
        <p:spPr>
          <a:xfrm>
            <a:off x="6703582" y="282477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F34097-B8B1-98A8-AEC4-B7C7131DE38A}"/>
              </a:ext>
            </a:extLst>
          </p:cNvPr>
          <p:cNvSpPr/>
          <p:nvPr/>
        </p:nvSpPr>
        <p:spPr>
          <a:xfrm>
            <a:off x="7343985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03CEA82-472C-5A58-91BB-CF931BAF7489}"/>
              </a:ext>
            </a:extLst>
          </p:cNvPr>
          <p:cNvSpPr/>
          <p:nvPr/>
        </p:nvSpPr>
        <p:spPr>
          <a:xfrm>
            <a:off x="7903326" y="282477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D7217F8-AAEC-3DB4-FE5B-DA39852B3E59}"/>
              </a:ext>
            </a:extLst>
          </p:cNvPr>
          <p:cNvSpPr/>
          <p:nvPr/>
        </p:nvSpPr>
        <p:spPr>
          <a:xfrm>
            <a:off x="8543729" y="282477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AD2E52-C939-DE64-93F5-B16967C38F26}"/>
              </a:ext>
            </a:extLst>
          </p:cNvPr>
          <p:cNvSpPr/>
          <p:nvPr/>
        </p:nvSpPr>
        <p:spPr>
          <a:xfrm>
            <a:off x="9086858" y="283288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C2EA93-D0BE-DD32-EDFA-685DCE023940}"/>
              </a:ext>
            </a:extLst>
          </p:cNvPr>
          <p:cNvSpPr/>
          <p:nvPr/>
        </p:nvSpPr>
        <p:spPr>
          <a:xfrm>
            <a:off x="9727261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0CCE602-EAE7-99C4-FD81-AB39A5EA83EF}"/>
              </a:ext>
            </a:extLst>
          </p:cNvPr>
          <p:cNvSpPr/>
          <p:nvPr/>
        </p:nvSpPr>
        <p:spPr>
          <a:xfrm>
            <a:off x="10286602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796075D-C59E-4562-1A27-4252D56B2C02}"/>
              </a:ext>
            </a:extLst>
          </p:cNvPr>
          <p:cNvSpPr/>
          <p:nvPr/>
        </p:nvSpPr>
        <p:spPr>
          <a:xfrm>
            <a:off x="10927005" y="283288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A3D87E-FD61-CA0D-8321-1E36FF1C95B9}"/>
              </a:ext>
            </a:extLst>
          </p:cNvPr>
          <p:cNvSpPr/>
          <p:nvPr/>
        </p:nvSpPr>
        <p:spPr>
          <a:xfrm>
            <a:off x="2010778" y="451604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34C71CE-BC83-824C-AD0F-592F2813C693}"/>
              </a:ext>
            </a:extLst>
          </p:cNvPr>
          <p:cNvSpPr/>
          <p:nvPr/>
        </p:nvSpPr>
        <p:spPr>
          <a:xfrm>
            <a:off x="2651181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67F8BB-B0D5-1176-46D7-239FF48A9802}"/>
              </a:ext>
            </a:extLst>
          </p:cNvPr>
          <p:cNvSpPr/>
          <p:nvPr/>
        </p:nvSpPr>
        <p:spPr>
          <a:xfrm>
            <a:off x="3210522" y="45160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0AB8067-55FD-184D-8EDE-6DDEF2E84086}"/>
              </a:ext>
            </a:extLst>
          </p:cNvPr>
          <p:cNvSpPr/>
          <p:nvPr/>
        </p:nvSpPr>
        <p:spPr>
          <a:xfrm>
            <a:off x="3850925" y="45160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A436F44-0F65-EEE8-347C-1E0D5AC2DCC6}"/>
              </a:ext>
            </a:extLst>
          </p:cNvPr>
          <p:cNvSpPr/>
          <p:nvPr/>
        </p:nvSpPr>
        <p:spPr>
          <a:xfrm>
            <a:off x="4394054" y="452415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7820F2E-33A8-A526-CE91-69AA1E488651}"/>
              </a:ext>
            </a:extLst>
          </p:cNvPr>
          <p:cNvSpPr/>
          <p:nvPr/>
        </p:nvSpPr>
        <p:spPr>
          <a:xfrm>
            <a:off x="5034457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D6ED638-5CA9-61FB-7ADE-28C91380AE32}"/>
              </a:ext>
            </a:extLst>
          </p:cNvPr>
          <p:cNvSpPr/>
          <p:nvPr/>
        </p:nvSpPr>
        <p:spPr>
          <a:xfrm>
            <a:off x="5593798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2C43C91-8BFA-742D-6CE6-8A4E4E3DAB15}"/>
              </a:ext>
            </a:extLst>
          </p:cNvPr>
          <p:cNvSpPr/>
          <p:nvPr/>
        </p:nvSpPr>
        <p:spPr>
          <a:xfrm>
            <a:off x="6234201" y="45241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1D0DD2D-6C85-4DD6-3EBA-9927400A8FA7}"/>
              </a:ext>
            </a:extLst>
          </p:cNvPr>
          <p:cNvSpPr/>
          <p:nvPr/>
        </p:nvSpPr>
        <p:spPr>
          <a:xfrm>
            <a:off x="6824387" y="452533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1B63352-D60D-61C2-AFF1-488B5F924F26}"/>
              </a:ext>
            </a:extLst>
          </p:cNvPr>
          <p:cNvSpPr/>
          <p:nvPr/>
        </p:nvSpPr>
        <p:spPr>
          <a:xfrm>
            <a:off x="7464790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B0F5159-6E42-418F-58D3-CB4647AE0890}"/>
              </a:ext>
            </a:extLst>
          </p:cNvPr>
          <p:cNvSpPr/>
          <p:nvPr/>
        </p:nvSpPr>
        <p:spPr>
          <a:xfrm>
            <a:off x="8024131" y="45253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2F21797-1E7A-CB42-C0AF-D6617C537D3F}"/>
              </a:ext>
            </a:extLst>
          </p:cNvPr>
          <p:cNvSpPr/>
          <p:nvPr/>
        </p:nvSpPr>
        <p:spPr>
          <a:xfrm>
            <a:off x="8664534" y="45253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E54C3DD-8FB0-943F-9FD4-DD5982F632AE}"/>
              </a:ext>
            </a:extLst>
          </p:cNvPr>
          <p:cNvSpPr/>
          <p:nvPr/>
        </p:nvSpPr>
        <p:spPr>
          <a:xfrm>
            <a:off x="9207663" y="45334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E67440-2767-63FC-3558-B4A9E14830BF}"/>
              </a:ext>
            </a:extLst>
          </p:cNvPr>
          <p:cNvSpPr/>
          <p:nvPr/>
        </p:nvSpPr>
        <p:spPr>
          <a:xfrm>
            <a:off x="9848066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98535BF-1954-FA89-0769-893C4385C8CA}"/>
              </a:ext>
            </a:extLst>
          </p:cNvPr>
          <p:cNvSpPr/>
          <p:nvPr/>
        </p:nvSpPr>
        <p:spPr>
          <a:xfrm>
            <a:off x="10407407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0C1A56B-1DE4-69B8-886B-9E6C34D6D404}"/>
              </a:ext>
            </a:extLst>
          </p:cNvPr>
          <p:cNvSpPr/>
          <p:nvPr/>
        </p:nvSpPr>
        <p:spPr>
          <a:xfrm>
            <a:off x="11047810" y="45334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0EFE5B-5D00-2972-2B3A-9C3341CDDB8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A37D74C-4B49-C5C0-CAE8-4AB3761C258C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C0BD0AB-17FE-DCB5-57FF-4EC77BB68FE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DF3211F-558A-7A8D-1CD8-D192ACA1C555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8234054-46EC-1E87-AA75-F720CFFD2BA8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41909BF-3201-DF19-FEAE-28F15361E368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460659B-3BDC-CEC9-86B9-F2E7D211BF72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E4E620A-3989-8D91-AF53-23A08C768C79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091BD4-7F01-85C8-DFBB-3FA66DE8858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2AC983D-7C67-764E-0167-92D8B5B56223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8F5E4AE-C501-8CAC-0895-D336F0DC3437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EBAA0C5-A4D7-1EFB-6557-AF4D3436F9CC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99C835D-63D6-BF2E-BB9F-163FDC96033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0E12E7F-018B-4A25-5DB6-29927ECBC2D4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2EA0D6D-3248-A5BB-EB27-E1E7DB8E831A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41BE8D6-7F19-89EB-2352-B214C075B2D2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C7ED101-8C2E-F07B-42DC-88618046105B}"/>
              </a:ext>
            </a:extLst>
          </p:cNvPr>
          <p:cNvSpPr/>
          <p:nvPr/>
        </p:nvSpPr>
        <p:spPr>
          <a:xfrm>
            <a:off x="1449657" y="1031486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C13E11E-2F2B-59B4-49E8-6FC4A5AE84B2}"/>
              </a:ext>
            </a:extLst>
          </p:cNvPr>
          <p:cNvSpPr/>
          <p:nvPr/>
        </p:nvSpPr>
        <p:spPr>
          <a:xfrm>
            <a:off x="1607632" y="5714998"/>
            <a:ext cx="9896707" cy="101290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E5C2F-9985-7F41-8CA9-3E693BA5CB53}"/>
              </a:ext>
            </a:extLst>
          </p:cNvPr>
          <p:cNvSpPr/>
          <p:nvPr/>
        </p:nvSpPr>
        <p:spPr>
          <a:xfrm>
            <a:off x="6551340" y="2044389"/>
            <a:ext cx="2471852" cy="3670608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5D1DF1-7A25-2A9F-CDF6-CF65D71D367A}"/>
              </a:ext>
            </a:extLst>
          </p:cNvPr>
          <p:cNvSpPr/>
          <p:nvPr/>
        </p:nvSpPr>
        <p:spPr>
          <a:xfrm>
            <a:off x="9023193" y="2044389"/>
            <a:ext cx="2323170" cy="3707778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F37CEE-8DEC-0BD6-B44A-4B92C99DADFD}"/>
              </a:ext>
            </a:extLst>
          </p:cNvPr>
          <p:cNvSpPr/>
          <p:nvPr/>
        </p:nvSpPr>
        <p:spPr>
          <a:xfrm>
            <a:off x="4079487" y="2044389"/>
            <a:ext cx="2471852" cy="367060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5EBDDE-F70B-04AE-D9CE-F01C94FFA4C1}"/>
              </a:ext>
            </a:extLst>
          </p:cNvPr>
          <p:cNvSpPr txBox="1"/>
          <p:nvPr/>
        </p:nvSpPr>
        <p:spPr>
          <a:xfrm>
            <a:off x="2307549" y="350630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5AF32E-1BA0-26B6-FF8A-96002E8C5C95}"/>
              </a:ext>
            </a:extLst>
          </p:cNvPr>
          <p:cNvSpPr txBox="1"/>
          <p:nvPr/>
        </p:nvSpPr>
        <p:spPr>
          <a:xfrm>
            <a:off x="4760817" y="3524892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3CF6836-9437-9B93-1DA4-7C72EFF286A1}"/>
              </a:ext>
            </a:extLst>
          </p:cNvPr>
          <p:cNvSpPr txBox="1"/>
          <p:nvPr/>
        </p:nvSpPr>
        <p:spPr>
          <a:xfrm>
            <a:off x="7297719" y="3589941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B5F610-DC0E-ECB9-A6B4-98416123E11A}"/>
              </a:ext>
            </a:extLst>
          </p:cNvPr>
          <p:cNvSpPr txBox="1"/>
          <p:nvPr/>
        </p:nvSpPr>
        <p:spPr>
          <a:xfrm>
            <a:off x="9741695" y="3589940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rid=3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143F8C7-EAB6-0ADC-0220-D12E0E17A92A}"/>
                  </a:ext>
                </a:extLst>
              </p14:cNvPr>
              <p14:cNvContentPartPr/>
              <p14:nvPr/>
            </p14:nvContentPartPr>
            <p14:xfrm>
              <a:off x="1793560" y="3081784"/>
              <a:ext cx="74520" cy="1180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143F8C7-EAB6-0ADC-0220-D12E0E17A9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440" y="3075664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9C4C452-AA2F-EE23-CB78-D53A84F0DC53}"/>
                  </a:ext>
                </a:extLst>
              </p14:cNvPr>
              <p14:cNvContentPartPr/>
              <p14:nvPr/>
            </p14:nvContentPartPr>
            <p14:xfrm>
              <a:off x="1889320" y="3153064"/>
              <a:ext cx="5400" cy="576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9C4C452-AA2F-EE23-CB78-D53A84F0DC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3200" y="3146944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8D0A3D3F-F676-EA55-3D20-8D5C44508BF0}"/>
                  </a:ext>
                </a:extLst>
              </p14:cNvPr>
              <p14:cNvContentPartPr/>
              <p14:nvPr/>
            </p14:nvContentPartPr>
            <p14:xfrm>
              <a:off x="1928920" y="3073504"/>
              <a:ext cx="64800" cy="1083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8D0A3D3F-F676-EA55-3D20-8D5C44508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2800" y="3067384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E1E6475B-0BFC-6C25-3BC7-B71DDBD6EB00}"/>
                  </a:ext>
                </a:extLst>
              </p14:cNvPr>
              <p14:cNvContentPartPr/>
              <p14:nvPr/>
            </p14:nvContentPartPr>
            <p14:xfrm>
              <a:off x="2025040" y="3152704"/>
              <a:ext cx="7200" cy="586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E1E6475B-0BFC-6C25-3BC7-B71DDBD6EB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8920" y="3146584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1C0C6E5E-BAE1-841E-73E2-3391E707D4B8}"/>
                  </a:ext>
                </a:extLst>
              </p14:cNvPr>
              <p14:cNvContentPartPr/>
              <p14:nvPr/>
            </p14:nvContentPartPr>
            <p14:xfrm>
              <a:off x="2056000" y="3078184"/>
              <a:ext cx="74160" cy="1119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1C0C6E5E-BAE1-841E-73E2-3391E707D4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9880" y="3072064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E247E383-4F37-96BE-C4BB-B2196A394FFB}"/>
                  </a:ext>
                </a:extLst>
              </p14:cNvPr>
              <p14:cNvContentPartPr/>
              <p14:nvPr/>
            </p14:nvContentPartPr>
            <p14:xfrm>
              <a:off x="2451063" y="3093304"/>
              <a:ext cx="59760" cy="1108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E247E383-4F37-96BE-C4BB-B2196A394F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44943" y="3087184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B582C0C2-8B52-3E11-20D2-E29951899B50}"/>
                  </a:ext>
                </a:extLst>
              </p14:cNvPr>
              <p14:cNvContentPartPr/>
              <p14:nvPr/>
            </p14:nvContentPartPr>
            <p14:xfrm>
              <a:off x="2552943" y="3153784"/>
              <a:ext cx="3600" cy="637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B582C0C2-8B52-3E11-20D2-E29951899B5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46823" y="3147664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B3ECC47-A618-BE6C-BCAB-BFF50D09EA73}"/>
                  </a:ext>
                </a:extLst>
              </p14:cNvPr>
              <p14:cNvContentPartPr/>
              <p14:nvPr/>
            </p14:nvContentPartPr>
            <p14:xfrm>
              <a:off x="3046621" y="3088373"/>
              <a:ext cx="62280" cy="1260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B3ECC47-A618-BE6C-BCAB-BFF50D09EA7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0501" y="3082253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492E191-A2CE-1C95-6295-F212A5868987}"/>
                  </a:ext>
                </a:extLst>
              </p14:cNvPr>
              <p14:cNvContentPartPr/>
              <p14:nvPr/>
            </p14:nvContentPartPr>
            <p14:xfrm>
              <a:off x="3686701" y="3079013"/>
              <a:ext cx="61200" cy="11052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492E191-A2CE-1C95-6295-F212A58689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80581" y="3072893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28658846-8EC9-F182-1893-A7610A51F012}"/>
                  </a:ext>
                </a:extLst>
              </p14:cNvPr>
              <p14:cNvContentPartPr/>
              <p14:nvPr/>
            </p14:nvContentPartPr>
            <p14:xfrm>
              <a:off x="3144410" y="3177268"/>
              <a:ext cx="10440" cy="432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28658846-8EC9-F182-1893-A7610A51F0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38290" y="3171148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6E6B720A-B2B6-9B27-1137-D1D8D6E73DC0}"/>
                  </a:ext>
                </a:extLst>
              </p14:cNvPr>
              <p14:cNvContentPartPr/>
              <p14:nvPr/>
            </p14:nvContentPartPr>
            <p14:xfrm>
              <a:off x="3779090" y="3181588"/>
              <a:ext cx="3600" cy="338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6E6B720A-B2B6-9B27-1137-D1D8D6E73DC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72970" y="3175468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2D2D1F75-CE7A-087D-44FF-3691BDE5A54F}"/>
                  </a:ext>
                </a:extLst>
              </p14:cNvPr>
              <p14:cNvContentPartPr/>
              <p14:nvPr/>
            </p14:nvContentPartPr>
            <p14:xfrm>
              <a:off x="5495220" y="3059315"/>
              <a:ext cx="12240" cy="11448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2D2D1F75-CE7A-087D-44FF-3691BDE5A54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89100" y="3053195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38E976D4-6B0D-B57E-41B0-FA081543F721}"/>
                  </a:ext>
                </a:extLst>
              </p14:cNvPr>
              <p14:cNvContentPartPr/>
              <p14:nvPr/>
            </p14:nvContentPartPr>
            <p14:xfrm>
              <a:off x="5544540" y="3168035"/>
              <a:ext cx="1800" cy="3024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38E976D4-6B0D-B57E-41B0-FA081543F72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38420" y="3161915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23169C9-5A88-FD53-B479-1487DDD355B1}"/>
                  </a:ext>
                </a:extLst>
              </p14:cNvPr>
              <p14:cNvContentPartPr/>
              <p14:nvPr/>
            </p14:nvContentPartPr>
            <p14:xfrm>
              <a:off x="6142926" y="3087958"/>
              <a:ext cx="10800" cy="10260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23169C9-5A88-FD53-B479-1487DDD355B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36806" y="3081838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086B1BC6-2387-822D-283D-6EC3014F0E96}"/>
                  </a:ext>
                </a:extLst>
              </p14:cNvPr>
              <p14:cNvContentPartPr/>
              <p14:nvPr/>
            </p14:nvContentPartPr>
            <p14:xfrm>
              <a:off x="6187926" y="3171478"/>
              <a:ext cx="2520" cy="3564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086B1BC6-2387-822D-283D-6EC3014F0E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81806" y="3165358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1B47D291-2306-E05B-89B8-591B6644CFD4}"/>
                  </a:ext>
                </a:extLst>
              </p14:cNvPr>
              <p14:cNvContentPartPr/>
              <p14:nvPr/>
            </p14:nvContentPartPr>
            <p14:xfrm>
              <a:off x="4938660" y="3062195"/>
              <a:ext cx="5760" cy="11448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1B47D291-2306-E05B-89B8-591B6644CFD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32540" y="3056075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6AF9F6BF-1B12-7635-3A7A-063C91032F6D}"/>
                  </a:ext>
                </a:extLst>
              </p14:cNvPr>
              <p14:cNvContentPartPr/>
              <p14:nvPr/>
            </p14:nvContentPartPr>
            <p14:xfrm>
              <a:off x="4982940" y="3175595"/>
              <a:ext cx="7920" cy="2628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6AF9F6BF-1B12-7635-3A7A-063C91032F6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76820" y="3169475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0156034-640D-15EC-EC99-84D3F60ED4C2}"/>
                  </a:ext>
                </a:extLst>
              </p14:cNvPr>
              <p14:cNvContentPartPr/>
              <p14:nvPr/>
            </p14:nvContentPartPr>
            <p14:xfrm>
              <a:off x="4277700" y="3061115"/>
              <a:ext cx="10440" cy="1141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0156034-640D-15EC-EC99-84D3F60ED4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71580" y="3054995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C6A3AA1-62F2-C536-5E11-5E574498BBE5}"/>
                  </a:ext>
                </a:extLst>
              </p14:cNvPr>
              <p14:cNvContentPartPr/>
              <p14:nvPr/>
            </p14:nvContentPartPr>
            <p14:xfrm>
              <a:off x="4329900" y="3156515"/>
              <a:ext cx="1440" cy="2736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C6A3AA1-62F2-C536-5E11-5E574498BBE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23780" y="3150395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ABBBE970-A57F-68DB-915A-FFEE03E32EE4}"/>
                  </a:ext>
                </a:extLst>
              </p14:cNvPr>
              <p14:cNvContentPartPr/>
              <p14:nvPr/>
            </p14:nvContentPartPr>
            <p14:xfrm>
              <a:off x="4358117" y="3071872"/>
              <a:ext cx="50760" cy="9540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ABBBE970-A57F-68DB-915A-FFEE03E32EE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51997" y="3065752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E018940-E6D6-D842-0E89-06E8534E58E7}"/>
                  </a:ext>
                </a:extLst>
              </p14:cNvPr>
              <p14:cNvContentPartPr/>
              <p14:nvPr/>
            </p14:nvContentPartPr>
            <p14:xfrm>
              <a:off x="4430117" y="3148192"/>
              <a:ext cx="5760" cy="345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E018940-E6D6-D842-0E89-06E8534E58E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23997" y="3142072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5F7E5C0-7B52-B437-B94C-86D6CC9516F8}"/>
                  </a:ext>
                </a:extLst>
              </p14:cNvPr>
              <p14:cNvContentPartPr/>
              <p14:nvPr/>
            </p14:nvContentPartPr>
            <p14:xfrm>
              <a:off x="4454556" y="3066015"/>
              <a:ext cx="47520" cy="9396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5F7E5C0-7B52-B437-B94C-86D6CC9516F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448436" y="3059895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FA01FA8B-D614-A2A8-F363-E0DDB6A248D3}"/>
                  </a:ext>
                </a:extLst>
              </p14:cNvPr>
              <p14:cNvContentPartPr/>
              <p14:nvPr/>
            </p14:nvContentPartPr>
            <p14:xfrm>
              <a:off x="5647140" y="3146283"/>
              <a:ext cx="3960" cy="3924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FA01FA8B-D614-A2A8-F363-E0DDB6A248D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41020" y="3140163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50FB6F2-5047-6677-38DD-46259E742DD4}"/>
                  </a:ext>
                </a:extLst>
              </p14:cNvPr>
              <p14:cNvContentPartPr/>
              <p14:nvPr/>
            </p14:nvContentPartPr>
            <p14:xfrm>
              <a:off x="6312392" y="3161621"/>
              <a:ext cx="4320" cy="4212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50FB6F2-5047-6677-38DD-46259E742D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06272" y="3155501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80641F5-A786-7961-D2A5-9B1017A637B8}"/>
                  </a:ext>
                </a:extLst>
              </p14:cNvPr>
              <p14:cNvContentPartPr/>
              <p14:nvPr/>
            </p14:nvContentPartPr>
            <p14:xfrm>
              <a:off x="7881428" y="3080372"/>
              <a:ext cx="35280" cy="972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80641F5-A786-7961-D2A5-9B1017A637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75308" y="3074252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A83D3250-43C0-B224-4817-98FC0101FF6A}"/>
                  </a:ext>
                </a:extLst>
              </p14:cNvPr>
              <p14:cNvContentPartPr/>
              <p14:nvPr/>
            </p14:nvContentPartPr>
            <p14:xfrm>
              <a:off x="7957748" y="3154172"/>
              <a:ext cx="2160" cy="388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A83D3250-43C0-B224-4817-98FC0101FF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951628" y="3148052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78A27C1E-6F69-D4FB-5364-5ACE194D2D20}"/>
                  </a:ext>
                </a:extLst>
              </p14:cNvPr>
              <p14:cNvContentPartPr/>
              <p14:nvPr/>
            </p14:nvContentPartPr>
            <p14:xfrm>
              <a:off x="6723534" y="3066975"/>
              <a:ext cx="45360" cy="10044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78A27C1E-6F69-D4FB-5364-5ACE194D2D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17414" y="3060855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7E77982F-0573-6647-5C96-F68CB9875CCF}"/>
                  </a:ext>
                </a:extLst>
              </p14:cNvPr>
              <p14:cNvContentPartPr/>
              <p14:nvPr/>
            </p14:nvContentPartPr>
            <p14:xfrm>
              <a:off x="6804894" y="3149775"/>
              <a:ext cx="3960" cy="406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7E77982F-0573-6647-5C96-F68CB9875CC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98774" y="3143655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295AAA5E-0CD9-D0BB-39C6-A9346E16DE9E}"/>
                  </a:ext>
                </a:extLst>
              </p14:cNvPr>
              <p14:cNvContentPartPr/>
              <p14:nvPr/>
            </p14:nvContentPartPr>
            <p14:xfrm>
              <a:off x="6833496" y="3066610"/>
              <a:ext cx="53280" cy="1094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295AAA5E-0CD9-D0BB-39C6-A9346E16DE9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827376" y="3060490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2F25321-C40B-1F89-CCE6-7EBC78AC5551}"/>
                  </a:ext>
                </a:extLst>
              </p14:cNvPr>
              <p14:cNvContentPartPr/>
              <p14:nvPr/>
            </p14:nvContentPartPr>
            <p14:xfrm>
              <a:off x="6917376" y="3137170"/>
              <a:ext cx="1800" cy="396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2F25321-C40B-1F89-CCE6-7EBC78AC555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11256" y="3131050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840C334C-7119-00AB-6408-8A1F579C94CA}"/>
                  </a:ext>
                </a:extLst>
              </p14:cNvPr>
              <p14:cNvContentPartPr/>
              <p14:nvPr/>
            </p14:nvContentPartPr>
            <p14:xfrm>
              <a:off x="6933936" y="3066610"/>
              <a:ext cx="66960" cy="9792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840C334C-7119-00AB-6408-8A1F579C94C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27816" y="3060490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4CA171C6-7043-8A8B-277B-546EE64E8EE9}"/>
                  </a:ext>
                </a:extLst>
              </p14:cNvPr>
              <p14:cNvContentPartPr/>
              <p14:nvPr/>
            </p14:nvContentPartPr>
            <p14:xfrm>
              <a:off x="7371534" y="3075255"/>
              <a:ext cx="37800" cy="11448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4CA171C6-7043-8A8B-277B-546EE64E8EE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65414" y="3069135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AEEAA1A-9900-8D7A-AD3B-E89C39D10941}"/>
                  </a:ext>
                </a:extLst>
              </p14:cNvPr>
              <p14:cNvContentPartPr/>
              <p14:nvPr/>
            </p14:nvContentPartPr>
            <p14:xfrm>
              <a:off x="7438134" y="3163455"/>
              <a:ext cx="4680" cy="2844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AEEAA1A-9900-8D7A-AD3B-E89C39D109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32014" y="3157335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FDE600CC-752E-62F3-D177-59A69E9E29F5}"/>
                  </a:ext>
                </a:extLst>
              </p14:cNvPr>
              <p14:cNvContentPartPr/>
              <p14:nvPr/>
            </p14:nvContentPartPr>
            <p14:xfrm>
              <a:off x="7564656" y="3133930"/>
              <a:ext cx="2160" cy="496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FDE600CC-752E-62F3-D177-59A69E9E29F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58536" y="3127810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977CF07C-E45D-4581-EA81-79319605F936}"/>
                  </a:ext>
                </a:extLst>
              </p14:cNvPr>
              <p14:cNvContentPartPr/>
              <p14:nvPr/>
            </p14:nvContentPartPr>
            <p14:xfrm>
              <a:off x="8090094" y="3127017"/>
              <a:ext cx="1800" cy="4896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977CF07C-E45D-4581-EA81-79319605F93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083974" y="3120897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EC902372-27A7-CB0A-8A61-5B5D860F9BC6}"/>
                  </a:ext>
                </a:extLst>
              </p14:cNvPr>
              <p14:cNvContentPartPr/>
              <p14:nvPr/>
            </p14:nvContentPartPr>
            <p14:xfrm>
              <a:off x="8125374" y="3062217"/>
              <a:ext cx="67320" cy="10080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EC902372-27A7-CB0A-8A61-5B5D860F9BC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19254" y="3056097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B7DDA27-27D9-08BA-67A5-85B3EB08315A}"/>
                  </a:ext>
                </a:extLst>
              </p14:cNvPr>
              <p14:cNvContentPartPr/>
              <p14:nvPr/>
            </p14:nvContentPartPr>
            <p14:xfrm>
              <a:off x="8554841" y="3069511"/>
              <a:ext cx="39600" cy="11196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B7DDA27-27D9-08BA-67A5-85B3EB08315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48721" y="3063391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98A96A7-EFB5-E423-E471-DCA9EADBE7CE}"/>
                  </a:ext>
                </a:extLst>
              </p14:cNvPr>
              <p14:cNvContentPartPr/>
              <p14:nvPr/>
            </p14:nvContentPartPr>
            <p14:xfrm>
              <a:off x="8621801" y="3158431"/>
              <a:ext cx="6480" cy="356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98A96A7-EFB5-E423-E471-DCA9EADBE7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15681" y="3152311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FE68E44-922E-E283-DF89-17A04C5032A8}"/>
                  </a:ext>
                </a:extLst>
              </p14:cNvPr>
              <p14:cNvContentPartPr/>
              <p14:nvPr/>
            </p14:nvContentPartPr>
            <p14:xfrm>
              <a:off x="8718654" y="3132777"/>
              <a:ext cx="9000" cy="5760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FE68E44-922E-E283-DF89-17A04C5032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12534" y="3126657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5393FB65-4281-0115-E340-D9A513FDF44B}"/>
                  </a:ext>
                </a:extLst>
              </p14:cNvPr>
              <p14:cNvContentPartPr/>
              <p14:nvPr/>
            </p14:nvContentPartPr>
            <p14:xfrm>
              <a:off x="9697728" y="3089683"/>
              <a:ext cx="54000" cy="813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5393FB65-4281-0115-E340-D9A513FDF44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691608" y="3083563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1AA1A079-D1A8-8258-9553-2021633CFF9A}"/>
                  </a:ext>
                </a:extLst>
              </p14:cNvPr>
              <p14:cNvContentPartPr/>
              <p14:nvPr/>
            </p14:nvContentPartPr>
            <p14:xfrm>
              <a:off x="10274772" y="3087511"/>
              <a:ext cx="39240" cy="824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1AA1A079-D1A8-8258-9553-2021633CFF9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268652" y="3081391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43863ED4-D917-77D6-6608-F23376648322}"/>
                  </a:ext>
                </a:extLst>
              </p14:cNvPr>
              <p14:cNvContentPartPr/>
              <p14:nvPr/>
            </p14:nvContentPartPr>
            <p14:xfrm>
              <a:off x="10360092" y="3138991"/>
              <a:ext cx="12960" cy="3420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43863ED4-D917-77D6-6608-F2337664832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53972" y="3132871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6625B30F-5964-D468-CF66-9ADB7C9AC618}"/>
                  </a:ext>
                </a:extLst>
              </p14:cNvPr>
              <p14:cNvContentPartPr/>
              <p14:nvPr/>
            </p14:nvContentPartPr>
            <p14:xfrm>
              <a:off x="9784092" y="3138271"/>
              <a:ext cx="10440" cy="3492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6625B30F-5964-D468-CF66-9ADB7C9AC61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777972" y="3132151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BA2FB318-ECD0-68CD-694E-2E062E3BEE23}"/>
                  </a:ext>
                </a:extLst>
              </p14:cNvPr>
              <p14:cNvContentPartPr/>
              <p14:nvPr/>
            </p14:nvContentPartPr>
            <p14:xfrm>
              <a:off x="9093437" y="3098197"/>
              <a:ext cx="66240" cy="10836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BA2FB318-ECD0-68CD-694E-2E062E3BEE2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087317" y="3092077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9BC7771F-F316-5131-63D4-CE6B2549C238}"/>
                  </a:ext>
                </a:extLst>
              </p14:cNvPr>
              <p14:cNvContentPartPr/>
              <p14:nvPr/>
            </p14:nvContentPartPr>
            <p14:xfrm>
              <a:off x="9183077" y="3177757"/>
              <a:ext cx="7920" cy="3888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9BC7771F-F316-5131-63D4-CE6B2549C23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176957" y="3171637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54753DC3-BB2A-ACC1-F641-6E28E41C7590}"/>
                  </a:ext>
                </a:extLst>
              </p14:cNvPr>
              <p14:cNvContentPartPr/>
              <p14:nvPr/>
            </p14:nvContentPartPr>
            <p14:xfrm>
              <a:off x="9218966" y="3101366"/>
              <a:ext cx="54000" cy="1080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54753DC3-BB2A-ACC1-F641-6E28E41C759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212846" y="3095246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A7954326-5B7C-77EF-E168-1B5020A29795}"/>
                  </a:ext>
                </a:extLst>
              </p14:cNvPr>
              <p14:cNvContentPartPr/>
              <p14:nvPr/>
            </p14:nvContentPartPr>
            <p14:xfrm>
              <a:off x="9307886" y="3157886"/>
              <a:ext cx="1440" cy="5076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A7954326-5B7C-77EF-E168-1B5020A2979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301766" y="3151766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6A28A745-253B-1239-CE4B-332D752CB076}"/>
                  </a:ext>
                </a:extLst>
              </p14:cNvPr>
              <p14:cNvContentPartPr/>
              <p14:nvPr/>
            </p14:nvContentPartPr>
            <p14:xfrm>
              <a:off x="9332006" y="3085526"/>
              <a:ext cx="58320" cy="10296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6A28A745-253B-1239-CE4B-332D752CB07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325886" y="3079406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7D7285C-A592-ADA6-11C2-CC4307FBABAC}"/>
                  </a:ext>
                </a:extLst>
              </p14:cNvPr>
              <p14:cNvContentPartPr/>
              <p14:nvPr/>
            </p14:nvContentPartPr>
            <p14:xfrm>
              <a:off x="9915285" y="3112716"/>
              <a:ext cx="1080" cy="5508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7D7285C-A592-ADA6-11C2-CC4307FBABA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909165" y="3106596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AF41C22-86A5-23FA-99A0-4EA932491459}"/>
                  </a:ext>
                </a:extLst>
              </p14:cNvPr>
              <p14:cNvContentPartPr/>
              <p14:nvPr/>
            </p14:nvContentPartPr>
            <p14:xfrm>
              <a:off x="10450343" y="3128429"/>
              <a:ext cx="5040" cy="478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AF41C22-86A5-23FA-99A0-4EA93249145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444223" y="3122309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5F8EFB43-C2F5-10BD-380F-617A05FDEA27}"/>
                  </a:ext>
                </a:extLst>
              </p14:cNvPr>
              <p14:cNvContentPartPr/>
              <p14:nvPr/>
            </p14:nvContentPartPr>
            <p14:xfrm>
              <a:off x="10924139" y="3076472"/>
              <a:ext cx="46080" cy="936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5F8EFB43-C2F5-10BD-380F-617A05FDEA2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918019" y="3070352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5229ACC0-C916-A2FA-FC10-AF7C7C310433}"/>
                  </a:ext>
                </a:extLst>
              </p14:cNvPr>
              <p14:cNvContentPartPr/>
              <p14:nvPr/>
            </p14:nvContentPartPr>
            <p14:xfrm>
              <a:off x="10978139" y="3147752"/>
              <a:ext cx="6480" cy="2736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5229ACC0-C916-A2FA-FC10-AF7C7C31043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72019" y="3141632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0750A636-3B5E-6C9F-EC0F-0DB7B39B54E2}"/>
                  </a:ext>
                </a:extLst>
              </p14:cNvPr>
              <p14:cNvContentPartPr/>
              <p14:nvPr/>
            </p14:nvContentPartPr>
            <p14:xfrm>
              <a:off x="11067371" y="3131466"/>
              <a:ext cx="4680" cy="424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0750A636-3B5E-6C9F-EC0F-0DB7B39B54E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61251" y="3125346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12515AD0-4985-7B3D-3CD6-0F967EA4CB92}"/>
                  </a:ext>
                </a:extLst>
              </p14:cNvPr>
              <p14:cNvContentPartPr/>
              <p14:nvPr/>
            </p14:nvContentPartPr>
            <p14:xfrm>
              <a:off x="2598293" y="3096716"/>
              <a:ext cx="8640" cy="10260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12515AD0-4985-7B3D-3CD6-0F967EA4CB9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592173" y="3090596"/>
                <a:ext cx="20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C842576B-30B7-57C4-D36B-045F1D4B0D34}"/>
                  </a:ext>
                </a:extLst>
              </p14:cNvPr>
              <p14:cNvContentPartPr/>
              <p14:nvPr/>
            </p14:nvContentPartPr>
            <p14:xfrm>
              <a:off x="2657333" y="3158996"/>
              <a:ext cx="9720" cy="543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C842576B-30B7-57C4-D36B-045F1D4B0D3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651213" y="3152876"/>
                <a:ext cx="21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0A2904E-FC3F-8570-A2A4-8A83851E4ACC}"/>
                  </a:ext>
                </a:extLst>
              </p14:cNvPr>
              <p14:cNvContentPartPr/>
              <p14:nvPr/>
            </p14:nvContentPartPr>
            <p14:xfrm>
              <a:off x="2692253" y="3084836"/>
              <a:ext cx="57240" cy="12132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0A2904E-FC3F-8570-A2A4-8A83851E4AC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86133" y="3078716"/>
                <a:ext cx="694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649DD38B-F2AC-965F-256D-F7B6D7B6061E}"/>
                  </a:ext>
                </a:extLst>
              </p14:cNvPr>
              <p14:cNvContentPartPr/>
              <p14:nvPr/>
            </p14:nvContentPartPr>
            <p14:xfrm>
              <a:off x="3177893" y="3101756"/>
              <a:ext cx="40320" cy="1062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649DD38B-F2AC-965F-256D-F7B6D7B6061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171773" y="3095636"/>
                <a:ext cx="52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1C0CBA4E-9A45-208A-64E0-E1927A80FE01}"/>
                  </a:ext>
                </a:extLst>
              </p14:cNvPr>
              <p14:cNvContentPartPr/>
              <p14:nvPr/>
            </p14:nvContentPartPr>
            <p14:xfrm>
              <a:off x="3258893" y="3182036"/>
              <a:ext cx="4680" cy="4752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1C0CBA4E-9A45-208A-64E0-E1927A80FE0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252773" y="3175916"/>
                <a:ext cx="169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082AAB8-79ED-7026-A1B9-FEF63EC12D9D}"/>
                  </a:ext>
                </a:extLst>
              </p14:cNvPr>
              <p14:cNvContentPartPr/>
              <p14:nvPr/>
            </p14:nvContentPartPr>
            <p14:xfrm>
              <a:off x="3296693" y="3089516"/>
              <a:ext cx="59400" cy="11304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082AAB8-79ED-7026-A1B9-FEF63EC12D9D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290573" y="3083396"/>
                <a:ext cx="7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7F4C982-A075-D9A9-7E8E-6E9CC00A25EE}"/>
                  </a:ext>
                </a:extLst>
              </p14:cNvPr>
              <p14:cNvContentPartPr/>
              <p14:nvPr/>
            </p14:nvContentPartPr>
            <p14:xfrm>
              <a:off x="3803715" y="3086445"/>
              <a:ext cx="47880" cy="986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7F4C982-A075-D9A9-7E8E-6E9CC00A25E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797595" y="3080325"/>
                <a:ext cx="601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0320449B-AC1C-651E-994D-30A0637B38A9}"/>
                  </a:ext>
                </a:extLst>
              </p14:cNvPr>
              <p14:cNvContentPartPr/>
              <p14:nvPr/>
            </p14:nvContentPartPr>
            <p14:xfrm>
              <a:off x="3883275" y="3152685"/>
              <a:ext cx="7200" cy="5004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0320449B-AC1C-651E-994D-30A0637B38A9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877155" y="3146565"/>
                <a:ext cx="194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E35B76B-D11F-9F1A-6608-9C0CB1890B2E}"/>
                  </a:ext>
                </a:extLst>
              </p14:cNvPr>
              <p14:cNvContentPartPr/>
              <p14:nvPr/>
            </p14:nvContentPartPr>
            <p14:xfrm>
              <a:off x="3919275" y="3080325"/>
              <a:ext cx="54000" cy="10728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E35B76B-D11F-9F1A-6608-9C0CB1890B2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913155" y="3074205"/>
                <a:ext cx="66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EAAF100A-4B03-6A2A-C35D-F36819F5B04D}"/>
                  </a:ext>
                </a:extLst>
              </p14:cNvPr>
              <p14:cNvContentPartPr/>
              <p14:nvPr/>
            </p14:nvContentPartPr>
            <p14:xfrm>
              <a:off x="5018413" y="3074638"/>
              <a:ext cx="11880" cy="9360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EAAF100A-4B03-6A2A-C35D-F36819F5B04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012293" y="3068518"/>
                <a:ext cx="24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773003DE-37E1-5D24-7B48-BAA7173F4655}"/>
                  </a:ext>
                </a:extLst>
              </p14:cNvPr>
              <p14:cNvContentPartPr/>
              <p14:nvPr/>
            </p14:nvContentPartPr>
            <p14:xfrm>
              <a:off x="5064853" y="3138718"/>
              <a:ext cx="2160" cy="5256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773003DE-37E1-5D24-7B48-BAA7173F465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058733" y="3132598"/>
                <a:ext cx="14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C4F9242A-6321-F779-8B37-66CEF15059E4}"/>
                  </a:ext>
                </a:extLst>
              </p14:cNvPr>
              <p14:cNvContentPartPr/>
              <p14:nvPr/>
            </p14:nvContentPartPr>
            <p14:xfrm>
              <a:off x="5091133" y="3067078"/>
              <a:ext cx="70560" cy="10188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C4F9242A-6321-F779-8B37-66CEF15059E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85013" y="3060958"/>
                <a:ext cx="82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928A8FF-32F8-5009-FA8A-6A2E057C24AB}"/>
                  </a:ext>
                </a:extLst>
              </p14:cNvPr>
              <p14:cNvContentPartPr/>
              <p14:nvPr/>
            </p14:nvContentPartPr>
            <p14:xfrm>
              <a:off x="5575337" y="3064886"/>
              <a:ext cx="38520" cy="11736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928A8FF-32F8-5009-FA8A-6A2E057C24A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69217" y="3058766"/>
                <a:ext cx="50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4B20C456-FEE3-E824-180A-2053DDA1DB75}"/>
                  </a:ext>
                </a:extLst>
              </p14:cNvPr>
              <p14:cNvContentPartPr/>
              <p14:nvPr/>
            </p14:nvContentPartPr>
            <p14:xfrm>
              <a:off x="5679737" y="3067766"/>
              <a:ext cx="54000" cy="1080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4B20C456-FEE3-E824-180A-2053DDA1DB7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673617" y="3061646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0554D016-1B1C-30AF-4762-92B433A15FB6}"/>
                  </a:ext>
                </a:extLst>
              </p14:cNvPr>
              <p14:cNvContentPartPr/>
              <p14:nvPr/>
            </p14:nvContentPartPr>
            <p14:xfrm>
              <a:off x="6223543" y="3082436"/>
              <a:ext cx="38520" cy="10008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0554D016-1B1C-30AF-4762-92B433A15FB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217423" y="3076316"/>
                <a:ext cx="50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71D5AD22-3B39-3ABB-ACCC-A7894EBE506B}"/>
                  </a:ext>
                </a:extLst>
              </p14:cNvPr>
              <p14:cNvContentPartPr/>
              <p14:nvPr/>
            </p14:nvContentPartPr>
            <p14:xfrm>
              <a:off x="6330463" y="3075236"/>
              <a:ext cx="54720" cy="1137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71D5AD22-3B39-3ABB-ACCC-A7894EBE506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324343" y="3069116"/>
                <a:ext cx="66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A7974457-3B3C-D9DE-CCCB-B4811DCCF657}"/>
                  </a:ext>
                </a:extLst>
              </p14:cNvPr>
              <p14:cNvContentPartPr/>
              <p14:nvPr/>
            </p14:nvContentPartPr>
            <p14:xfrm>
              <a:off x="7483599" y="3079112"/>
              <a:ext cx="16920" cy="1018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A7974457-3B3C-D9DE-CCCB-B4811DCCF65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477479" y="3072992"/>
                <a:ext cx="29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50279D35-F395-8A99-0491-465E6B0E5008}"/>
                  </a:ext>
                </a:extLst>
              </p14:cNvPr>
              <p14:cNvContentPartPr/>
              <p14:nvPr/>
            </p14:nvContentPartPr>
            <p14:xfrm>
              <a:off x="7587639" y="3065792"/>
              <a:ext cx="55440" cy="10980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50279D35-F395-8A99-0491-465E6B0E500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581519" y="3059672"/>
                <a:ext cx="676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01B97A7-4CBC-FE4F-31F0-41072A452AD5}"/>
                  </a:ext>
                </a:extLst>
              </p14:cNvPr>
              <p14:cNvContentPartPr/>
              <p14:nvPr/>
            </p14:nvContentPartPr>
            <p14:xfrm>
              <a:off x="7992143" y="3076009"/>
              <a:ext cx="54360" cy="9324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01B97A7-4CBC-FE4F-31F0-41072A452AD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86023" y="3069889"/>
                <a:ext cx="666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DC1E898A-30E9-9EF6-12D2-E51A3BC504E4}"/>
                  </a:ext>
                </a:extLst>
              </p14:cNvPr>
              <p14:cNvContentPartPr/>
              <p14:nvPr/>
            </p14:nvContentPartPr>
            <p14:xfrm>
              <a:off x="8645044" y="3072934"/>
              <a:ext cx="43920" cy="86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DC1E898A-30E9-9EF6-12D2-E51A3BC504E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638924" y="3066814"/>
                <a:ext cx="561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F1861FD4-8739-ADC4-B510-E9146115897B}"/>
                  </a:ext>
                </a:extLst>
              </p14:cNvPr>
              <p14:cNvContentPartPr/>
              <p14:nvPr/>
            </p14:nvContentPartPr>
            <p14:xfrm>
              <a:off x="8743324" y="3084454"/>
              <a:ext cx="61560" cy="8784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F1861FD4-8739-ADC4-B510-E9146115897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737204" y="3078334"/>
                <a:ext cx="73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E5D3943B-12D5-28AE-77FB-82F77F5EF784}"/>
                  </a:ext>
                </a:extLst>
              </p14:cNvPr>
              <p14:cNvContentPartPr/>
              <p14:nvPr/>
            </p14:nvContentPartPr>
            <p14:xfrm>
              <a:off x="9830826" y="3061271"/>
              <a:ext cx="9360" cy="9000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E5D3943B-12D5-28AE-77FB-82F77F5EF78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824706" y="3055151"/>
                <a:ext cx="21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1B58BECF-6890-3F17-43A2-93E22BEC28C9}"/>
                  </a:ext>
                </a:extLst>
              </p14:cNvPr>
              <p14:cNvContentPartPr/>
              <p14:nvPr/>
            </p14:nvContentPartPr>
            <p14:xfrm>
              <a:off x="9953226" y="3063071"/>
              <a:ext cx="60840" cy="8676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1B58BECF-6890-3F17-43A2-93E22BEC28C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947106" y="3056951"/>
                <a:ext cx="730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306C7D98-7F70-B2A8-D909-42C5D7ADA60C}"/>
                  </a:ext>
                </a:extLst>
              </p14:cNvPr>
              <p14:cNvContentPartPr/>
              <p14:nvPr/>
            </p14:nvContentPartPr>
            <p14:xfrm>
              <a:off x="10381618" y="3070961"/>
              <a:ext cx="46440" cy="7524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306C7D98-7F70-B2A8-D909-42C5D7ADA60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375498" y="3064841"/>
                <a:ext cx="58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973F32EF-0F13-2D84-CC0D-D62B9E911150}"/>
                  </a:ext>
                </a:extLst>
              </p14:cNvPr>
              <p14:cNvContentPartPr/>
              <p14:nvPr/>
            </p14:nvContentPartPr>
            <p14:xfrm>
              <a:off x="10465858" y="3070601"/>
              <a:ext cx="69120" cy="75960"/>
            </p14:xfrm>
          </p:contentPart>
        </mc:Choice>
        <mc:Fallback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973F32EF-0F13-2D84-CC0D-D62B9E91115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459738" y="3064481"/>
                <a:ext cx="81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D0049DF4-06EA-4EC1-097D-A4C6A3188A14}"/>
                  </a:ext>
                </a:extLst>
              </p14:cNvPr>
              <p14:cNvContentPartPr/>
              <p14:nvPr/>
            </p14:nvContentPartPr>
            <p14:xfrm>
              <a:off x="10999644" y="3073530"/>
              <a:ext cx="37440" cy="7956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D0049DF4-06EA-4EC1-097D-A4C6A3188A1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993524" y="3067410"/>
                <a:ext cx="49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0BABCE55-64C7-B3E3-924B-23CB53CE5976}"/>
                  </a:ext>
                </a:extLst>
              </p14:cNvPr>
              <p14:cNvContentPartPr/>
              <p14:nvPr/>
            </p14:nvContentPartPr>
            <p14:xfrm>
              <a:off x="11090724" y="3073170"/>
              <a:ext cx="54720" cy="7200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0BABCE55-64C7-B3E3-924B-23CB53CE597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084604" y="3067050"/>
                <a:ext cx="66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47F2A716-4F92-154A-6762-AF250E10BD87}"/>
                  </a:ext>
                </a:extLst>
              </p14:cNvPr>
              <p14:cNvContentPartPr/>
              <p14:nvPr/>
            </p14:nvContentPartPr>
            <p14:xfrm>
              <a:off x="1897030" y="4820126"/>
              <a:ext cx="74520" cy="11808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47F2A716-4F92-154A-6762-AF250E10BD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0910" y="4814006"/>
                <a:ext cx="867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C3FD2707-3453-B9B8-E50C-C9A2EFE3F642}"/>
                  </a:ext>
                </a:extLst>
              </p14:cNvPr>
              <p14:cNvContentPartPr/>
              <p14:nvPr/>
            </p14:nvContentPartPr>
            <p14:xfrm>
              <a:off x="1992790" y="4891406"/>
              <a:ext cx="5400" cy="5760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C3FD2707-3453-B9B8-E50C-C9A2EFE3F6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6670" y="4885286"/>
                <a:ext cx="176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B4212858-817C-F8B7-26FD-E10FAF010DDB}"/>
                  </a:ext>
                </a:extLst>
              </p14:cNvPr>
              <p14:cNvContentPartPr/>
              <p14:nvPr/>
            </p14:nvContentPartPr>
            <p14:xfrm>
              <a:off x="2032390" y="4811846"/>
              <a:ext cx="64800" cy="10836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B4212858-817C-F8B7-26FD-E10FAF010D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6270" y="4805726"/>
                <a:ext cx="770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58DC438A-E3E2-CCEE-4711-A9CB8FBE7050}"/>
                  </a:ext>
                </a:extLst>
              </p14:cNvPr>
              <p14:cNvContentPartPr/>
              <p14:nvPr/>
            </p14:nvContentPartPr>
            <p14:xfrm>
              <a:off x="2128510" y="4891046"/>
              <a:ext cx="7200" cy="5868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58DC438A-E3E2-CCEE-4711-A9CB8FBE70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2390" y="4884926"/>
                <a:ext cx="19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40D13C1-5816-9007-1D25-32BEB10FD35A}"/>
                  </a:ext>
                </a:extLst>
              </p14:cNvPr>
              <p14:cNvContentPartPr/>
              <p14:nvPr/>
            </p14:nvContentPartPr>
            <p14:xfrm>
              <a:off x="2159470" y="4816526"/>
              <a:ext cx="74160" cy="111960"/>
            </p14:xfrm>
          </p:contentPart>
        </mc:Choice>
        <mc:Fallback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40D13C1-5816-9007-1D25-32BEB10FD3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3350" y="4810406"/>
                <a:ext cx="8640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E2937325-7D7A-A860-8A33-56F8B3E5A71B}"/>
                  </a:ext>
                </a:extLst>
              </p14:cNvPr>
              <p14:cNvContentPartPr/>
              <p14:nvPr/>
            </p14:nvContentPartPr>
            <p14:xfrm>
              <a:off x="2554533" y="4831646"/>
              <a:ext cx="59760" cy="11088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E2937325-7D7A-A860-8A33-56F8B3E5A7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48413" y="4825526"/>
                <a:ext cx="72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97EB99F4-5B16-EDEB-AE72-17EE8F3B57A5}"/>
                  </a:ext>
                </a:extLst>
              </p14:cNvPr>
              <p14:cNvContentPartPr/>
              <p14:nvPr/>
            </p14:nvContentPartPr>
            <p14:xfrm>
              <a:off x="2656413" y="4892126"/>
              <a:ext cx="3600" cy="6372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97EB99F4-5B16-EDEB-AE72-17EE8F3B57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50293" y="4886006"/>
                <a:ext cx="1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E22CE567-DFA3-8E89-1A2A-7A6B00CF676B}"/>
                  </a:ext>
                </a:extLst>
              </p14:cNvPr>
              <p14:cNvContentPartPr/>
              <p14:nvPr/>
            </p14:nvContentPartPr>
            <p14:xfrm>
              <a:off x="3150091" y="4826715"/>
              <a:ext cx="62280" cy="1260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E22CE567-DFA3-8E89-1A2A-7A6B00CF67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3971" y="4820595"/>
                <a:ext cx="74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0FF0C14D-49E3-9F5A-B993-9B39BDDBC4E1}"/>
                  </a:ext>
                </a:extLst>
              </p14:cNvPr>
              <p14:cNvContentPartPr/>
              <p14:nvPr/>
            </p14:nvContentPartPr>
            <p14:xfrm>
              <a:off x="3790171" y="4817355"/>
              <a:ext cx="61200" cy="110520"/>
            </p14:xfrm>
          </p:contentPart>
        </mc:Choice>
        <mc:Fallback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0FF0C14D-49E3-9F5A-B993-9B39BDDBC4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84051" y="4811235"/>
                <a:ext cx="73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8C337810-A2CC-B9EA-C615-330D452C7E0C}"/>
                  </a:ext>
                </a:extLst>
              </p14:cNvPr>
              <p14:cNvContentPartPr/>
              <p14:nvPr/>
            </p14:nvContentPartPr>
            <p14:xfrm>
              <a:off x="3247880" y="4915610"/>
              <a:ext cx="10440" cy="4320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8C337810-A2CC-B9EA-C615-330D452C7E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41760" y="4909490"/>
                <a:ext cx="226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54DCEA8-7A3A-E9D3-63C7-62E98C852B26}"/>
                  </a:ext>
                </a:extLst>
              </p14:cNvPr>
              <p14:cNvContentPartPr/>
              <p14:nvPr/>
            </p14:nvContentPartPr>
            <p14:xfrm>
              <a:off x="3882560" y="4919930"/>
              <a:ext cx="3600" cy="3384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54DCEA8-7A3A-E9D3-63C7-62E98C852B2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76440" y="4913810"/>
                <a:ext cx="1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A1D2F6D7-3CDB-DDFA-DE1C-3EDC2C2DDD84}"/>
                  </a:ext>
                </a:extLst>
              </p14:cNvPr>
              <p14:cNvContentPartPr/>
              <p14:nvPr/>
            </p14:nvContentPartPr>
            <p14:xfrm>
              <a:off x="5598690" y="4797657"/>
              <a:ext cx="12240" cy="11448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A1D2F6D7-3CDB-DDFA-DE1C-3EDC2C2DDD8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92570" y="4791537"/>
                <a:ext cx="244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01DAA5A9-91BF-E988-F83B-FB07C42B369B}"/>
                  </a:ext>
                </a:extLst>
              </p14:cNvPr>
              <p14:cNvContentPartPr/>
              <p14:nvPr/>
            </p14:nvContentPartPr>
            <p14:xfrm>
              <a:off x="5648010" y="4906377"/>
              <a:ext cx="1800" cy="3024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01DAA5A9-91BF-E988-F83B-FB07C42B369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41890" y="4900257"/>
                <a:ext cx="140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93E515F9-49F7-156F-7E29-508FAEC4D091}"/>
                  </a:ext>
                </a:extLst>
              </p14:cNvPr>
              <p14:cNvContentPartPr/>
              <p14:nvPr/>
            </p14:nvContentPartPr>
            <p14:xfrm>
              <a:off x="6246396" y="4826300"/>
              <a:ext cx="10800" cy="10260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93E515F9-49F7-156F-7E29-508FAEC4D0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40276" y="4820180"/>
                <a:ext cx="2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7AF7A253-917B-BAE1-08AC-FD57781D5E0E}"/>
                  </a:ext>
                </a:extLst>
              </p14:cNvPr>
              <p14:cNvContentPartPr/>
              <p14:nvPr/>
            </p14:nvContentPartPr>
            <p14:xfrm>
              <a:off x="6291396" y="4909820"/>
              <a:ext cx="2520" cy="3564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7AF7A253-917B-BAE1-08AC-FD57781D5E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85276" y="4903700"/>
                <a:ext cx="14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3AB9B974-B0C6-F394-DCE3-9F15932A6F8A}"/>
                  </a:ext>
                </a:extLst>
              </p14:cNvPr>
              <p14:cNvContentPartPr/>
              <p14:nvPr/>
            </p14:nvContentPartPr>
            <p14:xfrm>
              <a:off x="5042130" y="4800537"/>
              <a:ext cx="5760" cy="114480"/>
            </p14:xfrm>
          </p:contentPart>
        </mc:Choice>
        <mc:Fallback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3AB9B974-B0C6-F394-DCE3-9F15932A6F8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36010" y="4794417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B08486C3-5C57-81BE-3E34-2FBD4F95998C}"/>
                  </a:ext>
                </a:extLst>
              </p14:cNvPr>
              <p14:cNvContentPartPr/>
              <p14:nvPr/>
            </p14:nvContentPartPr>
            <p14:xfrm>
              <a:off x="5086410" y="4913937"/>
              <a:ext cx="7920" cy="2628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B08486C3-5C57-81BE-3E34-2FBD4F95998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80290" y="4907817"/>
                <a:ext cx="20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84702943-DB81-B011-C2EB-5C48299BE0EC}"/>
                  </a:ext>
                </a:extLst>
              </p14:cNvPr>
              <p14:cNvContentPartPr/>
              <p14:nvPr/>
            </p14:nvContentPartPr>
            <p14:xfrm>
              <a:off x="4381170" y="4799457"/>
              <a:ext cx="10440" cy="114120"/>
            </p14:xfrm>
          </p:contentPart>
        </mc:Choice>
        <mc:Fallback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84702943-DB81-B011-C2EB-5C48299BE0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75050" y="4793337"/>
                <a:ext cx="22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7CEDDE45-E9A1-807A-B8F3-9E083E3F0F59}"/>
                  </a:ext>
                </a:extLst>
              </p14:cNvPr>
              <p14:cNvContentPartPr/>
              <p14:nvPr/>
            </p14:nvContentPartPr>
            <p14:xfrm>
              <a:off x="4433370" y="4894857"/>
              <a:ext cx="1440" cy="2736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7CEDDE45-E9A1-807A-B8F3-9E083E3F0F5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27250" y="4888737"/>
                <a:ext cx="13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EDFAFD8B-3954-DB00-B302-46F845D741EC}"/>
                  </a:ext>
                </a:extLst>
              </p14:cNvPr>
              <p14:cNvContentPartPr/>
              <p14:nvPr/>
            </p14:nvContentPartPr>
            <p14:xfrm>
              <a:off x="4461587" y="4810214"/>
              <a:ext cx="50760" cy="9540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EDFAFD8B-3954-DB00-B302-46F845D741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55467" y="4804094"/>
                <a:ext cx="630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D2D51311-BA0A-82E9-587D-35617BEF442D}"/>
                  </a:ext>
                </a:extLst>
              </p14:cNvPr>
              <p14:cNvContentPartPr/>
              <p14:nvPr/>
            </p14:nvContentPartPr>
            <p14:xfrm>
              <a:off x="4533587" y="4886534"/>
              <a:ext cx="5760" cy="345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D2D51311-BA0A-82E9-587D-35617BEF442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27467" y="4880414"/>
                <a:ext cx="18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9468D6A0-7274-84F3-1DBE-734211DF3B14}"/>
                  </a:ext>
                </a:extLst>
              </p14:cNvPr>
              <p14:cNvContentPartPr/>
              <p14:nvPr/>
            </p14:nvContentPartPr>
            <p14:xfrm>
              <a:off x="4558026" y="4804357"/>
              <a:ext cx="47520" cy="9396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9468D6A0-7274-84F3-1DBE-734211DF3B1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51906" y="4798237"/>
                <a:ext cx="59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86E9513E-AF42-C3D3-61CF-BF0357231E40}"/>
                  </a:ext>
                </a:extLst>
              </p14:cNvPr>
              <p14:cNvContentPartPr/>
              <p14:nvPr/>
            </p14:nvContentPartPr>
            <p14:xfrm>
              <a:off x="5750610" y="4884625"/>
              <a:ext cx="3960" cy="392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86E9513E-AF42-C3D3-61CF-BF0357231E4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44490" y="4878505"/>
                <a:ext cx="162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D2AD9E15-F1C2-EB75-FFE5-9673B2D385FB}"/>
                  </a:ext>
                </a:extLst>
              </p14:cNvPr>
              <p14:cNvContentPartPr/>
              <p14:nvPr/>
            </p14:nvContentPartPr>
            <p14:xfrm>
              <a:off x="6415862" y="4899963"/>
              <a:ext cx="4320" cy="4212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D2AD9E15-F1C2-EB75-FFE5-9673B2D385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09742" y="4893843"/>
                <a:ext cx="16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AC454A6E-96DE-D7E5-CED9-BC295024E15E}"/>
                  </a:ext>
                </a:extLst>
              </p14:cNvPr>
              <p14:cNvContentPartPr/>
              <p14:nvPr/>
            </p14:nvContentPartPr>
            <p14:xfrm>
              <a:off x="7984898" y="4818714"/>
              <a:ext cx="35280" cy="9720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AC454A6E-96DE-D7E5-CED9-BC295024E1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978778" y="4812594"/>
                <a:ext cx="4752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864D601F-5B0D-E105-220A-CB0B2FD36990}"/>
                  </a:ext>
                </a:extLst>
              </p14:cNvPr>
              <p14:cNvContentPartPr/>
              <p14:nvPr/>
            </p14:nvContentPartPr>
            <p14:xfrm>
              <a:off x="8061218" y="4892514"/>
              <a:ext cx="2160" cy="3888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864D601F-5B0D-E105-220A-CB0B2FD369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55098" y="4886394"/>
                <a:ext cx="144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392753A7-148A-816B-314F-8F6798131703}"/>
                  </a:ext>
                </a:extLst>
              </p14:cNvPr>
              <p14:cNvContentPartPr/>
              <p14:nvPr/>
            </p14:nvContentPartPr>
            <p14:xfrm>
              <a:off x="6827004" y="4805317"/>
              <a:ext cx="45360" cy="10044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392753A7-148A-816B-314F-8F679813170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20884" y="4799197"/>
                <a:ext cx="576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FA56F880-85E5-F4D2-8AD7-0069D507F44E}"/>
                  </a:ext>
                </a:extLst>
              </p14:cNvPr>
              <p14:cNvContentPartPr/>
              <p14:nvPr/>
            </p14:nvContentPartPr>
            <p14:xfrm>
              <a:off x="6908364" y="4888117"/>
              <a:ext cx="3960" cy="4068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FA56F880-85E5-F4D2-8AD7-0069D507F44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02244" y="4881997"/>
                <a:ext cx="16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AAE55775-DDCC-642B-22C4-F899905D321C}"/>
                  </a:ext>
                </a:extLst>
              </p14:cNvPr>
              <p14:cNvContentPartPr/>
              <p14:nvPr/>
            </p14:nvContentPartPr>
            <p14:xfrm>
              <a:off x="6936966" y="4804952"/>
              <a:ext cx="53280" cy="1094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AAE55775-DDCC-642B-22C4-F899905D321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930846" y="4798832"/>
                <a:ext cx="655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1A7DD070-4D78-0F78-11B4-53DF1E018949}"/>
                  </a:ext>
                </a:extLst>
              </p14:cNvPr>
              <p14:cNvContentPartPr/>
              <p14:nvPr/>
            </p14:nvContentPartPr>
            <p14:xfrm>
              <a:off x="7020846" y="4875512"/>
              <a:ext cx="1800" cy="3960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1A7DD070-4D78-0F78-11B4-53DF1E01894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14726" y="4869392"/>
                <a:ext cx="14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532F175A-BE67-8DA5-0FD4-96DA86ADCDF3}"/>
                  </a:ext>
                </a:extLst>
              </p14:cNvPr>
              <p14:cNvContentPartPr/>
              <p14:nvPr/>
            </p14:nvContentPartPr>
            <p14:xfrm>
              <a:off x="7037406" y="4804952"/>
              <a:ext cx="66960" cy="9792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532F175A-BE67-8DA5-0FD4-96DA86ADCDF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31286" y="4798832"/>
                <a:ext cx="792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3DEA0D3E-AC88-C8A5-1CA9-3DDA7A192A56}"/>
                  </a:ext>
                </a:extLst>
              </p14:cNvPr>
              <p14:cNvContentPartPr/>
              <p14:nvPr/>
            </p14:nvContentPartPr>
            <p14:xfrm>
              <a:off x="7475004" y="4813597"/>
              <a:ext cx="37800" cy="11448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3DEA0D3E-AC88-C8A5-1CA9-3DDA7A192A5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68884" y="4807477"/>
                <a:ext cx="500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8234BA3C-49B1-001A-0E93-A3E4BA2D7EA4}"/>
                  </a:ext>
                </a:extLst>
              </p14:cNvPr>
              <p14:cNvContentPartPr/>
              <p14:nvPr/>
            </p14:nvContentPartPr>
            <p14:xfrm>
              <a:off x="7541604" y="4901797"/>
              <a:ext cx="4680" cy="2844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8234BA3C-49B1-001A-0E93-A3E4BA2D7EA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35484" y="4895677"/>
                <a:ext cx="16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021E25BD-C035-1D6C-946D-5E29F447E15F}"/>
                  </a:ext>
                </a:extLst>
              </p14:cNvPr>
              <p14:cNvContentPartPr/>
              <p14:nvPr/>
            </p14:nvContentPartPr>
            <p14:xfrm>
              <a:off x="7668126" y="4872272"/>
              <a:ext cx="2160" cy="4968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021E25BD-C035-1D6C-946D-5E29F447E15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662006" y="4866152"/>
                <a:ext cx="144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C6CC7133-A2CA-8DEC-AF38-8352D93F5406}"/>
                  </a:ext>
                </a:extLst>
              </p14:cNvPr>
              <p14:cNvContentPartPr/>
              <p14:nvPr/>
            </p14:nvContentPartPr>
            <p14:xfrm>
              <a:off x="8193564" y="4865359"/>
              <a:ext cx="1800" cy="4896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C6CC7133-A2CA-8DEC-AF38-8352D93F540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87444" y="4859239"/>
                <a:ext cx="140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3D40A814-4801-B8C8-476D-FD0980758671}"/>
                  </a:ext>
                </a:extLst>
              </p14:cNvPr>
              <p14:cNvContentPartPr/>
              <p14:nvPr/>
            </p14:nvContentPartPr>
            <p14:xfrm>
              <a:off x="8228844" y="4800559"/>
              <a:ext cx="67320" cy="10080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3D40A814-4801-B8C8-476D-FD098075867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22724" y="4794439"/>
                <a:ext cx="795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1D539FEC-E634-F746-1F9F-C9DCD2022D53}"/>
                  </a:ext>
                </a:extLst>
              </p14:cNvPr>
              <p14:cNvContentPartPr/>
              <p14:nvPr/>
            </p14:nvContentPartPr>
            <p14:xfrm>
              <a:off x="8658311" y="4807853"/>
              <a:ext cx="39600" cy="1119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1D539FEC-E634-F746-1F9F-C9DCD2022D5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52191" y="4801733"/>
                <a:ext cx="51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A92C4352-B327-2B3E-AC61-8478CC37205D}"/>
                  </a:ext>
                </a:extLst>
              </p14:cNvPr>
              <p14:cNvContentPartPr/>
              <p14:nvPr/>
            </p14:nvContentPartPr>
            <p14:xfrm>
              <a:off x="8725271" y="4896773"/>
              <a:ext cx="6480" cy="3564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A92C4352-B327-2B3E-AC61-8478CC37205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719151" y="4890653"/>
                <a:ext cx="1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9DCA1585-CE8C-9615-5E5B-626C7A9C09D1}"/>
                  </a:ext>
                </a:extLst>
              </p14:cNvPr>
              <p14:cNvContentPartPr/>
              <p14:nvPr/>
            </p14:nvContentPartPr>
            <p14:xfrm>
              <a:off x="8822124" y="4871119"/>
              <a:ext cx="9000" cy="5760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9DCA1585-CE8C-9615-5E5B-626C7A9C09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16004" y="4864999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581BE66-886D-68F2-3562-3D738B3E27A6}"/>
                  </a:ext>
                </a:extLst>
              </p14:cNvPr>
              <p14:cNvContentPartPr/>
              <p14:nvPr/>
            </p14:nvContentPartPr>
            <p14:xfrm>
              <a:off x="9801198" y="4828025"/>
              <a:ext cx="54000" cy="8136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581BE66-886D-68F2-3562-3D738B3E27A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95078" y="4821905"/>
                <a:ext cx="66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CF80A1D-46B8-E6AE-BC28-450B0161BE03}"/>
                  </a:ext>
                </a:extLst>
              </p14:cNvPr>
              <p14:cNvContentPartPr/>
              <p14:nvPr/>
            </p14:nvContentPartPr>
            <p14:xfrm>
              <a:off x="10378242" y="4825853"/>
              <a:ext cx="39240" cy="8244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CF80A1D-46B8-E6AE-BC28-450B0161BE0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372122" y="4819733"/>
                <a:ext cx="514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BDE4A025-2092-650E-4FA9-D419AE4BBCCA}"/>
                  </a:ext>
                </a:extLst>
              </p14:cNvPr>
              <p14:cNvContentPartPr/>
              <p14:nvPr/>
            </p14:nvContentPartPr>
            <p14:xfrm>
              <a:off x="10463562" y="4877333"/>
              <a:ext cx="12960" cy="3420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BDE4A025-2092-650E-4FA9-D419AE4BBCC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457442" y="4871213"/>
                <a:ext cx="25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8A116A37-5B34-E367-2602-C4310A19993A}"/>
                  </a:ext>
                </a:extLst>
              </p14:cNvPr>
              <p14:cNvContentPartPr/>
              <p14:nvPr/>
            </p14:nvContentPartPr>
            <p14:xfrm>
              <a:off x="9887562" y="4876613"/>
              <a:ext cx="10440" cy="3492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8A116A37-5B34-E367-2602-C4310A19993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881442" y="4870493"/>
                <a:ext cx="22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6A2C19CD-791F-75A3-0458-35D1375770E8}"/>
                  </a:ext>
                </a:extLst>
              </p14:cNvPr>
              <p14:cNvContentPartPr/>
              <p14:nvPr/>
            </p14:nvContentPartPr>
            <p14:xfrm>
              <a:off x="9196907" y="4836539"/>
              <a:ext cx="66240" cy="10836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6A2C19CD-791F-75A3-0458-35D1375770E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190787" y="4830419"/>
                <a:ext cx="78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994B3EA7-CEEE-92D2-3D33-AC7557C47BFD}"/>
                  </a:ext>
                </a:extLst>
              </p14:cNvPr>
              <p14:cNvContentPartPr/>
              <p14:nvPr/>
            </p14:nvContentPartPr>
            <p14:xfrm>
              <a:off x="9286547" y="4916099"/>
              <a:ext cx="7920" cy="388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994B3EA7-CEEE-92D2-3D33-AC7557C47BF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280427" y="4909979"/>
                <a:ext cx="20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930E2CDC-6AC7-B892-FC59-6E09D7F141ED}"/>
                  </a:ext>
                </a:extLst>
              </p14:cNvPr>
              <p14:cNvContentPartPr/>
              <p14:nvPr/>
            </p14:nvContentPartPr>
            <p14:xfrm>
              <a:off x="9322436" y="4839708"/>
              <a:ext cx="54000" cy="10800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930E2CDC-6AC7-B892-FC59-6E09D7F141E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16316" y="483358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88D0FA8D-B0D6-1D1D-0E42-6FCD287DF2DE}"/>
                  </a:ext>
                </a:extLst>
              </p14:cNvPr>
              <p14:cNvContentPartPr/>
              <p14:nvPr/>
            </p14:nvContentPartPr>
            <p14:xfrm>
              <a:off x="9411356" y="4896228"/>
              <a:ext cx="1440" cy="5076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88D0FA8D-B0D6-1D1D-0E42-6FCD287DF2D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405236" y="4890108"/>
                <a:ext cx="136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DDCB69F1-F08E-4B17-0AC4-400348CE1ECC}"/>
                  </a:ext>
                </a:extLst>
              </p14:cNvPr>
              <p14:cNvContentPartPr/>
              <p14:nvPr/>
            </p14:nvContentPartPr>
            <p14:xfrm>
              <a:off x="9435476" y="4823868"/>
              <a:ext cx="58320" cy="1029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DDCB69F1-F08E-4B17-0AC4-400348CE1ECC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429356" y="4817748"/>
                <a:ext cx="705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E1E48EBF-875F-6AD2-162D-B9CE3068FA3D}"/>
                  </a:ext>
                </a:extLst>
              </p14:cNvPr>
              <p14:cNvContentPartPr/>
              <p14:nvPr/>
            </p14:nvContentPartPr>
            <p14:xfrm>
              <a:off x="10018755" y="4851058"/>
              <a:ext cx="1080" cy="5508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E1E48EBF-875F-6AD2-162D-B9CE3068FA3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12635" y="4844938"/>
                <a:ext cx="13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61E97BBD-3D81-2593-3FD7-19E3F0FC934E}"/>
                  </a:ext>
                </a:extLst>
              </p14:cNvPr>
              <p14:cNvContentPartPr/>
              <p14:nvPr/>
            </p14:nvContentPartPr>
            <p14:xfrm>
              <a:off x="10553813" y="4866771"/>
              <a:ext cx="5040" cy="4788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61E97BBD-3D81-2593-3FD7-19E3F0FC934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547693" y="4860651"/>
                <a:ext cx="17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83477A46-0C45-C6FD-FC2A-8CFB6B31DD50}"/>
                  </a:ext>
                </a:extLst>
              </p14:cNvPr>
              <p14:cNvContentPartPr/>
              <p14:nvPr/>
            </p14:nvContentPartPr>
            <p14:xfrm>
              <a:off x="11027609" y="4814814"/>
              <a:ext cx="46080" cy="9360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83477A46-0C45-C6FD-FC2A-8CFB6B31DD5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021489" y="4808694"/>
                <a:ext cx="58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8A755715-4CC1-BE2F-68A4-CF7663C7F35E}"/>
                  </a:ext>
                </a:extLst>
              </p14:cNvPr>
              <p14:cNvContentPartPr/>
              <p14:nvPr/>
            </p14:nvContentPartPr>
            <p14:xfrm>
              <a:off x="11081609" y="4886094"/>
              <a:ext cx="6480" cy="2736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8A755715-4CC1-BE2F-68A4-CF7663C7F35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1075489" y="4879974"/>
                <a:ext cx="18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BB00A98C-10EB-2878-CE22-3529F12AA24B}"/>
                  </a:ext>
                </a:extLst>
              </p14:cNvPr>
              <p14:cNvContentPartPr/>
              <p14:nvPr/>
            </p14:nvContentPartPr>
            <p14:xfrm>
              <a:off x="11170841" y="4869808"/>
              <a:ext cx="4680" cy="42480"/>
            </p14:xfrm>
          </p:contentPart>
        </mc:Choice>
        <mc:Fallback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BB00A98C-10EB-2878-CE22-3529F12AA2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164721" y="4863688"/>
                <a:ext cx="16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CD6A17EF-275B-F7FB-DB58-94D8E688C9F3}"/>
                  </a:ext>
                </a:extLst>
              </p14:cNvPr>
              <p14:cNvContentPartPr/>
              <p14:nvPr/>
            </p14:nvContentPartPr>
            <p14:xfrm>
              <a:off x="2701763" y="4835058"/>
              <a:ext cx="8640" cy="10260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CD6A17EF-275B-F7FB-DB58-94D8E688C9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95643" y="4828938"/>
                <a:ext cx="20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53F01BE7-7631-DAFF-ECC5-DADA0C86C503}"/>
                  </a:ext>
                </a:extLst>
              </p14:cNvPr>
              <p14:cNvContentPartPr/>
              <p14:nvPr/>
            </p14:nvContentPartPr>
            <p14:xfrm>
              <a:off x="2760803" y="4897338"/>
              <a:ext cx="9720" cy="54360"/>
            </p14:xfrm>
          </p:contentPart>
        </mc:Choice>
        <mc:Fallback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53F01BE7-7631-DAFF-ECC5-DADA0C86C5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54683" y="4891218"/>
                <a:ext cx="21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76495AFF-61AF-E652-186B-132DC0A884C3}"/>
                  </a:ext>
                </a:extLst>
              </p14:cNvPr>
              <p14:cNvContentPartPr/>
              <p14:nvPr/>
            </p14:nvContentPartPr>
            <p14:xfrm>
              <a:off x="2795723" y="4823178"/>
              <a:ext cx="57240" cy="12132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76495AFF-61AF-E652-186B-132DC0A884C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789603" y="4817058"/>
                <a:ext cx="694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C0CF56B0-F22E-0CD2-F081-CF4CE30E2848}"/>
                  </a:ext>
                </a:extLst>
              </p14:cNvPr>
              <p14:cNvContentPartPr/>
              <p14:nvPr/>
            </p14:nvContentPartPr>
            <p14:xfrm>
              <a:off x="3281363" y="4840098"/>
              <a:ext cx="40320" cy="10620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C0CF56B0-F22E-0CD2-F081-CF4CE30E284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75243" y="4833978"/>
                <a:ext cx="52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2754F64D-46E7-6128-E639-1814F3918555}"/>
                  </a:ext>
                </a:extLst>
              </p14:cNvPr>
              <p14:cNvContentPartPr/>
              <p14:nvPr/>
            </p14:nvContentPartPr>
            <p14:xfrm>
              <a:off x="3362363" y="4920378"/>
              <a:ext cx="4680" cy="4752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2754F64D-46E7-6128-E639-1814F391855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356243" y="4914258"/>
                <a:ext cx="169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60FA45D0-1C8F-E1B3-3B32-CA6B5151ED86}"/>
                  </a:ext>
                </a:extLst>
              </p14:cNvPr>
              <p14:cNvContentPartPr/>
              <p14:nvPr/>
            </p14:nvContentPartPr>
            <p14:xfrm>
              <a:off x="3400163" y="4827858"/>
              <a:ext cx="59400" cy="11304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60FA45D0-1C8F-E1B3-3B32-CA6B5151ED8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94043" y="4821738"/>
                <a:ext cx="7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3B9BDB48-4181-8C4C-8CB0-9A08B9A2B356}"/>
                  </a:ext>
                </a:extLst>
              </p14:cNvPr>
              <p14:cNvContentPartPr/>
              <p14:nvPr/>
            </p14:nvContentPartPr>
            <p14:xfrm>
              <a:off x="3907185" y="4824787"/>
              <a:ext cx="47880" cy="9864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3B9BDB48-4181-8C4C-8CB0-9A08B9A2B356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901065" y="4818667"/>
                <a:ext cx="601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75D1E55D-519E-EBA8-2124-B1A83DE9A646}"/>
                  </a:ext>
                </a:extLst>
              </p14:cNvPr>
              <p14:cNvContentPartPr/>
              <p14:nvPr/>
            </p14:nvContentPartPr>
            <p14:xfrm>
              <a:off x="3986745" y="4891027"/>
              <a:ext cx="7200" cy="5004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75D1E55D-519E-EBA8-2124-B1A83DE9A64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980625" y="4884907"/>
                <a:ext cx="194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2C3FDF23-DAB4-B642-706C-901D32B46DAF}"/>
                  </a:ext>
                </a:extLst>
              </p14:cNvPr>
              <p14:cNvContentPartPr/>
              <p14:nvPr/>
            </p14:nvContentPartPr>
            <p14:xfrm>
              <a:off x="4022745" y="4818667"/>
              <a:ext cx="54000" cy="10728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2C3FDF23-DAB4-B642-706C-901D32B46DA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016625" y="4812547"/>
                <a:ext cx="66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39F49FFE-AC5B-B4DE-88B8-208CCF5AACA3}"/>
                  </a:ext>
                </a:extLst>
              </p14:cNvPr>
              <p14:cNvContentPartPr/>
              <p14:nvPr/>
            </p14:nvContentPartPr>
            <p14:xfrm>
              <a:off x="5121883" y="4812980"/>
              <a:ext cx="11880" cy="9360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39F49FFE-AC5B-B4DE-88B8-208CCF5AACA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115763" y="4806860"/>
                <a:ext cx="24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2B9D58D4-64C6-F6CE-D27C-70B6FB0580FF}"/>
                  </a:ext>
                </a:extLst>
              </p14:cNvPr>
              <p14:cNvContentPartPr/>
              <p14:nvPr/>
            </p14:nvContentPartPr>
            <p14:xfrm>
              <a:off x="5168323" y="4877060"/>
              <a:ext cx="2160" cy="5256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2B9D58D4-64C6-F6CE-D27C-70B6FB0580F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62203" y="4870940"/>
                <a:ext cx="14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F23B44B8-7D31-06CC-BEFA-218332A9B9A2}"/>
                  </a:ext>
                </a:extLst>
              </p14:cNvPr>
              <p14:cNvContentPartPr/>
              <p14:nvPr/>
            </p14:nvContentPartPr>
            <p14:xfrm>
              <a:off x="5194603" y="4805420"/>
              <a:ext cx="70560" cy="10188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F23B44B8-7D31-06CC-BEFA-218332A9B9A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88483" y="4799300"/>
                <a:ext cx="828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36821CE9-A6F1-37CE-4368-ED8514D78A7F}"/>
                  </a:ext>
                </a:extLst>
              </p14:cNvPr>
              <p14:cNvContentPartPr/>
              <p14:nvPr/>
            </p14:nvContentPartPr>
            <p14:xfrm>
              <a:off x="5678807" y="4803228"/>
              <a:ext cx="38520" cy="117360"/>
            </p14:xfrm>
          </p:contentPart>
        </mc:Choice>
        <mc:Fallback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36821CE9-A6F1-37CE-4368-ED8514D78A7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72687" y="4797108"/>
                <a:ext cx="50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2CDB7A2D-28AD-D734-2451-EC31929B2E55}"/>
                  </a:ext>
                </a:extLst>
              </p14:cNvPr>
              <p14:cNvContentPartPr/>
              <p14:nvPr/>
            </p14:nvContentPartPr>
            <p14:xfrm>
              <a:off x="5783207" y="4806108"/>
              <a:ext cx="54000" cy="108000"/>
            </p14:xfrm>
          </p:contentPart>
        </mc:Choice>
        <mc:Fallback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2CDB7A2D-28AD-D734-2451-EC31929B2E5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777087" y="4799988"/>
                <a:ext cx="662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3F4F33EA-C0BC-D5E6-0CA6-8025E99D57CA}"/>
                  </a:ext>
                </a:extLst>
              </p14:cNvPr>
              <p14:cNvContentPartPr/>
              <p14:nvPr/>
            </p14:nvContentPartPr>
            <p14:xfrm>
              <a:off x="6327013" y="4820778"/>
              <a:ext cx="38520" cy="1000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3F4F33EA-C0BC-D5E6-0CA6-8025E99D57C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320893" y="4814658"/>
                <a:ext cx="507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6A15EE53-F799-88FE-EAF4-1C7E9CF0028A}"/>
                  </a:ext>
                </a:extLst>
              </p14:cNvPr>
              <p14:cNvContentPartPr/>
              <p14:nvPr/>
            </p14:nvContentPartPr>
            <p14:xfrm>
              <a:off x="6433933" y="4813578"/>
              <a:ext cx="54720" cy="11376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6A15EE53-F799-88FE-EAF4-1C7E9CF0028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427813" y="4807458"/>
                <a:ext cx="66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157B4128-F316-5DE1-964A-E6314F3CFF01}"/>
                  </a:ext>
                </a:extLst>
              </p14:cNvPr>
              <p14:cNvContentPartPr/>
              <p14:nvPr/>
            </p14:nvContentPartPr>
            <p14:xfrm>
              <a:off x="7587069" y="4817454"/>
              <a:ext cx="16920" cy="101880"/>
            </p14:xfrm>
          </p:contentPart>
        </mc:Choice>
        <mc:Fallback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157B4128-F316-5DE1-964A-E6314F3CFF0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80949" y="4811334"/>
                <a:ext cx="29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398" name="Ink 397">
                <a:extLst>
                  <a:ext uri="{FF2B5EF4-FFF2-40B4-BE49-F238E27FC236}">
                    <a16:creationId xmlns:a16="http://schemas.microsoft.com/office/drawing/2014/main" id="{8D610222-D9C9-77CA-9760-FB3DA3B1107C}"/>
                  </a:ext>
                </a:extLst>
              </p14:cNvPr>
              <p14:cNvContentPartPr/>
              <p14:nvPr/>
            </p14:nvContentPartPr>
            <p14:xfrm>
              <a:off x="7691109" y="4804134"/>
              <a:ext cx="55440" cy="109800"/>
            </p14:xfrm>
          </p:contentPart>
        </mc:Choice>
        <mc:Fallback>
          <p:pic>
            <p:nvPicPr>
              <p:cNvPr id="398" name="Ink 397">
                <a:extLst>
                  <a:ext uri="{FF2B5EF4-FFF2-40B4-BE49-F238E27FC236}">
                    <a16:creationId xmlns:a16="http://schemas.microsoft.com/office/drawing/2014/main" id="{8D610222-D9C9-77CA-9760-FB3DA3B1107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684989" y="4798014"/>
                <a:ext cx="676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9C673D98-7B67-A7DF-8321-678EF5B9FBEF}"/>
                  </a:ext>
                </a:extLst>
              </p14:cNvPr>
              <p14:cNvContentPartPr/>
              <p14:nvPr/>
            </p14:nvContentPartPr>
            <p14:xfrm>
              <a:off x="8095613" y="4814351"/>
              <a:ext cx="54360" cy="9324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9C673D98-7B67-A7DF-8321-678EF5B9FBE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089493" y="4808231"/>
                <a:ext cx="666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1C6635E6-DA52-B5A1-BA98-6A268922401A}"/>
                  </a:ext>
                </a:extLst>
              </p14:cNvPr>
              <p14:cNvContentPartPr/>
              <p14:nvPr/>
            </p14:nvContentPartPr>
            <p14:xfrm>
              <a:off x="8748514" y="4811276"/>
              <a:ext cx="43920" cy="8640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1C6635E6-DA52-B5A1-BA98-6A268922401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742394" y="4805156"/>
                <a:ext cx="561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1670CA63-3DF5-C60B-3878-CBA925C5CA3F}"/>
                  </a:ext>
                </a:extLst>
              </p14:cNvPr>
              <p14:cNvContentPartPr/>
              <p14:nvPr/>
            </p14:nvContentPartPr>
            <p14:xfrm>
              <a:off x="8846794" y="4822796"/>
              <a:ext cx="61560" cy="878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1670CA63-3DF5-C60B-3878-CBA925C5CA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40674" y="4816676"/>
                <a:ext cx="73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3A120B6B-94F8-098A-3272-308E4FFD95FB}"/>
                  </a:ext>
                </a:extLst>
              </p14:cNvPr>
              <p14:cNvContentPartPr/>
              <p14:nvPr/>
            </p14:nvContentPartPr>
            <p14:xfrm>
              <a:off x="9934296" y="4799613"/>
              <a:ext cx="9360" cy="9000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3A120B6B-94F8-098A-3272-308E4FFD95F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28176" y="4793493"/>
                <a:ext cx="21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BE3E290E-9A32-555B-D642-40B5E5B26216}"/>
                  </a:ext>
                </a:extLst>
              </p14:cNvPr>
              <p14:cNvContentPartPr/>
              <p14:nvPr/>
            </p14:nvContentPartPr>
            <p14:xfrm>
              <a:off x="10056696" y="4801413"/>
              <a:ext cx="60840" cy="8676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BE3E290E-9A32-555B-D642-40B5E5B2621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050576" y="4795293"/>
                <a:ext cx="730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2BDAC630-B511-A1CC-2619-40EA98B7DE35}"/>
                  </a:ext>
                </a:extLst>
              </p14:cNvPr>
              <p14:cNvContentPartPr/>
              <p14:nvPr/>
            </p14:nvContentPartPr>
            <p14:xfrm>
              <a:off x="10485088" y="4809303"/>
              <a:ext cx="46440" cy="7524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2BDAC630-B511-A1CC-2619-40EA98B7DE3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78968" y="4803183"/>
                <a:ext cx="58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5DF0FBC1-A8D9-028A-687D-4603269B540A}"/>
                  </a:ext>
                </a:extLst>
              </p14:cNvPr>
              <p14:cNvContentPartPr/>
              <p14:nvPr/>
            </p14:nvContentPartPr>
            <p14:xfrm>
              <a:off x="10569328" y="4808943"/>
              <a:ext cx="69120" cy="7596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5DF0FBC1-A8D9-028A-687D-4603269B540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563208" y="4802823"/>
                <a:ext cx="81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1AE4024F-A30A-AB42-2CA4-BC8E2481719D}"/>
                  </a:ext>
                </a:extLst>
              </p14:cNvPr>
              <p14:cNvContentPartPr/>
              <p14:nvPr/>
            </p14:nvContentPartPr>
            <p14:xfrm>
              <a:off x="11103114" y="4811872"/>
              <a:ext cx="37440" cy="7956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1AE4024F-A30A-AB42-2CA4-BC8E2481719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096994" y="4805752"/>
                <a:ext cx="49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96EDD33-30BD-50CB-2F0B-C484E436DDA7}"/>
                  </a:ext>
                </a:extLst>
              </p14:cNvPr>
              <p14:cNvContentPartPr/>
              <p14:nvPr/>
            </p14:nvContentPartPr>
            <p14:xfrm>
              <a:off x="11194194" y="4811512"/>
              <a:ext cx="54720" cy="7200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96EDD33-30BD-50CB-2F0B-C484E436DDA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188074" y="4805392"/>
                <a:ext cx="669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1A0275AF-68BA-93AB-5D7F-5B397C1777BA}"/>
                  </a:ext>
                </a:extLst>
              </p14:cNvPr>
              <p14:cNvContentPartPr/>
              <p14:nvPr/>
            </p14:nvContentPartPr>
            <p14:xfrm>
              <a:off x="2961156" y="2079563"/>
              <a:ext cx="720" cy="362340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1A0275AF-68BA-93AB-5D7F-5B397C1777B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948916" y="20734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8C34FEE8-1F91-32EA-1877-F769CC24F825}"/>
                  </a:ext>
                </a:extLst>
              </p14:cNvPr>
              <p14:cNvContentPartPr/>
              <p14:nvPr/>
            </p14:nvContentPartPr>
            <p14:xfrm>
              <a:off x="5307545" y="2049634"/>
              <a:ext cx="720" cy="362340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8C34FEE8-1F91-32EA-1877-F769CC24F82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295305" y="2043514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E98642F9-663C-D829-D88E-9FB94F40F809}"/>
                  </a:ext>
                </a:extLst>
              </p14:cNvPr>
              <p14:cNvContentPartPr/>
              <p14:nvPr/>
            </p14:nvContentPartPr>
            <p14:xfrm>
              <a:off x="7751386" y="2067993"/>
              <a:ext cx="720" cy="362340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E98642F9-663C-D829-D88E-9FB94F40F809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39146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BD36D9EF-9ACB-BD20-5618-16772200CC36}"/>
                  </a:ext>
                </a:extLst>
              </p14:cNvPr>
              <p14:cNvContentPartPr/>
              <p14:nvPr/>
            </p14:nvContentPartPr>
            <p14:xfrm>
              <a:off x="10159547" y="2067993"/>
              <a:ext cx="720" cy="362340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BD36D9EF-9ACB-BD20-5618-16772200CC3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147307" y="206187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EBE10CE7-D3D6-79E5-E156-689A8F62F92F}"/>
                  </a:ext>
                </a:extLst>
              </p14:cNvPr>
              <p14:cNvContentPartPr/>
              <p14:nvPr/>
            </p14:nvContentPartPr>
            <p14:xfrm>
              <a:off x="2374649" y="2074948"/>
              <a:ext cx="720" cy="362340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EBE10CE7-D3D6-79E5-E156-689A8F62F92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362409" y="206882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B5E2E8A4-BC67-2D05-0FB2-612B7E1F2BFE}"/>
                  </a:ext>
                </a:extLst>
              </p14:cNvPr>
              <p14:cNvContentPartPr/>
              <p14:nvPr/>
            </p14:nvContentPartPr>
            <p14:xfrm>
              <a:off x="4721038" y="2081963"/>
              <a:ext cx="720" cy="362340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B5E2E8A4-BC67-2D05-0FB2-612B7E1F2BF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708798" y="207584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DC8449AA-106C-FCC6-0C00-84F8DC6BAE7C}"/>
                  </a:ext>
                </a:extLst>
              </p14:cNvPr>
              <p14:cNvContentPartPr/>
              <p14:nvPr/>
            </p14:nvContentPartPr>
            <p14:xfrm>
              <a:off x="7164879" y="2063378"/>
              <a:ext cx="720" cy="362340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DC8449AA-106C-FCC6-0C00-84F8DC6BAE7C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152639" y="205725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39704D88-4C09-F712-5C25-AC0A9703473B}"/>
                  </a:ext>
                </a:extLst>
              </p14:cNvPr>
              <p14:cNvContentPartPr/>
              <p14:nvPr/>
            </p14:nvContentPartPr>
            <p14:xfrm>
              <a:off x="9573040" y="2063378"/>
              <a:ext cx="720" cy="362340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39704D88-4C09-F712-5C25-AC0A9703473B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560800" y="2057258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C15D2785-0FCC-71AF-A36B-55888CA9212D}"/>
                  </a:ext>
                </a:extLst>
              </p14:cNvPr>
              <p14:cNvContentPartPr/>
              <p14:nvPr/>
            </p14:nvContentPartPr>
            <p14:xfrm>
              <a:off x="3612324" y="2065713"/>
              <a:ext cx="720" cy="3623400"/>
            </p14:xfrm>
          </p:contentPart>
        </mc:Choice>
        <mc:Fallback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C15D2785-0FCC-71AF-A36B-55888CA9212D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3600084" y="2059593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52A7C7C0-1A56-E35B-DC2D-34D95648432B}"/>
                  </a:ext>
                </a:extLst>
              </p14:cNvPr>
              <p14:cNvContentPartPr/>
              <p14:nvPr/>
            </p14:nvContentPartPr>
            <p14:xfrm>
              <a:off x="5958713" y="2063492"/>
              <a:ext cx="720" cy="362340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52A7C7C0-1A56-E35B-DC2D-34D95648432B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946473" y="2057372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AB5F718F-4973-9784-A386-955515E71E17}"/>
                  </a:ext>
                </a:extLst>
              </p14:cNvPr>
              <p14:cNvContentPartPr/>
              <p14:nvPr/>
            </p14:nvContentPartPr>
            <p14:xfrm>
              <a:off x="8402554" y="2063379"/>
              <a:ext cx="720" cy="362340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AB5F718F-4973-9784-A386-955515E71E1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390314" y="2057259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7E3C4E0F-F925-4154-8779-EC2ED5A4AB60}"/>
                  </a:ext>
                </a:extLst>
              </p14:cNvPr>
              <p14:cNvContentPartPr/>
              <p14:nvPr/>
            </p14:nvContentPartPr>
            <p14:xfrm>
              <a:off x="10810715" y="2063379"/>
              <a:ext cx="720" cy="362340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7E3C4E0F-F925-4154-8779-EC2ED5A4AB6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0798475" y="2057259"/>
                <a:ext cx="25200" cy="36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A984A19F-5158-82F4-F674-04C74175153A}"/>
                  </a:ext>
                </a:extLst>
              </p14:cNvPr>
              <p14:cNvContentPartPr/>
              <p14:nvPr/>
            </p14:nvContentPartPr>
            <p14:xfrm>
              <a:off x="2025906" y="3435077"/>
              <a:ext cx="48960" cy="93996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A984A19F-5158-82F4-F674-04C74175153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007906" y="3417077"/>
                <a:ext cx="84600" cy="9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12BF1F8A-685A-D990-3C75-FD281292A9B8}"/>
                  </a:ext>
                </a:extLst>
              </p14:cNvPr>
              <p14:cNvContentPartPr/>
              <p14:nvPr/>
            </p14:nvContentPartPr>
            <p14:xfrm>
              <a:off x="2000346" y="4286837"/>
              <a:ext cx="146160" cy="107280"/>
            </p14:xfrm>
          </p:contentPart>
        </mc:Choice>
        <mc:Fallback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12BF1F8A-685A-D990-3C75-FD281292A9B8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982706" y="4269197"/>
                <a:ext cx="1818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EAFBDDAD-644C-65ED-8A82-B5516DEA05C0}"/>
                  </a:ext>
                </a:extLst>
              </p14:cNvPr>
              <p14:cNvContentPartPr/>
              <p14:nvPr/>
            </p14:nvContentPartPr>
            <p14:xfrm>
              <a:off x="2644026" y="3335357"/>
              <a:ext cx="50040" cy="1070640"/>
            </p14:xfrm>
          </p:contentPart>
        </mc:Choice>
        <mc:Fallback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EAFBDDAD-644C-65ED-8A82-B5516DEA05C0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2626026" y="3317357"/>
                <a:ext cx="85680" cy="11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760AC056-2FBF-0993-E380-6F8829A4A658}"/>
                  </a:ext>
                </a:extLst>
              </p14:cNvPr>
              <p14:cNvContentPartPr/>
              <p14:nvPr/>
            </p14:nvContentPartPr>
            <p14:xfrm>
              <a:off x="2619546" y="4288997"/>
              <a:ext cx="141480" cy="103680"/>
            </p14:xfrm>
          </p:contentPart>
        </mc:Choice>
        <mc:Fallback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760AC056-2FBF-0993-E380-6F8829A4A65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2601546" y="4270997"/>
                <a:ext cx="1771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5B5A319B-39B7-E816-1B7B-BDAA247BBE31}"/>
                  </a:ext>
                </a:extLst>
              </p14:cNvPr>
              <p14:cNvContentPartPr/>
              <p14:nvPr/>
            </p14:nvContentPartPr>
            <p14:xfrm>
              <a:off x="3163506" y="3368477"/>
              <a:ext cx="68400" cy="1007640"/>
            </p14:xfrm>
          </p:contentPart>
        </mc:Choice>
        <mc:Fallback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5B5A319B-39B7-E816-1B7B-BDAA247BBE3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145506" y="3350477"/>
                <a:ext cx="104040" cy="10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9BA544F4-5E8F-2969-FBB7-119C24E98112}"/>
                  </a:ext>
                </a:extLst>
              </p14:cNvPr>
              <p14:cNvContentPartPr/>
              <p14:nvPr/>
            </p14:nvContentPartPr>
            <p14:xfrm>
              <a:off x="3157026" y="4280717"/>
              <a:ext cx="160200" cy="15624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9BA544F4-5E8F-2969-FBB7-119C24E9811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139386" y="4262717"/>
                <a:ext cx="1958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ABCD5E4A-F363-971B-B27A-19D28FB27B92}"/>
                  </a:ext>
                </a:extLst>
              </p14:cNvPr>
              <p14:cNvContentPartPr/>
              <p14:nvPr/>
            </p14:nvContentPartPr>
            <p14:xfrm>
              <a:off x="3795306" y="3384317"/>
              <a:ext cx="720" cy="10044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ABCD5E4A-F363-971B-B27A-19D28FB27B92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759306" y="3366317"/>
                <a:ext cx="72000" cy="10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13257B21-414B-D033-3D63-1EC3976BD1AB}"/>
                  </a:ext>
                </a:extLst>
              </p14:cNvPr>
              <p14:cNvContentPartPr/>
              <p14:nvPr/>
            </p14:nvContentPartPr>
            <p14:xfrm>
              <a:off x="3723666" y="4291157"/>
              <a:ext cx="129600" cy="14004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13257B21-414B-D033-3D63-1EC3976BD1AB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06026" y="4273157"/>
                <a:ext cx="1652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9AF3FEC7-E3B2-1D64-5228-CA7ED86E4AC5}"/>
                  </a:ext>
                </a:extLst>
              </p14:cNvPr>
              <p14:cNvContentPartPr/>
              <p14:nvPr/>
            </p14:nvContentPartPr>
            <p14:xfrm>
              <a:off x="4427826" y="3355157"/>
              <a:ext cx="720" cy="1045440"/>
            </p14:xfrm>
          </p:contentPart>
        </mc:Choice>
        <mc:Fallback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9AF3FEC7-E3B2-1D64-5228-CA7ED86E4AC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391826" y="3337157"/>
                <a:ext cx="72000" cy="10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5A81856A-9450-3C62-4375-434DFD13D4E9}"/>
                  </a:ext>
                </a:extLst>
              </p14:cNvPr>
              <p14:cNvContentPartPr/>
              <p14:nvPr/>
            </p14:nvContentPartPr>
            <p14:xfrm>
              <a:off x="4371306" y="4317437"/>
              <a:ext cx="133200" cy="110520"/>
            </p14:xfrm>
          </p:contentPart>
        </mc:Choice>
        <mc:Fallback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5A81856A-9450-3C62-4375-434DFD13D4E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53666" y="4299437"/>
                <a:ext cx="1688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086846E4-FE49-AD0B-F711-A52CDB23398D}"/>
                  </a:ext>
                </a:extLst>
              </p14:cNvPr>
              <p14:cNvContentPartPr/>
              <p14:nvPr/>
            </p14:nvContentPartPr>
            <p14:xfrm>
              <a:off x="5021466" y="3279197"/>
              <a:ext cx="82800" cy="1162800"/>
            </p14:xfrm>
          </p:contentPart>
        </mc:Choice>
        <mc:Fallback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086846E4-FE49-AD0B-F711-A52CDB23398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003466" y="3261197"/>
                <a:ext cx="118440" cy="11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4BD2DEF1-01A3-A331-EFD1-0519A14438AF}"/>
                  </a:ext>
                </a:extLst>
              </p14:cNvPr>
              <p14:cNvContentPartPr/>
              <p14:nvPr/>
            </p14:nvContentPartPr>
            <p14:xfrm>
              <a:off x="5014986" y="4317077"/>
              <a:ext cx="140760" cy="118440"/>
            </p14:xfrm>
          </p:contentPart>
        </mc:Choice>
        <mc:Fallback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4BD2DEF1-01A3-A331-EFD1-0519A14438A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96986" y="4299437"/>
                <a:ext cx="1764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B60CA58A-31AB-C986-4F2D-4B0E77AC8682}"/>
                  </a:ext>
                </a:extLst>
              </p14:cNvPr>
              <p14:cNvContentPartPr/>
              <p14:nvPr/>
            </p14:nvContentPartPr>
            <p14:xfrm>
              <a:off x="5570106" y="3291077"/>
              <a:ext cx="88920" cy="11131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B60CA58A-31AB-C986-4F2D-4B0E77AC868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52106" y="3273077"/>
                <a:ext cx="12456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17B6AC45-94BF-29F5-3CAC-FF7A3A54EF2B}"/>
                  </a:ext>
                </a:extLst>
              </p14:cNvPr>
              <p14:cNvContentPartPr/>
              <p14:nvPr/>
            </p14:nvContentPartPr>
            <p14:xfrm>
              <a:off x="5593866" y="4320317"/>
              <a:ext cx="114840" cy="9072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17B6AC45-94BF-29F5-3CAC-FF7A3A54EF2B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76226" y="4302677"/>
                <a:ext cx="1504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FB8A7BBD-3856-0299-033A-80D63857A11E}"/>
                  </a:ext>
                </a:extLst>
              </p14:cNvPr>
              <p14:cNvContentPartPr/>
              <p14:nvPr/>
            </p14:nvContentPartPr>
            <p14:xfrm>
              <a:off x="6214866" y="3332477"/>
              <a:ext cx="94680" cy="103716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FB8A7BBD-3856-0299-033A-80D63857A11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196866" y="3314477"/>
                <a:ext cx="130320" cy="10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E4D9EAA6-78EA-C6B7-E071-0BA54AA456FC}"/>
                  </a:ext>
                </a:extLst>
              </p14:cNvPr>
              <p14:cNvContentPartPr/>
              <p14:nvPr/>
            </p14:nvContentPartPr>
            <p14:xfrm>
              <a:off x="6233946" y="4280357"/>
              <a:ext cx="127080" cy="9108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E4D9EAA6-78EA-C6B7-E071-0BA54AA456F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216306" y="4262357"/>
                <a:ext cx="162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E3DB463A-4637-1C45-4B3E-D196CDD5F80F}"/>
                  </a:ext>
                </a:extLst>
              </p14:cNvPr>
              <p14:cNvContentPartPr/>
              <p14:nvPr/>
            </p14:nvContentPartPr>
            <p14:xfrm>
              <a:off x="6820386" y="3314837"/>
              <a:ext cx="78480" cy="110088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E3DB463A-4637-1C45-4B3E-D196CDD5F80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802386" y="3296837"/>
                <a:ext cx="11412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9B2DD988-2321-8B0B-BBBC-A234A7755232}"/>
                  </a:ext>
                </a:extLst>
              </p14:cNvPr>
              <p14:cNvContentPartPr/>
              <p14:nvPr/>
            </p14:nvContentPartPr>
            <p14:xfrm>
              <a:off x="6815346" y="4333997"/>
              <a:ext cx="146520" cy="8748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9B2DD988-2321-8B0B-BBBC-A234A7755232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797706" y="4316357"/>
                <a:ext cx="1821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A8210942-E36D-0034-6824-B1A0F07A928C}"/>
                  </a:ext>
                </a:extLst>
              </p14:cNvPr>
              <p14:cNvContentPartPr/>
              <p14:nvPr/>
            </p14:nvContentPartPr>
            <p14:xfrm>
              <a:off x="7448226" y="3299717"/>
              <a:ext cx="87840" cy="112896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A8210942-E36D-0034-6824-B1A0F07A928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430226" y="3281717"/>
                <a:ext cx="12348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1AB937C8-0CBC-8F71-E4A6-8D4F0CA1662F}"/>
                  </a:ext>
                </a:extLst>
              </p14:cNvPr>
              <p14:cNvContentPartPr/>
              <p14:nvPr/>
            </p14:nvContentPartPr>
            <p14:xfrm>
              <a:off x="7464426" y="4346237"/>
              <a:ext cx="115920" cy="7848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1AB937C8-0CBC-8F71-E4A6-8D4F0CA1662F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446786" y="4328597"/>
                <a:ext cx="151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C6BED9A8-0D11-30CA-DC00-768385B85EA7}"/>
                  </a:ext>
                </a:extLst>
              </p14:cNvPr>
              <p14:cNvContentPartPr/>
              <p14:nvPr/>
            </p14:nvContentPartPr>
            <p14:xfrm>
              <a:off x="8009106" y="3335717"/>
              <a:ext cx="86400" cy="110124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C6BED9A8-0D11-30CA-DC00-768385B85EA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991106" y="3317717"/>
                <a:ext cx="12204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79CE0AA6-1D89-99BD-B991-20A01B3E9999}"/>
                  </a:ext>
                </a:extLst>
              </p14:cNvPr>
              <p14:cNvContentPartPr/>
              <p14:nvPr/>
            </p14:nvContentPartPr>
            <p14:xfrm>
              <a:off x="8024586" y="4352717"/>
              <a:ext cx="125280" cy="8928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79CE0AA6-1D89-99BD-B991-20A01B3E999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006586" y="4335077"/>
                <a:ext cx="1609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44A1E69F-6EC6-CB10-9E0B-FCB679EEA4C8}"/>
                  </a:ext>
                </a:extLst>
              </p14:cNvPr>
              <p14:cNvContentPartPr/>
              <p14:nvPr/>
            </p14:nvContentPartPr>
            <p14:xfrm>
              <a:off x="8630466" y="3325277"/>
              <a:ext cx="91080" cy="111168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44A1E69F-6EC6-CB10-9E0B-FCB679EEA4C8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612466" y="3307277"/>
                <a:ext cx="12672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4A2B4562-AF75-1953-5811-33E4C46FF14E}"/>
                  </a:ext>
                </a:extLst>
              </p14:cNvPr>
              <p14:cNvContentPartPr/>
              <p14:nvPr/>
            </p14:nvContentPartPr>
            <p14:xfrm>
              <a:off x="8653866" y="4354877"/>
              <a:ext cx="118800" cy="84600"/>
            </p14:xfrm>
          </p:contentPart>
        </mc:Choice>
        <mc:Fallback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4A2B4562-AF75-1953-5811-33E4C46FF14E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636226" y="4336877"/>
                <a:ext cx="1544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644A4F1F-ED9B-E684-8925-57655AE03687}"/>
                  </a:ext>
                </a:extLst>
              </p14:cNvPr>
              <p14:cNvContentPartPr/>
              <p14:nvPr/>
            </p14:nvContentPartPr>
            <p14:xfrm>
              <a:off x="9256841" y="3324116"/>
              <a:ext cx="69480" cy="1069920"/>
            </p14:xfrm>
          </p:contentPart>
        </mc:Choice>
        <mc:Fallback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644A4F1F-ED9B-E684-8925-57655AE03687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238841" y="3306116"/>
                <a:ext cx="105120" cy="11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6177864B-FAAA-46FB-28B7-0FB8864CF5E4}"/>
                  </a:ext>
                </a:extLst>
              </p14:cNvPr>
              <p14:cNvContentPartPr/>
              <p14:nvPr/>
            </p14:nvContentPartPr>
            <p14:xfrm>
              <a:off x="9253241" y="4292876"/>
              <a:ext cx="165960" cy="100800"/>
            </p14:xfrm>
          </p:contentPart>
        </mc:Choice>
        <mc:Fallback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6177864B-FAAA-46FB-28B7-0FB8864CF5E4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235241" y="4275236"/>
                <a:ext cx="2016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2474A039-E3FF-A34A-A5A2-A27EA8B49BA9}"/>
                  </a:ext>
                </a:extLst>
              </p14:cNvPr>
              <p14:cNvContentPartPr/>
              <p14:nvPr/>
            </p14:nvContentPartPr>
            <p14:xfrm>
              <a:off x="9827801" y="3328796"/>
              <a:ext cx="61920" cy="1055880"/>
            </p14:xfrm>
          </p:contentPart>
        </mc:Choice>
        <mc:Fallback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2474A039-E3FF-A34A-A5A2-A27EA8B49BA9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809801" y="3310796"/>
                <a:ext cx="97560" cy="10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447" name="Ink 446">
                <a:extLst>
                  <a:ext uri="{FF2B5EF4-FFF2-40B4-BE49-F238E27FC236}">
                    <a16:creationId xmlns:a16="http://schemas.microsoft.com/office/drawing/2014/main" id="{07511A09-C0FF-3C75-1A8D-69AD2344A053}"/>
                  </a:ext>
                </a:extLst>
              </p14:cNvPr>
              <p14:cNvContentPartPr/>
              <p14:nvPr/>
            </p14:nvContentPartPr>
            <p14:xfrm>
              <a:off x="9827081" y="4316636"/>
              <a:ext cx="114120" cy="97920"/>
            </p14:xfrm>
          </p:contentPart>
        </mc:Choice>
        <mc:Fallback>
          <p:pic>
            <p:nvPicPr>
              <p:cNvPr id="447" name="Ink 446">
                <a:extLst>
                  <a:ext uri="{FF2B5EF4-FFF2-40B4-BE49-F238E27FC236}">
                    <a16:creationId xmlns:a16="http://schemas.microsoft.com/office/drawing/2014/main" id="{07511A09-C0FF-3C75-1A8D-69AD2344A053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809081" y="4298996"/>
                <a:ext cx="149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5D6F6B19-7C21-510E-2431-323D385EF59F}"/>
                  </a:ext>
                </a:extLst>
              </p14:cNvPr>
              <p14:cNvContentPartPr/>
              <p14:nvPr/>
            </p14:nvContentPartPr>
            <p14:xfrm>
              <a:off x="10389401" y="3329516"/>
              <a:ext cx="93600" cy="1060200"/>
            </p14:xfrm>
          </p:contentPart>
        </mc:Choice>
        <mc:Fallback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5D6F6B19-7C21-510E-2431-323D385EF59F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371401" y="3311516"/>
                <a:ext cx="129240" cy="10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D0E146AA-36C7-B35C-253A-E8D51EF65C16}"/>
                  </a:ext>
                </a:extLst>
              </p14:cNvPr>
              <p14:cNvContentPartPr/>
              <p14:nvPr/>
            </p14:nvContentPartPr>
            <p14:xfrm>
              <a:off x="10405241" y="4282796"/>
              <a:ext cx="131400" cy="9432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D0E146AA-36C7-B35C-253A-E8D51EF65C1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387601" y="4264796"/>
                <a:ext cx="167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8E49C493-8578-924B-D776-A699450E0B29}"/>
                  </a:ext>
                </a:extLst>
              </p14:cNvPr>
              <p14:cNvContentPartPr/>
              <p14:nvPr/>
            </p14:nvContentPartPr>
            <p14:xfrm>
              <a:off x="11025161" y="3333476"/>
              <a:ext cx="84960" cy="109332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8E49C493-8578-924B-D776-A699450E0B29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007161" y="3315476"/>
                <a:ext cx="120600" cy="11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22DA6173-5F69-A7B4-0E2A-7C5387074D30}"/>
                  </a:ext>
                </a:extLst>
              </p14:cNvPr>
              <p14:cNvContentPartPr/>
              <p14:nvPr/>
            </p14:nvContentPartPr>
            <p14:xfrm>
              <a:off x="11035961" y="4346156"/>
              <a:ext cx="133200" cy="8028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22DA6173-5F69-A7B4-0E2A-7C5387074D30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017961" y="4328516"/>
                <a:ext cx="168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E999E5D9-8330-1713-B9A6-1FF2D8136F95}"/>
                  </a:ext>
                </a:extLst>
              </p14:cNvPr>
              <p14:cNvContentPartPr/>
              <p14:nvPr/>
            </p14:nvContentPartPr>
            <p14:xfrm>
              <a:off x="1970801" y="1708705"/>
              <a:ext cx="720" cy="98964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E999E5D9-8330-1713-B9A6-1FF2D8136F9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934801" y="1690705"/>
                <a:ext cx="72000" cy="10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728287A8-A6DA-76AE-A416-D388961BEBBC}"/>
                  </a:ext>
                </a:extLst>
              </p14:cNvPr>
              <p14:cNvContentPartPr/>
              <p14:nvPr/>
            </p14:nvContentPartPr>
            <p14:xfrm>
              <a:off x="1919681" y="2620225"/>
              <a:ext cx="106560" cy="88920"/>
            </p14:xfrm>
          </p:contentPart>
        </mc:Choice>
        <mc:Fallback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728287A8-A6DA-76AE-A416-D388961BEBB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902041" y="2602585"/>
                <a:ext cx="1422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F8A5AB2B-CB8F-765F-C6BE-4C5341D44DFE}"/>
                  </a:ext>
                </a:extLst>
              </p14:cNvPr>
              <p14:cNvContentPartPr/>
              <p14:nvPr/>
            </p14:nvContentPartPr>
            <p14:xfrm>
              <a:off x="2088556" y="5076191"/>
              <a:ext cx="85680" cy="114912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F8A5AB2B-CB8F-765F-C6BE-4C5341D44DF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70556" y="5058191"/>
                <a:ext cx="121320" cy="11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EE2D7330-779E-0715-956B-9BF0514A1B0F}"/>
                  </a:ext>
                </a:extLst>
              </p14:cNvPr>
              <p14:cNvContentPartPr/>
              <p14:nvPr/>
            </p14:nvContentPartPr>
            <p14:xfrm>
              <a:off x="2121316" y="6141791"/>
              <a:ext cx="118440" cy="11700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EE2D7330-779E-0715-956B-9BF0514A1B0F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103676" y="6124151"/>
                <a:ext cx="15408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17F6B15D-55DB-4072-EFE6-F0A0424428BB}"/>
                  </a:ext>
                </a:extLst>
              </p14:cNvPr>
              <p14:cNvContentPartPr/>
              <p14:nvPr/>
            </p14:nvContentPartPr>
            <p14:xfrm>
              <a:off x="2754556" y="1637471"/>
              <a:ext cx="1492200" cy="110448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17F6B15D-55DB-4072-EFE6-F0A0424428BB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2736556" y="1619471"/>
                <a:ext cx="1527840" cy="11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7C0DF285-688F-1C6A-8B2D-BE6738F03C17}"/>
                  </a:ext>
                </a:extLst>
              </p14:cNvPr>
              <p14:cNvContentPartPr/>
              <p14:nvPr/>
            </p14:nvContentPartPr>
            <p14:xfrm>
              <a:off x="4149556" y="2663111"/>
              <a:ext cx="116280" cy="11304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7C0DF285-688F-1C6A-8B2D-BE6738F03C17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4131556" y="2645471"/>
                <a:ext cx="15192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5636F7A0-0058-A3EC-C758-C73B7CAA27BF}"/>
                  </a:ext>
                </a:extLst>
              </p14:cNvPr>
              <p14:cNvContentPartPr/>
              <p14:nvPr/>
            </p14:nvContentPartPr>
            <p14:xfrm>
              <a:off x="2923756" y="4966266"/>
              <a:ext cx="1550520" cy="132444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5636F7A0-0058-A3EC-C758-C73B7CAA27BF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2905756" y="4948266"/>
                <a:ext cx="1586160" cy="13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90C03D1A-0041-FE86-1029-24FBC7F316F9}"/>
                  </a:ext>
                </a:extLst>
              </p14:cNvPr>
              <p14:cNvContentPartPr/>
              <p14:nvPr/>
            </p14:nvContentPartPr>
            <p14:xfrm>
              <a:off x="2910436" y="6195666"/>
              <a:ext cx="97200" cy="127080"/>
            </p14:xfrm>
          </p:contentPart>
        </mc:Choice>
        <mc:Fallback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90C03D1A-0041-FE86-1029-24FBC7F316F9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892436" y="6178026"/>
                <a:ext cx="1328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EF8664E8-AA1F-FF84-F09F-EE2283EB2B58}"/>
                  </a:ext>
                </a:extLst>
              </p14:cNvPr>
              <p14:cNvContentPartPr/>
              <p14:nvPr/>
            </p14:nvContentPartPr>
            <p14:xfrm>
              <a:off x="3352516" y="1654986"/>
              <a:ext cx="3299760" cy="111060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EF8664E8-AA1F-FF84-F09F-EE2283EB2B5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334516" y="1636986"/>
                <a:ext cx="3335400" cy="11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7F622684-1B40-F844-E38B-A676E331A91F}"/>
                  </a:ext>
                </a:extLst>
              </p14:cNvPr>
              <p14:cNvContentPartPr/>
              <p14:nvPr/>
            </p14:nvContentPartPr>
            <p14:xfrm>
              <a:off x="6572716" y="2681346"/>
              <a:ext cx="91440" cy="104760"/>
            </p14:xfrm>
          </p:contentPart>
        </mc:Choice>
        <mc:Fallback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7F622684-1B40-F844-E38B-A676E331A91F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6555076" y="2663706"/>
                <a:ext cx="127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CD898D01-7459-FF83-C9EB-54E82A978060}"/>
                  </a:ext>
                </a:extLst>
              </p14:cNvPr>
              <p14:cNvContentPartPr/>
              <p14:nvPr/>
            </p14:nvContentPartPr>
            <p14:xfrm>
              <a:off x="3511636" y="5011986"/>
              <a:ext cx="3436560" cy="1301400"/>
            </p14:xfrm>
          </p:contentPart>
        </mc:Choice>
        <mc:Fallback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CD898D01-7459-FF83-C9EB-54E82A978060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493996" y="4993986"/>
                <a:ext cx="3472200" cy="13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469" name="Ink 468">
                <a:extLst>
                  <a:ext uri="{FF2B5EF4-FFF2-40B4-BE49-F238E27FC236}">
                    <a16:creationId xmlns:a16="http://schemas.microsoft.com/office/drawing/2014/main" id="{3FF0DBC1-582F-27EA-99E3-CACCB662F26F}"/>
                  </a:ext>
                </a:extLst>
              </p14:cNvPr>
              <p14:cNvContentPartPr/>
              <p14:nvPr/>
            </p14:nvContentPartPr>
            <p14:xfrm>
              <a:off x="3490396" y="6226626"/>
              <a:ext cx="89640" cy="118080"/>
            </p14:xfrm>
          </p:contentPart>
        </mc:Choice>
        <mc:Fallback>
          <p:pic>
            <p:nvPicPr>
              <p:cNvPr id="469" name="Ink 468">
                <a:extLst>
                  <a:ext uri="{FF2B5EF4-FFF2-40B4-BE49-F238E27FC236}">
                    <a16:creationId xmlns:a16="http://schemas.microsoft.com/office/drawing/2014/main" id="{3FF0DBC1-582F-27EA-99E3-CACCB662F26F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472396" y="6208626"/>
                <a:ext cx="125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E3909F69-F7B8-BDE5-71F9-17D614F9E37B}"/>
                  </a:ext>
                </a:extLst>
              </p14:cNvPr>
              <p14:cNvContentPartPr/>
              <p14:nvPr/>
            </p14:nvContentPartPr>
            <p14:xfrm>
              <a:off x="4015424" y="1671433"/>
              <a:ext cx="4999680" cy="1127160"/>
            </p14:xfrm>
          </p:contentPart>
        </mc:Choice>
        <mc:Fallback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E3909F69-F7B8-BDE5-71F9-17D614F9E37B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3997424" y="1653433"/>
                <a:ext cx="5035320" cy="11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5FFE99AD-9489-2E2E-A3C5-30B68E95DB9C}"/>
                  </a:ext>
                </a:extLst>
              </p14:cNvPr>
              <p14:cNvContentPartPr/>
              <p14:nvPr/>
            </p14:nvContentPartPr>
            <p14:xfrm>
              <a:off x="8973704" y="2738113"/>
              <a:ext cx="109440" cy="12636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5FFE99AD-9489-2E2E-A3C5-30B68E95DB9C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8956064" y="2720113"/>
                <a:ext cx="1450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30D14CB1-0B68-87DA-E523-D66028EC26E3}"/>
                  </a:ext>
                </a:extLst>
              </p14:cNvPr>
              <p14:cNvContentPartPr/>
              <p14:nvPr/>
            </p14:nvContentPartPr>
            <p14:xfrm>
              <a:off x="4161944" y="5043193"/>
              <a:ext cx="5139000" cy="126468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30D14CB1-0B68-87DA-E523-D66028EC26E3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144304" y="5025193"/>
                <a:ext cx="5174640" cy="13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01E01244-7B2D-E383-F176-5674DCE0B870}"/>
                  </a:ext>
                </a:extLst>
              </p14:cNvPr>
              <p14:cNvContentPartPr/>
              <p14:nvPr/>
            </p14:nvContentPartPr>
            <p14:xfrm>
              <a:off x="4147904" y="6225073"/>
              <a:ext cx="90360" cy="15156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01E01244-7B2D-E383-F176-5674DCE0B870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129904" y="6207433"/>
                <a:ext cx="1260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09BA6C1E-DAB7-505F-93BE-4DFA501D2E11}"/>
                  </a:ext>
                </a:extLst>
              </p14:cNvPr>
              <p14:cNvContentPartPr/>
              <p14:nvPr/>
            </p14:nvContentPartPr>
            <p14:xfrm>
              <a:off x="2773784" y="1652353"/>
              <a:ext cx="1589400" cy="108864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09BA6C1E-DAB7-505F-93BE-4DFA501D2E11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755784" y="1634353"/>
                <a:ext cx="16250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3423B720-703F-F1EE-49BA-BA4D997D17D0}"/>
                  </a:ext>
                </a:extLst>
              </p14:cNvPr>
              <p14:cNvContentPartPr/>
              <p14:nvPr/>
            </p14:nvContentPartPr>
            <p14:xfrm>
              <a:off x="2745344" y="2665393"/>
              <a:ext cx="90720" cy="10728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3423B720-703F-F1EE-49BA-BA4D997D17D0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2727704" y="2647753"/>
                <a:ext cx="1263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E863DBED-D6AC-9C02-3AD0-F88CC6A0C82A}"/>
                  </a:ext>
                </a:extLst>
              </p14:cNvPr>
              <p14:cNvContentPartPr/>
              <p14:nvPr/>
            </p14:nvContentPartPr>
            <p14:xfrm>
              <a:off x="2729864" y="5052913"/>
              <a:ext cx="1693800" cy="128952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E863DBED-D6AC-9C02-3AD0-F88CC6A0C82A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2711864" y="5034913"/>
                <a:ext cx="1729440" cy="13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DADC6117-5BCC-BA2C-2A86-E766E02064D2}"/>
                  </a:ext>
                </a:extLst>
              </p14:cNvPr>
              <p14:cNvContentPartPr/>
              <p14:nvPr/>
            </p14:nvContentPartPr>
            <p14:xfrm>
              <a:off x="4346264" y="6279793"/>
              <a:ext cx="98280" cy="9396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DADC6117-5BCC-BA2C-2A86-E766E02064D2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4328264" y="6262153"/>
                <a:ext cx="133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ABEA9963-EBC9-B83A-65E3-642A089FF94A}"/>
                  </a:ext>
                </a:extLst>
              </p14:cNvPr>
              <p14:cNvContentPartPr/>
              <p14:nvPr/>
            </p14:nvContentPartPr>
            <p14:xfrm>
              <a:off x="5018024" y="1663513"/>
              <a:ext cx="720" cy="106380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ABEA9963-EBC9-B83A-65E3-642A089FF94A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982024" y="1645513"/>
                <a:ext cx="72000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8FF51C9D-AA89-0B42-90D2-7BDC93834CEB}"/>
                  </a:ext>
                </a:extLst>
              </p14:cNvPr>
              <p14:cNvContentPartPr/>
              <p14:nvPr/>
            </p14:nvContentPartPr>
            <p14:xfrm>
              <a:off x="4959704" y="2666473"/>
              <a:ext cx="115920" cy="7164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8FF51C9D-AA89-0B42-90D2-7BDC93834CE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941704" y="2648473"/>
                <a:ext cx="1515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D7C6EF5C-1642-841F-302D-85EC555F0FD8}"/>
                  </a:ext>
                </a:extLst>
              </p14:cNvPr>
              <p14:cNvContentPartPr/>
              <p14:nvPr/>
            </p14:nvContentPartPr>
            <p14:xfrm>
              <a:off x="5105144" y="5013673"/>
              <a:ext cx="41760" cy="126360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D7C6EF5C-1642-841F-302D-85EC555F0FD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087144" y="4995673"/>
                <a:ext cx="77400" cy="12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615A8AD3-354A-F473-DE7C-242FFC8941DE}"/>
                  </a:ext>
                </a:extLst>
              </p14:cNvPr>
              <p14:cNvContentPartPr/>
              <p14:nvPr/>
            </p14:nvContentPartPr>
            <p14:xfrm>
              <a:off x="5081384" y="6239113"/>
              <a:ext cx="128880" cy="6948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615A8AD3-354A-F473-DE7C-242FFC8941DE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063744" y="6221473"/>
                <a:ext cx="1645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B37CA857-98A4-8B41-28A4-2665A6C79063}"/>
                  </a:ext>
                </a:extLst>
              </p14:cNvPr>
              <p14:cNvContentPartPr/>
              <p14:nvPr/>
            </p14:nvContentPartPr>
            <p14:xfrm>
              <a:off x="5635784" y="1701673"/>
              <a:ext cx="1661040" cy="1086840"/>
            </p14:xfrm>
          </p:contentPart>
        </mc:Choice>
        <mc:Fallback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B37CA857-98A4-8B41-28A4-2665A6C79063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5617784" y="1683673"/>
                <a:ext cx="1696680" cy="11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62F31F4A-3C72-2EB9-184F-5D9D1E42A9AC}"/>
                  </a:ext>
                </a:extLst>
              </p14:cNvPr>
              <p14:cNvContentPartPr/>
              <p14:nvPr/>
            </p14:nvContentPartPr>
            <p14:xfrm>
              <a:off x="7227704" y="2725153"/>
              <a:ext cx="80640" cy="10260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62F31F4A-3C72-2EB9-184F-5D9D1E42A9AC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7210064" y="2707513"/>
                <a:ext cx="1162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FCED3273-16F8-AEE3-CC77-B1E466714363}"/>
                  </a:ext>
                </a:extLst>
              </p14:cNvPr>
              <p14:cNvContentPartPr/>
              <p14:nvPr/>
            </p14:nvContentPartPr>
            <p14:xfrm>
              <a:off x="5851784" y="5000713"/>
              <a:ext cx="1704960" cy="127908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FCED3273-16F8-AEE3-CC77-B1E466714363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5833784" y="4982713"/>
                <a:ext cx="1740600" cy="13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0205FB47-BB74-DE6B-6030-D9141EE120E4}"/>
                  </a:ext>
                </a:extLst>
              </p14:cNvPr>
              <p14:cNvContentPartPr/>
              <p14:nvPr/>
            </p14:nvContentPartPr>
            <p14:xfrm>
              <a:off x="5821184" y="6176113"/>
              <a:ext cx="101880" cy="146520"/>
            </p14:xfrm>
          </p:contentPart>
        </mc:Choice>
        <mc:Fallback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0205FB47-BB74-DE6B-6030-D9141EE120E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803544" y="6158113"/>
                <a:ext cx="1375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8B385618-A2C8-C7EE-27BB-C08433C04802}"/>
                  </a:ext>
                </a:extLst>
              </p14:cNvPr>
              <p14:cNvContentPartPr/>
              <p14:nvPr/>
            </p14:nvContentPartPr>
            <p14:xfrm>
              <a:off x="6285944" y="1657393"/>
              <a:ext cx="3390120" cy="113976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8B385618-A2C8-C7EE-27BB-C08433C04802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6267944" y="1639393"/>
                <a:ext cx="3425760" cy="11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60AF2CDA-CE3F-9DFF-77EF-56205A09B65C}"/>
                  </a:ext>
                </a:extLst>
              </p14:cNvPr>
              <p14:cNvContentPartPr/>
              <p14:nvPr/>
            </p14:nvContentPartPr>
            <p14:xfrm>
              <a:off x="9604424" y="2717953"/>
              <a:ext cx="80640" cy="11808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60AF2CDA-CE3F-9DFF-77EF-56205A09B65C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586424" y="2699953"/>
                <a:ext cx="116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6297EEA8-660B-22BE-38D9-E348C82648DE}"/>
                  </a:ext>
                </a:extLst>
              </p14:cNvPr>
              <p14:cNvContentPartPr/>
              <p14:nvPr/>
            </p14:nvContentPartPr>
            <p14:xfrm>
              <a:off x="6492943" y="5023735"/>
              <a:ext cx="3418985" cy="1262898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6297EEA8-660B-22BE-38D9-E348C82648D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475305" y="5005735"/>
                <a:ext cx="3454622" cy="12985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3E1836D5-1F7A-CF88-49A5-046200A94B9A}"/>
                  </a:ext>
                </a:extLst>
              </p14:cNvPr>
              <p14:cNvContentPartPr/>
              <p14:nvPr/>
            </p14:nvContentPartPr>
            <p14:xfrm>
              <a:off x="6500504" y="6177553"/>
              <a:ext cx="75960" cy="13356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3E1836D5-1F7A-CF88-49A5-046200A94B9A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482864" y="6159553"/>
                <a:ext cx="1116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22072B75-14F8-4EBC-BC0D-FD0612108C3B}"/>
                  </a:ext>
                </a:extLst>
              </p14:cNvPr>
              <p14:cNvContentPartPr/>
              <p14:nvPr/>
            </p14:nvContentPartPr>
            <p14:xfrm>
              <a:off x="3353744" y="1693393"/>
              <a:ext cx="3444840" cy="1081080"/>
            </p14:xfrm>
          </p:contentPart>
        </mc:Choice>
        <mc:Fallback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22072B75-14F8-4EBC-BC0D-FD0612108C3B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3335744" y="1675393"/>
                <a:ext cx="3480480" cy="11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1910ADAC-E630-8E1B-A282-741DB4832BE1}"/>
                  </a:ext>
                </a:extLst>
              </p14:cNvPr>
              <p14:cNvContentPartPr/>
              <p14:nvPr/>
            </p14:nvContentPartPr>
            <p14:xfrm>
              <a:off x="3346544" y="2656393"/>
              <a:ext cx="108000" cy="152280"/>
            </p14:xfrm>
          </p:contentPart>
        </mc:Choice>
        <mc:Fallback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1910ADAC-E630-8E1B-A282-741DB4832BE1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3328544" y="2638393"/>
                <a:ext cx="1436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DBAE94A6-7113-4016-F077-CDD83A81C0C7}"/>
                  </a:ext>
                </a:extLst>
              </p14:cNvPr>
              <p14:cNvContentPartPr/>
              <p14:nvPr/>
            </p14:nvContentPartPr>
            <p14:xfrm>
              <a:off x="3425024" y="5023033"/>
              <a:ext cx="3421440" cy="129276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DBAE94A6-7113-4016-F077-CDD83A81C0C7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3407024" y="5005033"/>
                <a:ext cx="3457080" cy="13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511" name="Ink 510">
                <a:extLst>
                  <a:ext uri="{FF2B5EF4-FFF2-40B4-BE49-F238E27FC236}">
                    <a16:creationId xmlns:a16="http://schemas.microsoft.com/office/drawing/2014/main" id="{6ED48FC1-1237-7957-DD25-42140AF1A69D}"/>
                  </a:ext>
                </a:extLst>
              </p14:cNvPr>
              <p14:cNvContentPartPr/>
              <p14:nvPr/>
            </p14:nvContentPartPr>
            <p14:xfrm>
              <a:off x="6753944" y="6262153"/>
              <a:ext cx="100080" cy="73440"/>
            </p14:xfrm>
          </p:contentPart>
        </mc:Choice>
        <mc:Fallback>
          <p:pic>
            <p:nvPicPr>
              <p:cNvPr id="511" name="Ink 510">
                <a:extLst>
                  <a:ext uri="{FF2B5EF4-FFF2-40B4-BE49-F238E27FC236}">
                    <a16:creationId xmlns:a16="http://schemas.microsoft.com/office/drawing/2014/main" id="{6ED48FC1-1237-7957-DD25-42140AF1A69D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6736304" y="6244513"/>
                <a:ext cx="1357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E1DA722A-E2DC-D0AB-FFAB-927CC46B5614}"/>
                  </a:ext>
                </a:extLst>
              </p14:cNvPr>
              <p14:cNvContentPartPr/>
              <p14:nvPr/>
            </p14:nvContentPartPr>
            <p14:xfrm>
              <a:off x="5693024" y="1653073"/>
              <a:ext cx="1682640" cy="1103400"/>
            </p14:xfrm>
          </p:contentPart>
        </mc:Choice>
        <mc:Fallback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E1DA722A-E2DC-D0AB-FFAB-927CC46B5614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5675384" y="1635073"/>
                <a:ext cx="171828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3499830C-09B4-358E-112B-CEDB823080EE}"/>
                  </a:ext>
                </a:extLst>
              </p14:cNvPr>
              <p14:cNvContentPartPr/>
              <p14:nvPr/>
            </p14:nvContentPartPr>
            <p14:xfrm>
              <a:off x="5671424" y="2656393"/>
              <a:ext cx="98280" cy="123480"/>
            </p14:xfrm>
          </p:contentPart>
        </mc:Choice>
        <mc:Fallback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3499830C-09B4-358E-112B-CEDB823080EE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5653784" y="2638753"/>
                <a:ext cx="1339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0B1FC86E-6931-1B70-3A45-87E29A5D1F4E}"/>
                  </a:ext>
                </a:extLst>
              </p14:cNvPr>
              <p14:cNvContentPartPr/>
              <p14:nvPr/>
            </p14:nvContentPartPr>
            <p14:xfrm>
              <a:off x="5747744" y="5006833"/>
              <a:ext cx="1723680" cy="131472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0B1FC86E-6931-1B70-3A45-87E29A5D1F4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729744" y="4988833"/>
                <a:ext cx="1759320" cy="13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2AB91FDC-7434-8DAB-D9F9-888D55F397F7}"/>
                  </a:ext>
                </a:extLst>
              </p14:cNvPr>
              <p14:cNvContentPartPr/>
              <p14:nvPr/>
            </p14:nvContentPartPr>
            <p14:xfrm>
              <a:off x="7376384" y="6252793"/>
              <a:ext cx="97200" cy="99720"/>
            </p14:xfrm>
          </p:contentPart>
        </mc:Choice>
        <mc:Fallback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2AB91FDC-7434-8DAB-D9F9-888D55F397F7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358384" y="6234793"/>
                <a:ext cx="1328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B84F508A-7589-5E34-C43A-4578FE79EB03}"/>
                  </a:ext>
                </a:extLst>
              </p14:cNvPr>
              <p14:cNvContentPartPr/>
              <p14:nvPr/>
            </p14:nvContentPartPr>
            <p14:xfrm>
              <a:off x="8010704" y="1676473"/>
              <a:ext cx="720" cy="1068840"/>
            </p14:xfrm>
          </p:contentPart>
        </mc:Choice>
        <mc:Fallback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B84F508A-7589-5E34-C43A-4578FE79EB03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974704" y="1658473"/>
                <a:ext cx="72000" cy="11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BDFE9D61-6C49-A2FF-C6CA-64105EBA42F6}"/>
                  </a:ext>
                </a:extLst>
              </p14:cNvPr>
              <p14:cNvContentPartPr/>
              <p14:nvPr/>
            </p14:nvContentPartPr>
            <p14:xfrm>
              <a:off x="7958864" y="2711113"/>
              <a:ext cx="99720" cy="61560"/>
            </p14:xfrm>
          </p:contentPart>
        </mc:Choice>
        <mc:Fallback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BDFE9D61-6C49-A2FF-C6CA-64105EBA42F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940864" y="2693473"/>
                <a:ext cx="1353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34F6F6D3-1C26-1A44-F372-072E51207A32}"/>
                  </a:ext>
                </a:extLst>
              </p14:cNvPr>
              <p14:cNvContentPartPr/>
              <p14:nvPr/>
            </p14:nvContentPartPr>
            <p14:xfrm>
              <a:off x="8076944" y="4982353"/>
              <a:ext cx="79200" cy="128484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34F6F6D3-1C26-1A44-F372-072E51207A32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058944" y="4964353"/>
                <a:ext cx="114840" cy="13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A50977D5-09F1-8870-465F-050677068435}"/>
                  </a:ext>
                </a:extLst>
              </p14:cNvPr>
              <p14:cNvContentPartPr/>
              <p14:nvPr/>
            </p14:nvContentPartPr>
            <p14:xfrm>
              <a:off x="8096384" y="6189793"/>
              <a:ext cx="100080" cy="74520"/>
            </p14:xfrm>
          </p:contentPart>
        </mc:Choice>
        <mc:Fallback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A50977D5-09F1-8870-465F-050677068435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078744" y="6172153"/>
                <a:ext cx="1357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D5BD0089-DFC2-7433-E575-90AA3C900AF6}"/>
                  </a:ext>
                </a:extLst>
              </p14:cNvPr>
              <p14:cNvContentPartPr/>
              <p14:nvPr/>
            </p14:nvContentPartPr>
            <p14:xfrm>
              <a:off x="8701219" y="1666213"/>
              <a:ext cx="1523160" cy="1152360"/>
            </p14:xfrm>
          </p:contentPart>
        </mc:Choice>
        <mc:Fallback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D5BD0089-DFC2-7433-E575-90AA3C900AF6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8683219" y="1648213"/>
                <a:ext cx="1558800" cy="11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F1700E08-F84A-328B-DA0B-EFD90749DC01}"/>
                  </a:ext>
                </a:extLst>
              </p14:cNvPr>
              <p14:cNvContentPartPr/>
              <p14:nvPr/>
            </p14:nvContentPartPr>
            <p14:xfrm>
              <a:off x="10162459" y="2743333"/>
              <a:ext cx="101880" cy="102240"/>
            </p14:xfrm>
          </p:contentPart>
        </mc:Choice>
        <mc:Fallback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F1700E08-F84A-328B-DA0B-EFD90749DC01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10144819" y="2725693"/>
                <a:ext cx="1375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CDDB5F46-2E47-3155-B65F-1AF0867E9B93}"/>
                  </a:ext>
                </a:extLst>
              </p14:cNvPr>
              <p14:cNvContentPartPr/>
              <p14:nvPr/>
            </p14:nvContentPartPr>
            <p14:xfrm>
              <a:off x="8877619" y="5036893"/>
              <a:ext cx="1621080" cy="120024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CDDB5F46-2E47-3155-B65F-1AF0867E9B93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8859979" y="5018893"/>
                <a:ext cx="1656720" cy="12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6A39D48F-F9F4-0904-B7BE-64B542133EEE}"/>
                  </a:ext>
                </a:extLst>
              </p14:cNvPr>
              <p14:cNvContentPartPr/>
              <p14:nvPr/>
            </p14:nvContentPartPr>
            <p14:xfrm>
              <a:off x="8842339" y="6158293"/>
              <a:ext cx="125280" cy="10224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6A39D48F-F9F4-0904-B7BE-64B542133EEE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824699" y="6140653"/>
                <a:ext cx="16092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71A2D258-7EC1-3A4F-0585-7C80202CB312}"/>
                  </a:ext>
                </a:extLst>
              </p14:cNvPr>
              <p14:cNvContentPartPr/>
              <p14:nvPr/>
            </p14:nvContentPartPr>
            <p14:xfrm>
              <a:off x="3927619" y="1663693"/>
              <a:ext cx="5144760" cy="1107720"/>
            </p14:xfrm>
          </p:contentPart>
        </mc:Choice>
        <mc:Fallback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71A2D258-7EC1-3A4F-0585-7C80202CB312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909619" y="1645693"/>
                <a:ext cx="5180400" cy="11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485D0787-193D-2C5F-6571-28795147B872}"/>
                  </a:ext>
                </a:extLst>
              </p14:cNvPr>
              <p14:cNvContentPartPr/>
              <p14:nvPr/>
            </p14:nvContentPartPr>
            <p14:xfrm>
              <a:off x="3934819" y="2666653"/>
              <a:ext cx="95400" cy="159120"/>
            </p14:xfrm>
          </p:contentPart>
        </mc:Choice>
        <mc:Fallback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485D0787-193D-2C5F-6571-28795147B872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916819" y="2648653"/>
                <a:ext cx="1310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183D4C30-6331-CC73-A9FA-8BFEF4D565F6}"/>
                  </a:ext>
                </a:extLst>
              </p14:cNvPr>
              <p14:cNvContentPartPr/>
              <p14:nvPr/>
            </p14:nvContentPartPr>
            <p14:xfrm>
              <a:off x="3956419" y="5028973"/>
              <a:ext cx="5213880" cy="1284480"/>
            </p14:xfrm>
          </p:contentPart>
        </mc:Choice>
        <mc:Fallback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183D4C30-6331-CC73-A9FA-8BFEF4D565F6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3938419" y="5010973"/>
                <a:ext cx="5249520" cy="13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15C3A4DE-D241-790F-1F6D-32D6DF5C9CDD}"/>
                  </a:ext>
                </a:extLst>
              </p14:cNvPr>
              <p14:cNvContentPartPr/>
              <p14:nvPr/>
            </p14:nvContentPartPr>
            <p14:xfrm>
              <a:off x="9084979" y="6258013"/>
              <a:ext cx="103680" cy="104760"/>
            </p14:xfrm>
          </p:contentPart>
        </mc:Choice>
        <mc:Fallback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15C3A4DE-D241-790F-1F6D-32D6DF5C9CDD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9066979" y="6240373"/>
                <a:ext cx="1393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D7DE5BFA-905E-036B-93D9-DF8A73E07316}"/>
                  </a:ext>
                </a:extLst>
              </p14:cNvPr>
              <p14:cNvContentPartPr/>
              <p14:nvPr/>
            </p14:nvContentPartPr>
            <p14:xfrm>
              <a:off x="6337459" y="1652893"/>
              <a:ext cx="3398760" cy="1131480"/>
            </p14:xfrm>
          </p:contentPart>
        </mc:Choice>
        <mc:Fallback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D7DE5BFA-905E-036B-93D9-DF8A73E07316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319459" y="1634893"/>
                <a:ext cx="3434400" cy="11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6B2382D0-F182-4999-1867-237504176954}"/>
                  </a:ext>
                </a:extLst>
              </p14:cNvPr>
              <p14:cNvContentPartPr/>
              <p14:nvPr/>
            </p14:nvContentPartPr>
            <p14:xfrm>
              <a:off x="6301099" y="2706253"/>
              <a:ext cx="102960" cy="120960"/>
            </p14:xfrm>
          </p:contentPart>
        </mc:Choice>
        <mc:Fallback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6B2382D0-F182-4999-1867-237504176954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283099" y="2688253"/>
                <a:ext cx="138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1E2705BF-ABAE-36A6-DF6F-D9EB6DC18DB0}"/>
                  </a:ext>
                </a:extLst>
              </p14:cNvPr>
              <p14:cNvContentPartPr/>
              <p14:nvPr/>
            </p14:nvContentPartPr>
            <p14:xfrm>
              <a:off x="6325579" y="5020693"/>
              <a:ext cx="3456360" cy="1334880"/>
            </p14:xfrm>
          </p:contentPart>
        </mc:Choice>
        <mc:Fallback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1E2705BF-ABAE-36A6-DF6F-D9EB6DC18DB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6307579" y="5002693"/>
                <a:ext cx="3492000" cy="13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FD7B3975-A4C7-EC15-8342-49AF96904469}"/>
                  </a:ext>
                </a:extLst>
              </p14:cNvPr>
              <p14:cNvContentPartPr/>
              <p14:nvPr/>
            </p14:nvContentPartPr>
            <p14:xfrm>
              <a:off x="9655579" y="6269173"/>
              <a:ext cx="177480" cy="105120"/>
            </p14:xfrm>
          </p:contentPart>
        </mc:Choice>
        <mc:Fallback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FD7B3975-A4C7-EC15-8342-49AF96904469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9637939" y="6251533"/>
                <a:ext cx="2131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5635AC89-4421-CC7B-B48A-DA7FA297E5D2}"/>
                  </a:ext>
                </a:extLst>
              </p14:cNvPr>
              <p14:cNvContentPartPr/>
              <p14:nvPr/>
            </p14:nvContentPartPr>
            <p14:xfrm>
              <a:off x="8727499" y="1661893"/>
              <a:ext cx="1602360" cy="116604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5635AC89-4421-CC7B-B48A-DA7FA297E5D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709499" y="1643893"/>
                <a:ext cx="163800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8959BB9F-F0D3-3C19-E441-3ABE3790B3BD}"/>
                  </a:ext>
                </a:extLst>
              </p14:cNvPr>
              <p14:cNvContentPartPr/>
              <p14:nvPr/>
            </p14:nvContentPartPr>
            <p14:xfrm>
              <a:off x="8709139" y="2720293"/>
              <a:ext cx="99000" cy="109440"/>
            </p14:xfrm>
          </p:contentPart>
        </mc:Choice>
        <mc:Fallback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8959BB9F-F0D3-3C19-E441-3ABE3790B3BD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8691499" y="2702293"/>
                <a:ext cx="1346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ACEC5704-1C9E-1D22-E9F3-ED2B9791C3C5}"/>
                  </a:ext>
                </a:extLst>
              </p14:cNvPr>
              <p14:cNvContentPartPr/>
              <p14:nvPr/>
            </p14:nvContentPartPr>
            <p14:xfrm>
              <a:off x="8766379" y="5006653"/>
              <a:ext cx="1649520" cy="1261080"/>
            </p14:xfrm>
          </p:contentPart>
        </mc:Choice>
        <mc:Fallback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ACEC5704-1C9E-1D22-E9F3-ED2B9791C3C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8748379" y="4988653"/>
                <a:ext cx="1685160" cy="12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2034393C-C8F8-6F41-84A9-AADC73DF16EF}"/>
                  </a:ext>
                </a:extLst>
              </p14:cNvPr>
              <p14:cNvContentPartPr/>
              <p14:nvPr/>
            </p14:nvContentPartPr>
            <p14:xfrm>
              <a:off x="10305739" y="6177733"/>
              <a:ext cx="103320" cy="11556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2034393C-C8F8-6F41-84A9-AADC73DF16E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0288099" y="6159733"/>
                <a:ext cx="1389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C2997EE9-6492-09AE-E599-2C625A18061A}"/>
                  </a:ext>
                </a:extLst>
              </p14:cNvPr>
              <p14:cNvContentPartPr/>
              <p14:nvPr/>
            </p14:nvContentPartPr>
            <p14:xfrm>
              <a:off x="11013139" y="1733533"/>
              <a:ext cx="720" cy="101016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C2997EE9-6492-09AE-E599-2C625A18061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10977139" y="1715533"/>
                <a:ext cx="7200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EBCD59D2-FC79-5D75-B33A-C1DBFB79E89F}"/>
                  </a:ext>
                </a:extLst>
              </p14:cNvPr>
              <p14:cNvContentPartPr/>
              <p14:nvPr/>
            </p14:nvContentPartPr>
            <p14:xfrm>
              <a:off x="10947259" y="2670613"/>
              <a:ext cx="143280" cy="88200"/>
            </p14:xfrm>
          </p:contentPart>
        </mc:Choice>
        <mc:Fallback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EBCD59D2-FC79-5D75-B33A-C1DBFB79E89F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929259" y="2652973"/>
                <a:ext cx="1789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8E668BED-B823-874D-94DE-C33CF7840B11}"/>
                  </a:ext>
                </a:extLst>
              </p14:cNvPr>
              <p14:cNvContentPartPr/>
              <p14:nvPr/>
            </p14:nvContentPartPr>
            <p14:xfrm>
              <a:off x="11106019" y="4998013"/>
              <a:ext cx="65880" cy="121716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8E668BED-B823-874D-94DE-C33CF7840B11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088019" y="4980013"/>
                <a:ext cx="101520" cy="12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852FE9F0-7FCB-CB02-B94A-90A8AE6D4FAC}"/>
                  </a:ext>
                </a:extLst>
              </p14:cNvPr>
              <p14:cNvContentPartPr/>
              <p14:nvPr/>
            </p14:nvContentPartPr>
            <p14:xfrm>
              <a:off x="11105299" y="6133453"/>
              <a:ext cx="96480" cy="9036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852FE9F0-7FCB-CB02-B94A-90A8AE6D4FAC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087659" y="6115813"/>
                <a:ext cx="13212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74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</TotalTime>
  <Words>888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office theme</vt:lpstr>
      <vt:lpstr>Data Layout Transformation and Data Distribution Figures</vt:lpstr>
      <vt:lpstr>Instructions</vt:lpstr>
      <vt:lpstr>DLT:  01.0 (student_nodlt_2d)</vt:lpstr>
      <vt:lpstr>DLT:  01.1 (student_nodlt_2d)</vt:lpstr>
      <vt:lpstr>DLT:  02.0 (student_dlt_c_array_2d)</vt:lpstr>
      <vt:lpstr>DLT:  02.1 (student_dlt_c_array_2d)</vt:lpstr>
      <vt:lpstr>DLT:  03.0 (student_dlt_c_array_linearized_2d)</vt:lpstr>
      <vt:lpstr>DLT:  03.1 (student_dlt_c_array_linearized_2d)</vt:lpstr>
      <vt:lpstr>DLT:  04.0 (student_dlt_inc_2d)</vt:lpstr>
      <vt:lpstr>DLT:  04.1 (student_dlt_inc_2d)</vt:lpstr>
      <vt:lpstr>DIST:  05.0 (student_dist_block_1d)</vt:lpstr>
      <vt:lpstr>DIST:  06.0 (student_dist_cyclic_1d)</vt:lpstr>
      <vt:lpstr>DIST:  07.0 (student_dist_block_cyclic_1d blk=2)</vt:lpstr>
      <vt:lpstr>DIST:  07.1 (student_dist_block_cyclic_1d blk=n/num_ranks)</vt:lpstr>
      <vt:lpstr>DIST:  07.2 (student_dist_block_cyclic_1d blk=1)</vt:lpstr>
      <vt:lpstr>DIST:  08.0 (student_dist_block_cyclic_1d_the_hard_one blk=2)</vt:lpstr>
      <vt:lpstr>DIST:  08.1 (student_dist_block_cyclic_1d_the_hard_one blk=n/num_ranks)</vt:lpstr>
      <vt:lpstr>DIST:  08.2 (student_dist_block_cyclic_1d_the_hard_one blk=1)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Joy Mosisa</cp:lastModifiedBy>
  <cp:revision>550</cp:revision>
  <dcterms:created xsi:type="dcterms:W3CDTF">2025-11-06T22:11:42Z</dcterms:created>
  <dcterms:modified xsi:type="dcterms:W3CDTF">2025-11-14T04:44:34Z</dcterms:modified>
</cp:coreProperties>
</file>