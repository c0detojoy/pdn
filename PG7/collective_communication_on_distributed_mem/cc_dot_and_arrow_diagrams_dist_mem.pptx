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8" r:id="rId3"/>
    <p:sldId id="277" r:id="rId4"/>
    <p:sldId id="276" r:id="rId5"/>
    <p:sldId id="275" r:id="rId6"/>
    <p:sldId id="274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80" autoAdjust="0"/>
    <p:restoredTop sz="94660"/>
  </p:normalViewPr>
  <p:slideViewPr>
    <p:cSldViewPr snapToGrid="0">
      <p:cViewPr varScale="1">
        <p:scale>
          <a:sx n="48" d="100"/>
          <a:sy n="48" d="100"/>
        </p:scale>
        <p:origin x="36" y="1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17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17852,'48'4879'0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18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97 2533 0 0,'-3'-13'14534'0'0,"9"11"-11941"0"0,-4 2-2593 0 0,-1 0 0 0 0,0 0 0 0 0,0 0 0 0 0,1-1 0 0 0,-1 1 0 0 0,0 0 0 0 0,0 0 0 0 0,0 1 0 0 0,0-1 0 0 0,0 0 0 0 0,0 0 0 0 0,0 0 0 0 0,1 1 0 0 0,-1-1 0 0 0,0 1 0 0 0,0-1 0 0 0,0 1 0 0 0,0-1 0 0 0,0 1 0 0 0,0-1 0 0 0,-1 1 0 0 0,1 0 0 0 0,0 0 0 0 0,0-1 0 0 0,0 1 0 0 0,-1 0 0 0 0,1 0 0 0 0,0 0 0 0 0,-1 0 0 0 0,1 0 0 0 0,0 1 0 0 0,30 67-5 0 0,-21-43-829 0 0,2 9-2542 0 0,23 44 0 0 0,-33-75 3327 0 0,0-1 1 0 0,0 1-1 0 0,0-1 1 0 0,1 0-1 0 0,0 0 1 0 0,-1 0-1 0 0,4 3 0 0 0,-5-6 52 0 0,-1 1 0 0 0,1-1-1 0 0,-1 1 1 0 0,1-1 0 0 0,0 0-1 0 0,-1 1 1 0 0,1-1-1 0 0,0 0 1 0 0,-1 0 0 0 0,1 1-1 0 0,0-1 1 0 0,0 0 0 0 0,-1 0-1 0 0,1 0 1 0 0,0 0-1 0 0,-1 0 1 0 0,1 0 0 0 0,0 0-1 0 0,0 0 1 0 0,-1 0 0 0 0,1 0-1 0 0,0 0 1 0 0,-1-1-1 0 0,1 1 1 0 0,0 0 0 0 0,-1 0-1 0 0,1-1 1 0 0,0 1 0 0 0,-1 0-1 0 0,1-1 1 0 0,-1 1-1 0 0,1-1 1 0 0,0 1 0 0 0,-1-1-1 0 0,1 1 1 0 0,-1-1 0 0 0,1 1-1 0 0,-1-1 1 0 0,0 0-1 0 0,1 1 1 0 0,-1-1 0 0 0,0 1-1 0 0,1-1 1 0 0,-1 0 0 0 0,0 1-1 0 0,1-2 1 0 0,10-24 110 0 0,-2 1 1 0 0,10-38-1 0 0,10-26-197 0 0,-26 81 108 0 0,2-5 16 0 0,0 0 0 0 0,1 1 0 0 0,0 0 0 0 0,1 0 0 0 0,0 0 0 0 0,17-19 0 0 0,-14 22-16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21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18153,'5999'5325'0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22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10 333 3225 0 0,'-9'-15'14926'0'0,"14"10"-13417"0"0,-1 4-1509 0 0,0-1 0 0 0,-1 1 0 0 0,1 0 0 0 0,0 0 0 0 0,0 0 0 0 0,0 1 0 0 0,0-1 0 0 0,0 1 0 0 0,0 0 0 0 0,0 0 0 0 0,1 1 0 0 0,-1-1 0 0 0,0 1 0 0 0,0 0 0 0 0,4 1 0 0 0,71 22 0 0 0,-49-15 0 0 0,46 10 0 0 0,-75-18 1 0 0,1-1-1 0 0,-1 0 1 0 0,0 0-1 0 0,0 1 1 0 0,1-1-1 0 0,-1 0 1 0 0,0 0 0 0 0,1 0-1 0 0,-1-1 1 0 0,0 1-1 0 0,0 0 1 0 0,1 0-1 0 0,-1-1 1 0 0,0 1-1 0 0,0-1 1 0 0,0 1-1 0 0,1-1 1 0 0,-1 1-1 0 0,0-1 1 0 0,1-1 0 0 0,-1 1-3 0 0,0 0 1 0 0,-1 0-1 0 0,1 0 1 0 0,-1 0 0 0 0,1 0-1 0 0,-1 0 1 0 0,1 0 0 0 0,-1 0-1 0 0,0 0 1 0 0,1 0 0 0 0,-1-1-1 0 0,0 1 1 0 0,0 0 0 0 0,0 0-1 0 0,0 0 1 0 0,0-1 0 0 0,0-1-1 0 0,-2-5-154 0 0,0 0 0 0 0,0-1 1 0 0,-1 1-1 0 0,-5-13 0 0 0,7 19 66 0 0,-47-92-4900 0 0,31 63 4460 0 0,1-1 1 0 0,-13-36-1 0 0,27 62 469 0 0,1-1 1 0 0,-1 0 0 0 0,2 0-1 0 0,-1 1 1 0 0,1-10 0 0 0,0 11-187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26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16318,'12448'5686'0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28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0 161 3685 0 0,'12'7'15975'0'0,"14"-5"-15975"0"0,0 1 0 0 0,39 9 0 0 0,19 4 0 0 0,-66-14 0 0 0,-9 0 0 0 0,1-1 0 0 0,0 0 0 0 0,-1 0 0 0 0,1-1 0 0 0,-1 0 0 0 0,1-1 0 0 0,18-4 0 0 0,-27 5 5 0 0,-1 0-1 0 0,1 0 1 0 0,-1 0 0 0 0,1-1-1 0 0,-1 1 1 0 0,1 0 0 0 0,-1 0-1 0 0,1-1 1 0 0,-1 1-1 0 0,1 0 1 0 0,-1-1 0 0 0,1 1-1 0 0,-1-1 1 0 0,1 1-1 0 0,-1-1 1 0 0,0 1 0 0 0,1-1-1 0 0,-1 1 1 0 0,0-1 0 0 0,1 1-1 0 0,-1-1 1 0 0,0 1-1 0 0,0-1 1 0 0,0 1 0 0 0,1-1-1 0 0,-1 1 1 0 0,0-1-1 0 0,0 0 1 0 0,0-1-34 0 0,0 0-1 0 0,-1 1 1 0 0,1-1 0 0 0,0 1 0 0 0,-1-1-1 0 0,1 1 1 0 0,-1-1 0 0 0,0 1-1 0 0,1 0 1 0 0,-3-3 0 0 0,-1-3 41 0 0,-1 0 0 0 0,-1 1 0 0 0,-5-6 0 0 0,10 12 26 0 0,-37-45-3281 0 0,12 12-1009 0 0,22 29 4325 0 0,-1-1 1 0 0,-1 1 0 0 0,1 0-1 0 0,0 0 1 0 0,-1 0 0 0 0,-6-2-1 0 0,4 2-424 0 0,1-1-1 0 0,-13-9 1 0 0,14 8-2262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53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16645,'18807'5876'0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0:00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253 115 1152 0 0,'-16'-29'11429'0'0,"12"19"-7134"0"0,1 2-2864 0 0,-1-1-1237 0 0,0 1-1 0 0,0 0 0 0 0,0-1 0 0 0,-1 1 1 0 0,0 1-1 0 0,-8-9 0 0 0,13 16-193 0 0,0-1 0 0 0,0 1 0 0 0,0 0 0 0 0,0 0 0 0 0,0 0 0 0 0,0 0 0 0 0,-1 0 0 0 0,1 0 0 0 0,0-1 0 0 0,0 1 0 0 0,0 0 0 0 0,0 0 0 0 0,0 0 0 0 0,0 0 0 0 0,-1 0 0 0 0,1 0 0 0 0,0 0 0 0 0,0 0 0 0 0,0 0 0 0 0,0 0 0 0 0,-1 0 0 0 0,1 0 0 0 0,0 0 0 0 0,0 0 0 0 0,0 0 0 0 0,0 0 0 0 0,-1 0 0 0 0,1 0 0 0 0,0 0 0 0 0,0 0 0 0 0,0 0 0 0 0,-1 0 0 0 0,1 0 0 0 0,0 0 0 0 0,0 0 0 0 0,0 0 0 0 0,0 0 0 0 0,0 0 0 0 0,-1 0 0 0 0,1 0 0 0 0,0 1 0 0 0,0-1 0 0 0,0 0 0 0 0,0 0 0 0 0,0 0 0 0 0,0 0 0 0 0,-1 0 0 0 0,1 0 0 0 0,0 1 0 0 0,0-1 0 0 0,0 0 0 0 0,0 0 0 0 0,0 0 0 0 0,0 0 0 0 0,0 1 0 0 0,0-1 0 0 0,0 0 0 0 0,0 0 0 0 0,0 0 0 0 0,0 0 0 0 0,0 1 0 0 0,0-1 0 0 0,0 0 0 0 0,0 0 0 0 0,0 1 0 0 0,0-1 0 0 0,4 14 0 0 0,48 106-1910 0 0,9-10-4603 0 0,-4 3 6620 0 0,-57-112 61 0 0,1 1-1 0 0,-1-1 1 0 0,1 1-1 0 0,-1-1 1 0 0,0 1-1 0 0,0-1 0 0 0,1 1 1 0 0,-1-1-1 0 0,0 1 1 0 0,0-1-1 0 0,-1 3 1 0 0,1-4-67 0 0,-3 1-656 0 0,-10-2 598 0 0,-31-1 5030 0 0,-72 1-3429 0 0,63 9-1734 0 0,37-5 64 0 0,-1 0 0 0 0,-22 0 1 0 0,20-5-569 0 0,17 1 619 0 0,-1 0 0 0 0,1 1 0 0 0,0-1 1 0 0,-1 1-1 0 0,1 0 0 0 0,-1 0 1 0 0,1 0-1 0 0,-1 0 0 0 0,1 0 0 0 0,-1 0 1 0 0,1 1-1 0 0,0-1 0 0 0,-4 2 0 0 0,6-2-43 0 0,0 0 0 0 0,-1 1-1 0 0,1-1 1 0 0,0 0 0 0 0,0 1-1 0 0,0-1 1 0 0,-1 0-1 0 0,1 1 1 0 0,0-1 0 0 0,0 0-1 0 0,0 1 1 0 0,0-1 0 0 0,0 0-1 0 0,0 1 1 0 0,0-1 0 0 0,0 0-1 0 0,0 1 1 0 0,0-1-1 0 0,0 0 1 0 0,0 1 0 0 0,0-1-1 0 0,0 0 1 0 0,0 1 0 0 0,0-1-1 0 0,0 0 1 0 0,0 1 0 0 0,1-1-1 0 0,-1 0 1 0 0,0 1-1 0 0,0-1 1 0 0,0 0 0 0 0,1 1-1 0 0,6 9-721 0 0,0-4-1749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0:43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17865,'0'5879'0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0:58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63 210 1380 0 0,'-27'-29'14689'0'0,"20"16"-12229"0"0,-1-8-1329 0 0,4 10-1131 0 0,2 5 0 0 0,0 1 0 0 0,0 0 0 0 0,1 0 0 0 0,0-1 0 0 0,-1-10 0 0 0,2 16 0 0 0,0 0 0 0 0,0 0 0 0 0,0-1 0 0 0,0 1 0 0 0,0 0 0 0 0,0 0 0 0 0,0 0 0 0 0,0 0 0 0 0,0-1 0 0 0,0 1 0 0 0,0 0 0 0 0,0 0 0 0 0,0 0 0 0 0,0 0 0 0 0,0 0 0 0 0,0-1 0 0 0,0 1 0 0 0,0 0 0 0 0,0 0 0 0 0,0 0 0 0 0,0 0 0 0 0,0 0 0 0 0,0-1 0 0 0,0 1 0 0 0,0 0 0 0 0,0 0 0 0 0,-1 0 0 0 0,1 0 0 0 0,0 0 0 0 0,0 0 0 0 0,0 0 0 0 0,0 0 0 0 0,0-1 0 0 0,0 1 0 0 0,0 0 0 0 0,-1 0 0 0 0,1 0 0 0 0,0 0 0 0 0,0 0 0 0 0,0 0 0 0 0,0 0 0 0 0,-1 0 0 0 0,-3 11-670 0 0,6 5-5354 0 0,-1-11 5469 0 0,0 0 520 0 0,0 0 0 0 0,0-1-1 0 0,1 1 1 0 0,0-1 0 0 0,0 1 0 0 0,0-1-1 0 0,0 0 1 0 0,1 1 0 0 0,2 3 0 0 0,16 15 162 0 0,-1 2 0 0 0,-1 0 0 0 0,29 51 0 0 0,-43-66-101 0 0,29 66 188 0 0,-32-72-199 0 0,-1 2 16 0 0,2 0 0 0 0,-1 0 0 0 0,1-1 0 0 0,0 1 1 0 0,0 0-1 0 0,5 6 0 0 0,-8-12-29 0 0,1 1-1 0 0,0-1 1 0 0,-1 1 0 0 0,1-1-1 0 0,-1 0 1 0 0,1 0-1 0 0,0 1 1 0 0,-1-1 0 0 0,1 0-1 0 0,0 0 1 0 0,-1 0 0 0 0,1 0-1 0 0,0 0 1 0 0,-1 0-1 0 0,1 1 1 0 0,0-2 0 0 0,-1 1-1 0 0,1 0 1 0 0,0 0-1 0 0,-1 0 1 0 0,1 0 0 0 0,-1 0-1 0 0,1 0 1 0 0,0-1 0 0 0,-1 1-1 0 0,1 0 1 0 0,0-1-1 0 0,-1 1 1 0 0,1 0 0 0 0,-1-1-1 0 0,1 1 1 0 0,-1-1 0 0 0,1 1-1 0 0,-1-1 1 0 0,1 1-1 0 0,-1-1 1 0 0,0 1 0 0 0,1-1-1 0 0,-1 1 1 0 0,1-2-1 0 0,2-2 11 0 0,-1 1-1 0 0,1-1 0 0 0,-1-1 1 0 0,3-4-1 0 0,28-94 14 0 0,-26 74-16 0 0,2 1 0 0 0,1 0 1 0 0,21-42-1 0 0,-30 69-9 0 0,13-24 151 0 0,1 1 0 0 0,29-36 1 0 0,-10 16-231 0 0,-30 37 2595 0 0,-3 3-3294 0 0,-6 13-3135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1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17125,'0'5727'0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03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15 223 2765 0 0,'-14'-14'16650'0'0,"22"11"-16428"0"0,-4 3-221 0 0,0 0 0 0 0,0 0 1 0 0,0 0-1 0 0,0 1 1 0 0,0-1-1 0 0,-1 1 0 0 0,1 0 1 0 0,0 0-1 0 0,0 0 1 0 0,-1 1-1 0 0,1-1 0 0 0,0 1 1 0 0,-1 0-1 0 0,0 0 0 0 0,1 0 1 0 0,3 4-1 0 0,89 89-1 0 0,-83-82 0 0 0,0 0 0 0 0,1-1 0 0 0,22 14 0 0 0,-35-25 0 0 0,0 0 0 0 0,0-1 0 0 0,1 1 0 0 0,-1 0 0 0 0,0-1 0 0 0,0 1 0 0 0,1-1 0 0 0,-1 1 0 0 0,0-1 0 0 0,1 0 0 0 0,-1 0 0 0 0,0 1 0 0 0,1-1 0 0 0,-1 0 0 0 0,1 0 0 0 0,-1 0 0 0 0,0-1 0 0 0,1 1 0 0 0,-1 0 0 0 0,0 0 0 0 0,1-1 0 0 0,-1 1 0 0 0,0-1 0 0 0,1 1 0 0 0,-1-1 0 0 0,0 0 0 0 0,0 1 0 0 0,0-1 0 0 0,0 0 0 0 0,1 0 0 0 0,-1 0 0 0 0,0 0 0 0 0,0 0 0 0 0,-1 0 0 0 0,1 0 0 0 0,0 0 0 0 0,0 0 0 0 0,1-2 0 0 0,3-6 0 0 0,0 0 0 0 0,-1 0 0 0 0,0-1 0 0 0,4-12 0 0 0,-3 9 0 0 0,44-95-114 0 0,-35 84-1263 0 0,-7 13 323 0 0,-1 0-1 0 0,6-14 1 0 0,27-63-1463 0 0,-24 63 1284 0 0,-6 13-2833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5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18869,'0'5467'0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06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5297 0 0,'4'-8'16551'0'0,"13"9"-18739"0"0,-10 2 2188 0 0,1 0 0 0 0,-1 0 0 0 0,0 1 0 0 0,0 0 0 0 0,-1 0 0 0 0,1 0 0 0 0,-1 1 0 0 0,0 0 0 0 0,0 0 0 0 0,-1 1 0 0 0,1 0 0 0 0,5 8 0 0 0,5 12 0 0 0,-12-18 0 0 0,1-1 0 0 0,-1 1 0 0 0,1-1 0 0 0,1 0 0 0 0,-1 0 0 0 0,1 0 0 0 0,14 11 0 0 0,-18-17 0 0 0,-1 0 0 0 0,1 0 0 0 0,0 0 0 0 0,0-1 0 0 0,0 1 0 0 0,0 0 0 0 0,-1-1 0 0 0,1 1 0 0 0,0-1 0 0 0,0 1 0 0 0,0-1 0 0 0,0 0 0 0 0,0 0 0 0 0,0 0 0 0 0,0 0 0 0 0,0 0 0 0 0,0-1 0 0 0,0 1 0 0 0,0-1 0 0 0,0 1 0 0 0,0-1 0 0 0,0 0 0 0 0,0 1 0 0 0,0-1 0 0 0,-1 0 0 0 0,1 0 0 0 0,0 0 0 0 0,-1 0 0 0 0,1-1 0 0 0,-1 1 0 0 0,1 0 0 0 0,-1-1 0 0 0,1 1 0 0 0,0-3 0 0 0,5-5 0 0 0,0 0 0 0 0,-1 0 0 0 0,-1-1 0 0 0,9-17 0 0 0,57-129-2034 0 0,-60 131 108 0 0,0-1 1 0 0,9-36-1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8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18271,'0'5556'0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10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1 261 5297 0 0,'1'-16'13489'0'0,"5"15"-12615"0"0,-5 1-874 0 0,0 0 0 0 0,0 0 0 0 0,-1 0 0 0 0,1 0 0 0 0,0 0 0 0 0,0 0 0 0 0,-1 0 0 0 0,1 1 0 0 0,0-1 0 0 0,0 0 0 0 0,-1 1 0 0 0,1-1 0 0 0,0 0 0 0 0,1 1 0 0 0,4 3 0 0 0,0 0 0 0 0,0 0 0 0 0,0 1 0 0 0,-1-1 0 0 0,0 1 0 0 0,1 0 0 0 0,-2 1 0 0 0,7 7 0 0 0,1 9 0 0 0,10 22 0 0 0,-17-31 0 0 0,1-1 0 0 0,1 0 0 0 0,-1 0 0 0 0,2 0 0 0 0,0-1 0 0 0,0 0 0 0 0,16 17 0 0 0,-22-27 0 0 0,-1 0 1 0 0,1 1-1 0 0,-1-1 0 0 0,1 0 1 0 0,-1 0-1 0 0,1 0 0 0 0,0-1 0 0 0,0 1 1 0 0,-1 0-1 0 0,1 0 0 0 0,0-1 0 0 0,0 1 1 0 0,0-1-1 0 0,0 0 0 0 0,0 0 0 0 0,0 0 1 0 0,0 1-1 0 0,0-2 0 0 0,-1 1 1 0 0,1 0-1 0 0,0 0 0 0 0,0-1 0 0 0,0 1 1 0 0,0-1-1 0 0,0 1 0 0 0,0-1 0 0 0,-1 0 1 0 0,1 0-1 0 0,0 0 0 0 0,-1 0 0 0 0,1 0 1 0 0,0 0-1 0 0,-1 0 0 0 0,3-3 0 0 0,4-4-15 0 0,-1 0-1 0 0,1-1 0 0 0,-2 0 0 0 0,11-17 0 0 0,-9 14-54 0 0,79-140-4797 0 0,-23 36 3369 0 0,-58 106 1505 0 0,0 0 0 0 0,-1 0 0 0 0,0 0-1 0 0,0 0 1 0 0,-1-1 0 0 0,-1 0 0 0 0,0 0 0 0 0,2-15 0 0 0,-3 14-3172 0 0,1 2-894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3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17614,'0'4569'0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14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10 193 2993 0 0,'-10'-13'6617'0'0,"20"15"-4703"0"0,29 9 4606 0 0,-37-10-6413 0 0,1 0 0 0 0,-1 1 0 0 0,1-1 1 0 0,-1 1-1 0 0,1 0 0 0 0,-1 0 0 0 0,0 0 0 0 0,0 0 1 0 0,0 0-1 0 0,0 0 0 0 0,0 0 0 0 0,0 1 0 0 0,1 3 0 0 0,3 1 9 0 0,6 10-116 0 0,-2 1 0 0 0,16 31 0 0 0,-5-8 0 0 0,-13-25 0 0 0,-1 2 0 0 0,8 28 0 0 0,-10-30 0 0 0,0 0 0 0 0,1 0 0 0 0,12 22 0 0 0,-17-37 0 0 0,-1 0 0 0 0,1 0 0 0 0,-1 0 0 0 0,1-1 0 0 0,-1 1 0 0 0,1 0 0 0 0,-1 0 0 0 0,1-1 0 0 0,0 1 0 0 0,-1 0 0 0 0,1-1 0 0 0,0 1 0 0 0,0-1 0 0 0,-1 1 0 0 0,1-1 0 0 0,0 1 0 0 0,0-1 0 0 0,0 0 0 0 0,0 1 0 0 0,1-1 0 0 0,-1 0 0 0 0,-1 0 0 0 0,1 0 0 0 0,0 0 0 0 0,0 0 0 0 0,-1-1 0 0 0,1 1 0 0 0,0 0 0 0 0,-1-1 0 0 0,1 1 0 0 0,0 0 0 0 0,0-1 0 0 0,-1 1 0 0 0,1-1 0 0 0,-1 1 0 0 0,1-1 0 0 0,-1 1 0 0 0,1-1 0 0 0,-1 1 0 0 0,1-2 0 0 0,3-3 0 0 0,-1 1 0 0 0,-1-1 0 0 0,1-1 0 0 0,-1 1 0 0 0,2-6 0 0 0,49-131-1869 0 0,-32 80-672 0 0,55-108 0 0 0,-57 132 2571 0 0,15-25-1329 0 0,-25 48-2823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6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17667,'0'4694'0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17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0 197 3917 0 0,'24'-13'14101'0'0,"-23"14"-13892"0"0,8 5 30 0 0,-1 1 0 0 0,0 0 0 0 0,0 0 0 0 0,-1 1-1 0 0,12 16 1 0 0,5 16-239 0 0,34 79 0 0 0,-56-114 0 0 0,3 8 0 0 0,12 24 0 0 0,-16-35 0 0 0,0-1 0 0 0,-1 0 0 0 0,1 1 0 0 0,0-1 0 0 0,0 0 0 0 0,0 0 0 0 0,0 0 0 0 0,0 0 0 0 0,0 0 0 0 0,1 0 0 0 0,-1 0 0 0 0,0 0 0 0 0,0 0 0 0 0,1-1 0 0 0,-1 1 0 0 0,0 0 0 0 0,1-1 0 0 0,-1 1 0 0 0,1-1 0 0 0,-1 1 0 0 0,2-1 0 0 0,-2 0 0 0 0,1 0 0 0 0,-1-1 0 0 0,0 1 0 0 0,0 0 0 0 0,0-1 0 0 0,0 1 0 0 0,0-1 0 0 0,0 0 0 0 0,0 1 0 0 0,0-1 0 0 0,0 0 0 0 0,0 0 0 0 0,0 1 0 0 0,0-1 0 0 0,0 0 0 0 0,-1 0 0 0 0,2-2 0 0 0,12-20 0 0 0,-12 19 0 0 0,40-69-887 0 0,99-194-5399 0 0,-128 228 5525 0 0,-11 30 45 0 0,0 1-1 0 0,1 0 1 0 0,6-12-1 0 0,-1 7-3090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9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18566,'0'4781'0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0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0 255 3225 0 0,'1'10'14264'0'0,"4"-7"-13909"0"0,0 1 0 0 0,-1-1 0 0 0,1 1 0 0 0,-1 0 0 0 0,5 5 0 0 0,0 0-314 0 0,11 10-41 0 0,-1 1 0 0 0,-1 1 0 0 0,-1 1 0 0 0,28 46 0 0 0,-39-58 0 0 0,38 70 0 0 0,-34-56 0 0 0,3 6 0 0 0,-12-28 0 0 0,0-1 0 0 0,0 1 0 0 0,1-1 0 0 0,-1 1 0 0 0,0-1 0 0 0,1 1 0 0 0,-1-1 0 0 0,0 0 0 0 0,1 0 0 0 0,-1 0 0 0 0,1 0 0 0 0,0 0 0 0 0,-1 0 0 0 0,3 1 0 0 0,-3-2 0 0 0,0 0 0 0 0,0 0 0 0 0,1 0 0 0 0,-1 1 0 0 0,0-1 0 0 0,0 0 0 0 0,0-1 0 0 0,0 1 0 0 0,0 0 0 0 0,0 0 0 0 0,0 0 0 0 0,0-1 0 0 0,0 1 0 0 0,0 0 0 0 0,0-1 0 0 0,0 1 0 0 0,0-1 0 0 0,0 1 0 0 0,-1-1 0 0 0,1 0 0 0 0,0 1 0 0 0,0-1 0 0 0,1-1 0 0 0,15-20 0 0 0,-14 18 0 0 0,16-26 0 0 0,-2-2 0 0 0,17-41 0 0 0,-33 72 0 0 0,68-167-1622 0 0,-26 57-2742 0 0,-34 85 3962 0 0,12-52-1 0 0,-15 32-3124 0 0,-5 30 315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22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16616,'0'4558'0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3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0 320 3685 0 0,'1'0'1367'0'0,"-1"0"-1238"0"0,1-1 1 0 0,-1 1 0 0 0,1 0-1 0 0,0 0 1 0 0,-1 0 0 0 0,1 0-1 0 0,-1 0 1 0 0,1 0 0 0 0,0 0-1 0 0,-1 0 1 0 0,1 0-1 0 0,-1 0 1 0 0,1 0 0 0 0,0 0-1 0 0,-1 0 1 0 0,1 0 0 0 0,-1 0-1 0 0,2 1 1 0 0,9 4 3987 0 0,-4-1-2764 0 0,30 20 4521 0 0,-12 0-5073 0 0,15 22-801 0 0,53 83 0 0 0,-87-121 0 0 0,-1-1 0 0 0,1 0 0 0 0,0 0 0 0 0,1 0 0 0 0,-1-1 0 0 0,1 0 0 0 0,14 9 0 0 0,-20-15 0 0 0,0 1 0 0 0,1-1 0 0 0,-1 1 0 0 0,0-1 0 0 0,1 0 0 0 0,-1 1 0 0 0,0-1 0 0 0,1 0 0 0 0,-1 0 0 0 0,1 0 0 0 0,-1 0 0 0 0,1 0 0 0 0,-1 0 0 0 0,0-1 0 0 0,1 1 0 0 0,-1 0 0 0 0,1-1 0 0 0,-1 1 0 0 0,0-1 0 0 0,0 1 0 0 0,1-1 0 0 0,-1 0 0 0 0,0 1 0 0 0,0-1 0 0 0,1 0 0 0 0,-1 0 0 0 0,0 0 0 0 0,1-1 0 0 0,5-5 0 0 0,-1 0 0 0 0,0 0 0 0 0,7-10 0 0 0,-8 9 0 0 0,7-9-4 0 0,-1-2 0 0 0,14-31-1 0 0,0 1-547 0 0,96-196-5500 0 0,-98 191 6348 0 0,18-48 246 0 0,-40 100-677 0 0,0 1-1 0 0,0-1 1 0 0,0 0-1 0 0,0 1 0 0 0,0-1 1 0 0,1 1-1 0 0,-1-1 1 0 0,0 1-1 0 0,1 0 1 0 0,-1-1-1 0 0,1 1 1 0 0,-1 0-1 0 0,1 0 1 0 0,2-1-1 0 0,0-1-1099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26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18067,'0'5288'0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8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4 234 5297 0 0,'-3'-16'12332'0'0,"3"16"-12251"0"0,1 0 1 0 0,0 0-1 0 0,-1-1 0 0 0,1 1 0 0 0,-1 0 1 0 0,1 0-1 0 0,-1 0 0 0 0,1 0 0 0 0,0 0 1 0 0,-1 0-1 0 0,1 0 0 0 0,-1 1 0 0 0,1-1 1 0 0,-1 0-1 0 0,1 0 0 0 0,0 0 0 0 0,-1 0 0 0 0,1 1 1 0 0,-1-1-1 0 0,1 0 0 0 0,-1 1 0 0 0,1-1 1 0 0,-1 0-1 0 0,1 1 0 0 0,40 24-81 0 0,-36-21 0 0 0,0 0 0 0 0,0 0 0 0 0,-1 0 0 0 0,0 1 0 0 0,0 0 0 0 0,0 0 0 0 0,0 0 0 0 0,0 0 0 0 0,4 10 0 0 0,4 7 0 0 0,85 140 0 0 0,-96-160 87 0 0,3 3-372 0 0,-1 1 0 0 0,1-1 0 0 0,0-1 1 0 0,8 8-1 0 0,-11-11 125 0 0,-1 0 0 0 0,1 0 1 0 0,0-1-1 0 0,0 1 1 0 0,0 0-1 0 0,0-1 0 0 0,0 1 1 0 0,0-1-1 0 0,0 1 0 0 0,0-1 1 0 0,1 1-1 0 0,-1-1 1 0 0,0 0-1 0 0,0 0 0 0 0,0 1 1 0 0,0-1-1 0 0,0 0 1 0 0,1 0-1 0 0,-1 0 0 0 0,0 0 1 0 0,0-1-1 0 0,0 1 0 0 0,0 0 1 0 0,0 0-1 0 0,1-1 1 0 0,-1 1-1 0 0,0-1 0 0 0,0 1 1 0 0,0-1-1 0 0,0 1 1 0 0,0-1-1 0 0,0 1 0 0 0,1-2 1 0 0,6-7 148 0 0,0 1 1 0 0,-1-1-1 0 0,0-1 1 0 0,0 0 0 0 0,-1 0-1 0 0,-1 0 1 0 0,1 0-1 0 0,3-13 1 0 0,9-14 55 0 0,7-14 160 0 0,23-67 1 0 0,8-56-2901 0 0,-49 151 1485 0 0,-1 4-2810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30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5639 1 18838,'-5638'5638'0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34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32 112 3457 0 0,'-1'-3'770'0'0,"0"1"-1"0"0,0-1 1 0 0,0 1 0 0 0,1-1 0 0 0,-1 0-1 0 0,1 1 1 0 0,0-1 0 0 0,0 0 0 0 0,0 0 0 0 0,0 1-1 0 0,0-1 1 0 0,0 0 0 0 0,2-4 0 0 0,12-35 4807 0 0,-10 33-5728 0 0,5-7 151 0 0,-9 16 0 0 0,0 0 0 0 0,0 0 0 0 0,0 0 0 0 0,0 0 0 0 0,0 0 0 0 0,0-1 0 0 0,0 1 0 0 0,0 0 0 0 0,0 0 0 0 0,-1 0 0 0 0,1 0 0 0 0,0 0 0 0 0,0 0 0 0 0,0 0 0 0 0,0 0 0 0 0,0 0 0 0 0,0-1 0 0 0,0 1 0 0 0,0 0 0 0 0,0 0 0 0 0,0 0 0 0 0,-1 0 0 0 0,1 0 0 0 0,0 0 0 0 0,0 0 0 0 0,0 0 0 0 0,0 0 0 0 0,0 0 0 0 0,0 0 0 0 0,0 0 0 0 0,-1 0 0 0 0,1 0 0 0 0,0 0 0 0 0,0 0 0 0 0,0 0 0 0 0,0 0 0 0 0,0 0 0 0 0,0 0 0 0 0,0 0 0 0 0,-1 0 0 0 0,1 0 0 0 0,0 0 0 0 0,0 0 0 0 0,0 0 0 0 0,0 0 0 0 0,0 1 0 0 0,0-1 0 0 0,0 0 0 0 0,0 0 0 0 0,-1 0 0 0 0,1 0 0 0 0,0 0 0 0 0,0 0 0 0 0,0 0 0 0 0,0 0 0 0 0,0 0 0 0 0,0 0 0 0 0,0 1 0 0 0,0-1 0 0 0,0 0 0 0 0,0 0 0 0 0,0 0 0 0 0,0 0 0 0 0,0 0 0 0 0,0 0 0 0 0,0 0 0 0 0,0 1 0 0 0,-7 21-821 0 0,1 1 0 0 0,-5 43 0 0 0,4 48-4003 0 0,3-32 4665 0 0,-3-18 254 0 0,-1 61-3 0 0,7-123-87 0 0,1 0 0 0 0,1 0-1 0 0,-1 1 1 0 0,0-1 0 0 0,0 0-1 0 0,1 0 1 0 0,0 1 0 0 0,-1-1-1 0 0,1 0 1 0 0,1 3 0 0 0,-1-4 1 0 0,0 0 0 0 0,0 0 0 0 0,0 0 0 0 0,0 0 0 0 0,0 0 0 0 0,0 0 0 0 0,0 0 0 0 0,0 0 0 0 0,1 0 0 0 0,-1-1 0 0 0,0 1 0 0 0,0 0 0 0 0,1-1 0 0 0,-1 1 0 0 0,0-1 0 0 0,1 0 0 0 0,1 1 0 0 0,16 2 3426 0 0,26 1-1 0 0,54-4-5510 0 0,-39-1 827 0 0,-9-1-2127 0 0,-16 0 3353 0 0,47-10 1 0 0,-80 11 322 0 0,0 0-1 0 0,0 0 1 0 0,0 0 0 0 0,0 0 0 0 0,0 0 0 0 0,0 0-1 0 0,0 0 1 0 0,1-2 0 0 0,0 1-359 0 0,3-3-189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36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11910 0 18201,'-11910'6839'0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39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49 3685 0 0,'8'-23'11423'0'0,"-4"18"-10280"0"0,5-13 2266 0 0,-10 15-3409 0 0,-4 7 0 0 0,-4 7 0 0 0,-14 25 0 0 0,2 1 0 0 0,2 0 0 0 0,1 2 0 0 0,-20 64 0 0 0,34-90 0 0 0,-1 3 0 0 0,0-1 0 0 0,1 0 0 0 0,1 1 0 0 0,0 0 0 0 0,0 20 0 0 0,2-14-128 0 0,0-16 130 0 0,1-1 1 0 0,0 1-1 0 0,0 0 1 0 0,1 0 0 0 0,1 7-1 0 0,-2-11-268 0 0,1 0 0 0 0,0 0-1 0 0,-1 0 1 0 0,1 0 0 0 0,0 0 0 0 0,0-1-1 0 0,1 1 1 0 0,-1 0 0 0 0,0-1 0 0 0,0 1-1 0 0,1 0 1 0 0,-1-1 0 0 0,1 0 0 0 0,0 1-1 0 0,-1-1 1 0 0,1 0 0 0 0,0 0 0 0 0,3 2-1 0 0,1 0-154 0 0,1 0 0 0 0,0-1 0 0 0,10 3 0 0 0,-6-3 1715 0 0,1 0-1 0 0,0-1 1 0 0,12 0-1 0 0,169-10 249 0 0,-181 6-1599 0 0,-5 0-467 0 0,5-1-2776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42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18904 1 16474,'-18904'7211'0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44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59 1612 0 0,'22'-37'18048'0'0,"-20"34"-18048"0"0,1 1 0 0 0,0-1 0 0 0,0 1 0 0 0,0 0 0 0 0,0 0 0 0 0,0 0 0 0 0,6-2 0 0 0,-7 3 0 0 0,2 1 0 0 0,-4 1 0 0 0,0-1 0 0 0,0 1 0 0 0,0 0 0 0 0,0 0 0 0 0,0 0 0 0 0,0 0 0 0 0,0 0 0 0 0,0 0 0 0 0,0 0 0 0 0,-1 0 0 0 0,1 0 0 0 0,0 0 0 0 0,0 0 0 0 0,-1 0 0 0 0,1-1 0 0 0,-1 1 0 0 0,1 0 0 0 0,-2 1 0 0 0,-4 11 0 0 0,-6 11 0 0 0,-15 47 0 0 0,5 1 0 0 0,19-58 0 0 0,1 0 0 0 0,1 0 0 0 0,1 18 0 0 0,0-24 0 0 0,1-1 0 0 0,1 1 0 0 0,0 0 0 0 0,4 12 0 0 0,1 5 0 0 0,-7-25-4 0 0,0 0 0 0 0,0 1 0 0 0,0-1-1 0 0,0 0 1 0 0,0 0 0 0 0,0 0 0 0 0,0 0 0 0 0,0 1 0 0 0,0-1-1 0 0,0 0 1 0 0,0 0 0 0 0,0 0 0 0 0,0 0 0 0 0,0 1-1 0 0,0-1 1 0 0,0 0 0 0 0,0 0 0 0 0,1 0 0 0 0,-1 0 0 0 0,0 0-1 0 0,0 1 1 0 0,0-1 0 0 0,0 0 0 0 0,0 0 0 0 0,0 0-1 0 0,0 0 1 0 0,1 0 0 0 0,-1 0 0 0 0,0 0 0 0 0,0 1 0 0 0,0-1-1 0 0,0 0 1 0 0,0 0 0 0 0,1 0 0 0 0,-1 0 0 0 0,0 0-1 0 0,0 0 1 0 0,0 0 0 0 0,0 0 0 0 0,1 0 0 0 0,-1 0 0 0 0,6-6 164 0 0,-5 4-300 0 0,0 1 1 0 0,0 0 0 0 0,0 0 0 0 0,0 0 0 0 0,0-1-1 0 0,1 1 1 0 0,-1 0 0 0 0,0 0 0 0 0,0 1 0 0 0,1-1-1 0 0,-1 0 1 0 0,1 0 0 0 0,1 0 0 0 0,170-27-4702 0 0,-152 25 4846 0 0,0 2 1 0 0,0 1-1 0 0,-1 1 1 0 0,40 6-1 0 0,-13-2 5 0 0,20 8 17 0 0,77 5 149 0 0,-113-10-201 0 0,-25-6 151 0 0,0-1-1 0 0,1 1 1 0 0,-1-1 0 0 0,9-2 4347 0 0,-15 0-4399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2:48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17593,'0'4634'0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2:49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16 227 5989 0 0,'-15'5'7486'0'0,"17"-4"-6996"0"0,18 19 2297 0 0,-13-12-1197 0 0,5 6-1376 0 0,0-1-1 0 0,-1 2 1 0 0,-1 0 0 0 0,0 0-1 0 0,12 28 1 0 0,5 7-178 0 0,-3-8-36 0 0,-14-22 0 0 0,2-1 0 0 0,0 0 0 0 0,1-1 0 0 0,19 22 0 0 0,-30-39 0 0 0,0 1 0 0 0,0 0 0 0 0,0-1 0 0 0,0 1 0 0 0,0-1 0 0 0,0 1 0 0 0,0-1 0 0 0,1 0 0 0 0,-1 0 0 0 0,1 0 0 0 0,-1 0 0 0 0,1-1 0 0 0,-1 1 0 0 0,1-1 0 0 0,-1 1 0 0 0,1-1 0 0 0,-1 0 0 0 0,1 0 0 0 0,0 0 0 0 0,-1 0 0 0 0,1-1 0 0 0,-1 1 0 0 0,1-1 0 0 0,-1 1 0 0 0,1-1 0 0 0,-1 0 0 0 0,1 0 0 0 0,-1 0 0 0 0,0 0 0 0 0,1 0 0 0 0,-1-1 0 0 0,0 1 0 0 0,0-1 0 0 0,0 1 0 0 0,0-1 0 0 0,0 0 0 0 0,0 0 0 0 0,-1 0 0 0 0,3-3 0 0 0,8-15 3 0 0,-1 0-1 0 0,0-1 0 0 0,12-37 1 0 0,15-70-83 0 0,-30 99 2 0 0,10-57-1524 0 0,-12 54-407 0 0,19-60-1 0 0,-3 23 572 0 0,-13 50-3037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2:52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17808,'4034'4941'0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2:54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1 364 6913 0 0,'0'-3'8925'0'0,"16"-1"-5570"0"0,-13 4-3268 0 0,-2-1-174 0 0,0 1 0 0 0,0 0 1 0 0,0 0-1 0 0,0 0 0 0 0,0 0 0 0 0,0 0 1 0 0,0 1-1 0 0,0-1 0 0 0,0 0 0 0 0,0 0 1 0 0,0 1-1 0 0,0-1 0 0 0,0 0 0 0 0,0 1 1 0 0,0-1-1 0 0,1 2 0 0 0,22 7 705 0 0,0 2 1 0 0,36 21-1 0 0,90 67-618 0 0,-111-74 0 0 0,53 25 0 0 0,-90-49-38 0 0,0 0 0 0 0,0 0-1 0 0,1 0 1 0 0,-1 0 0 0 0,0 0 0 0 0,1 0 0 0 0,-1-1-1 0 0,1 1 1 0 0,-1-1 0 0 0,1 0 0 0 0,0 1-1 0 0,-1-1 1 0 0,1 0 0 0 0,-1-1 0 0 0,1 1-1 0 0,-1 0 1 0 0,4-2 0 0 0,-3 1 36 0 0,-1 0 0 0 0,0-1 0 0 0,0 1 0 0 0,0-1 0 0 0,0 1 0 0 0,-1-1 0 0 0,1 0 0 0 0,0 1 0 0 0,-1-1 0 0 0,1 0 0 0 0,-1 0 0 0 0,1 0 0 0 0,-1-1 0 0 0,0 1 0 0 0,0 0 0 0 0,0 0 0 0 0,0-1 0 0 0,0-2 0 0 0,6-23 118 0 0,-1-1 0 0 0,-1 0 0 0 0,-2 0-1 0 0,0-32 1 0 0,-3 43-141 0 0,-2-120-4901 0 0,1 126 4867 0 0,-14-158-3058 0 0,12 129-1011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00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17453,'9242'5211'0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02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1 535 1380 0 0,'3'7'19660'0'0,"15"-12"-22031"0"0,-8 2 3362 0 0,-5 2-991 0 0,1 0 0 0 0,-1 1 0 0 0,0-1 0 0 0,1 1 0 0 0,-1 0 0 0 0,0 1 0 0 0,1-1 0 0 0,8 3 0 0 0,7 0 0 0 0,55 10-44 0 0,-13-1 57 0 0,92 6-443 0 0,-151-18 452 0 0,1 1 0 0 0,-1-1 0 0 0,1 0 0 0 0,-1-1 0 0 0,1 1 0 0 0,-1-1 0 0 0,1 0 0 0 0,-1 0 0 0 0,0 0 0 0 0,0 0 0 0 0,1-1 0 0 0,-1 0 0 0 0,0 0 0 0 0,-1 0 1 0 0,1 0-1 0 0,0-1 0 0 0,3-2 0 0 0,-4 2-130 0 0,0 0 0 0 0,-1 0 1 0 0,1 0-1 0 0,-1 0 0 0 0,0 0 1 0 0,0 0-1 0 0,-1-1 0 0 0,1 1 1 0 0,0-1-1 0 0,-1 1 0 0 0,0-1 1 0 0,0 0-1 0 0,0 1 0 0 0,-1-1 1 0 0,1 0-1 0 0,-1 0 0 0 0,1 1 1 0 0,-1-1-1 0 0,-1-7 0 0 0,-3-8 471 0 0,0 1 0 0 0,-1 0 0 0 0,0 0 0 0 0,-14-28 0 0 0,-5-18-292 0 0,-13-40-269 0 0,5 36-5007 0 0,25 56 5140 0 0,-24-46 896 0 0,13 17-5190 0 0,12 26 300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09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17795,'13811'4882'0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10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70 417 3153 0 0,'-4'11'4967'0'0,"4"-10"-4801"0"0,-1 0 0 0 0,1 0 0 0 0,-1 0 0 0 0,0 0 0 0 0,1 0 0 0 0,-1 0 0 0 0,0 0 0 0 0,0 0 0 0 0,1 0 0 0 0,-1 0 0 0 0,0-1 0 0 0,0 1 0 0 0,0 0 0 0 0,0-1-1 0 0,0 1 1 0 0,0 0 0 0 0,0-1 0 0 0,0 1 0 0 0,-1-1 0 0 0,-12 0 5381 0 0,12 0-4699 0 0,0 0-752 0 0,1 0 0 0 0,-1-1 0 0 0,0 1 0 0 0,0 0 1 0 0,1-1-1 0 0,-1 0 0 0 0,0 1 0 0 0,1-1 0 0 0,-1 0 0 0 0,1 0 0 0 0,-1 0 0 0 0,1 0 1 0 0,-1 0-1 0 0,1 0 0 0 0,0 0 0 0 0,-1 0 0 0 0,1-1 0 0 0,-2-2 0 0 0,3 4-96 0 0,0 0 0 0 0,0 0 0 0 0,0 0 0 0 0,-1 0 0 0 0,1 0 0 0 0,0 0 0 0 0,0 0 0 0 0,0-1 0 0 0,0 1 0 0 0,0 0 0 0 0,0 0 0 0 0,0 0 0 0 0,0 0 0 0 0,0 0 0 0 0,0 0 0 0 0,0-1 0 0 0,0 1 0 0 0,0 0 0 0 0,0 0 0 0 0,0 0 0 0 0,0 0 0 0 0,0 0 0 0 0,0-1 0 0 0,0 1 0 0 0,0 0 0 0 0,0 0 0 0 0,0 0 0 0 0,0 0 0 0 0,0 0 0 0 0,0-1 0 0 0,0 1 0 0 0,0 0 0 0 0,0 0 0 0 0,0 0 0 0 0,0 0 0 0 0,0 0 0 0 0,0 0 0 0 0,0-1 0 0 0,0 1 0 0 0,1 0 0 0 0,-1 0 0 0 0,0 0 0 0 0,0 0 0 0 0,0 0 0 0 0,0 0 0 0 0,0 0 0 0 0,0 0 0 0 0,1 0 0 0 0,-1-1 0 0 0,0 1 0 0 0,0 0 0 0 0,0 0 0 0 0,0 0 0 0 0,0 0 0 0 0,1 0 0 0 0,-1 0 0 0 0,0 0 0 0 0,0 0 0 0 0,0 0 0 0 0,0 0 0 0 0,10 3 0 0 0,-10-3 0 0 0,15 2 0 0 0,76 15 0 0 0,26-5-1263 0 0,-104-11 652 0 0,5 0-365 0 0,-4 1 44 0 0,1-1 0 0 0,-1-1 0 0 0,21-2 0 0 0,-31 2 923 0 0,0-1 1 0 0,0 0-1 0 0,1 0 0 0 0,-1 0 0 0 0,-1-1 1 0 0,1 1-1 0 0,0-1 0 0 0,0 0 0 0 0,-1 0 1 0 0,1 0-1 0 0,-1-1 0 0 0,1 1 0 0 0,-1-1 1 0 0,0 0-1 0 0,0 0 0 0 0,4-5 0 0 0,-6 6 19 0 0,0 0-1 0 0,0-1 1 0 0,0 1-1 0 0,0 0 1 0 0,0-1-1 0 0,0 1 1 0 0,-1-1-1 0 0,1 1 1 0 0,-1-1-1 0 0,0 1 1 0 0,0-1-1 0 0,0 0 1 0 0,0 1-1 0 0,0-1 1 0 0,0 1-1 0 0,-1-1 1 0 0,1 1-1 0 0,-1-1 1 0 0,-1-3-1 0 0,-2-5 17 0 0,-1-1 0 0 0,-10-18 0 0 0,1 8 0 0 0,0 2 0 0 0,-2-1 0 0 0,-20-20 0 0 0,-17-22 20 0 0,-46-62-349 0 0,83 104 18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1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18175,'0'5352'0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3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18 205 6449 0 0,'-17'-28'13807'0'0,"19"29"-14403"0"0,81 111 596 0 0,3 4 0 0 0,-80-108 0 0 0,1 0 0 0 0,-1 0 0 0 0,1-1 0 0 0,0 0 0 0 0,1-1 0 0 0,0 1 0 0 0,9 4 0 0 0,-16-10 0 0 0,0 0 0 0 0,1-1 0 0 0,-1 1 0 0 0,1-1 0 0 0,-1 0 0 0 0,1 1 0 0 0,-1-1 0 0 0,1 0 0 0 0,-1 0 0 0 0,1 0 0 0 0,0 0 0 0 0,-1 0 0 0 0,1 0 0 0 0,-1 0 0 0 0,1-1 0 0 0,-1 1 0 0 0,1 0 0 0 0,-1-1 0 0 0,1 1 0 0 0,-1-1 0 0 0,0 0 0 0 0,1 1 0 0 0,-1-1 0 0 0,0 0 0 0 0,1 0 0 0 0,-1 0 0 0 0,0 0 0 0 0,0 0 0 0 0,0 0 0 0 0,2-2 0 0 0,2-4 0 0 0,1 1 0 0 0,-1-1 0 0 0,9-16 0 0 0,10-22-1342 0 0,-2-1 0 0 0,-2-2-1 0 0,22-76 1 0 0,-29 69 1012 0 0,6-19-893 0 0,-10 51-3353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5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0 18383,'0'5451'0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6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0 162 5069 0 0,'1'-9'13917'0'0,"2"11"-13243"0"0,6 4-674 0 0,1 1 0 0 0,-1 1 0 0 0,-1 0 0 0 0,1 0 0 0 0,-1 0 0 0 0,-1 1 0 0 0,13 19 0 0 0,18 55 0 0 0,-26-52 0 0 0,29 47 0 0 0,-41-77 0 0 0,1 0 0 0 0,-1 0 0 0 0,1 0 0 0 0,0 0 0 0 0,-1 0 0 0 0,1 0 0 0 0,0 0 0 0 0,0 0 0 0 0,0 0 0 0 0,0 0 0 0 0,0-1 0 0 0,0 1 0 0 0,0 0 0 0 0,0-1 0 0 0,0 1 0 0 0,0-1 0 0 0,0 1 0 0 0,0-1 0 0 0,0 1 0 0 0,1-1 0 0 0,-1 0 0 0 0,0 0 0 0 0,1 1 0 0 0,1-2 0 0 0,-1 1 0 0 0,0-1 0 0 0,1 0 0 0 0,-1 1 0 0 0,0-1 0 0 0,0 0 0 0 0,0 0 0 0 0,0-1 0 0 0,0 1 0 0 0,0 0 0 0 0,3-4 0 0 0,16-13 0 0 0,-2-1 0 0 0,0-1 0 0 0,-2-1 0 0 0,21-30 0 0 0,-22 28 0 0 0,19-26-110 0 0,-2-2-1 0 0,45-97 1 0 0,-65 117-1228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8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18811,'0'5367'0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9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5 246 5989 0 0,'-5'-18'12278'0'0,"7"18"-12151"0"0,-1 0-1 0 0,1 0 1 0 0,-1 0 0 0 0,1 1-1 0 0,-1-1 1 0 0,1 0 0 0 0,-1 1-1 0 0,0 0 1 0 0,1-1 0 0 0,1 2-1 0 0,6 3-126 0 0,0 0 0 0 0,0 1 0 0 0,0 1 0 0 0,-1-1 0 0 0,0 1 0 0 0,0 1 0 0 0,-1-1 0 0 0,13 17 0 0 0,19 45 0 0 0,-1-1 0 0 0,-35-65 0 0 0,0 1 0 0 0,0-1 0 0 0,0 1 0 0 0,0-1 0 0 0,0 0 0 0 0,1 0 0 0 0,5 3 0 0 0,-8-5 0 0 0,0 0 0 0 0,0 0 0 0 0,1-1 0 0 0,-1 1 0 0 0,0 0 0 0 0,1-1 0 0 0,-1 1 0 0 0,0-1 0 0 0,1 0 0 0 0,-1 1 0 0 0,1-1 0 0 0,-1 0 0 0 0,1 0 0 0 0,-1 0 0 0 0,1 0 0 0 0,-1 0 0 0 0,1 0 0 0 0,-1 0 0 0 0,0-1 0 0 0,1 1 0 0 0,-1-1 0 0 0,1 1 0 0 0,-1-1 0 0 0,0 1 0 0 0,1-1 0 0 0,0 0 0 0 0,9-8 3 0 0,-1 1-1 0 0,0-2 1 0 0,-1 1-1 0 0,0-1 1 0 0,-1 0-1 0 0,14-23 1 0 0,36-77-1059 0 0,-36 64-184 0 0,6-17-1504 0 0,-19 41 2320 0 0,2-1 0 0 0,0 2 0 0 0,1-1 0 0 0,22-29 0 0 0,-9 23 101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4:04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18491,'0'5470'0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4:06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7718 0 0,'11'-10'10838'0'0,"-3"5"-9759"0"0,-5 5-1077 0 0,1-1 1 0 0,-1 0 0 0 0,0 1 0 0 0,1 0-1 0 0,-1 0 1 0 0,1 0 0 0 0,-1 0 0 0 0,1 0 0 0 0,4 2-1 0 0,-5-1-2 0 0,-1 0 0 0 0,1 0 0 0 0,-1 1 0 0 0,0-1 0 0 0,0 0-1 0 0,1 1 1 0 0,-1 0 0 0 0,0-1 0 0 0,0 1 0 0 0,-1 0 0 0 0,1 0 0 0 0,0 0-1 0 0,1 3 1 0 0,8 13 0 0 0,0 0 0 0 0,-2 1 0 0 0,0 0 0 0 0,7 26 0 0 0,15 31 0 0 0,-26-66 0 0 0,0-1 0 0 0,1 1 0 0 0,0-1 0 0 0,1 0 0 0 0,11 12 0 0 0,-16-19 0 0 0,1 0 0 0 0,-1-1 0 0 0,0 1 0 0 0,1 0 0 0 0,-1-1 0 0 0,1 1 0 0 0,-1-1 0 0 0,1 0 0 0 0,0 0 0 0 0,0 0 0 0 0,-1 0 0 0 0,1-1 0 0 0,0 1 0 0 0,0-1 0 0 0,0 1 0 0 0,0-1 0 0 0,0 0 0 0 0,0 0 0 0 0,0 0 0 0 0,0-1 0 0 0,-1 1 0 0 0,1-1 0 0 0,0 1 0 0 0,0-1 0 0 0,0 0 0 0 0,4-2 0 0 0,2-2 0 0 0,-1 1 0 0 0,1-1 0 0 0,-1 0 0 0 0,0-1 0 0 0,-1 0 0 0 0,13-12 0 0 0,24-31-2587 0 0,65-94-1 0 0,-102 133 2599 0 0,0 0 0 0 0,-1-1 0 0 0,8-18-1 0 0,-12 23-505 0 0,0 0 0 0 0,0 0-1 0 0,0 0 1 0 0,-1 0 0 0 0,0 0-1 0 0,-1 0 1 0 0,1 0 0 0 0,-2-13-1 0 0,-1 6-3833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6:56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16687,'0'4715'0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6:58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54 4377 0 0,'-16'4'7210'0'0,"20"-2"-5482"0"0,10 5 3369 0 0,-6-3-4959 0 0,0 0 1 0 0,-1 1 0 0 0,1 0 0 0 0,-1 1-1 0 0,0-1 1 0 0,-1 1 0 0 0,1 1-1 0 0,7 10 1 0 0,1 6-139 0 0,-1 1 0 0 0,-1 1 0 0 0,-1 0 0 0 0,16 50 0 0 0,-19-45 0 0 0,1 0 0 0 0,27 51 0 0 0,-37-80 0 0 0,1 1 0 0 0,-1-1 0 0 0,1 0 0 0 0,0 0 0 0 0,-1 0 0 0 0,1 0 0 0 0,0 0 0 0 0,0 0 0 0 0,0 0 0 0 0,0 0 0 0 0,0 0 0 0 0,0 0 0 0 0,0-1 0 0 0,0 1 0 0 0,1 0 0 0 0,-1-1 0 0 0,0 1 0 0 0,0-1 0 0 0,0 1 0 0 0,1-1 0 0 0,-1 1 0 0 0,0-1 0 0 0,1 0 0 0 0,-1 0 0 0 0,0 0 0 0 0,3 0 0 0 0,-3 0 0 0 0,1-1 0 0 0,0 1 0 0 0,0-1 0 0 0,0 0 0 0 0,-1 0 0 0 0,1 0 0 0 0,-1 0 0 0 0,1 0 0 0 0,0 0 0 0 0,-1 0 0 0 0,0 0 0 0 0,1-1 0 0 0,-1 1 0 0 0,0 0 0 0 0,0-1 0 0 0,1 1 0 0 0,-1-1 0 0 0,1-1 0 0 0,27-46-244 0 0,-2 0 1 0 0,28-70-1 0 0,-14 20 579 0 0,-10 27-854 0 0,-28 63 377 0 0,0 1-116 0 0,1 0 1 0 0,8-14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0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0 16897,'0'4498'0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1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1 141 5989 0 0,'3'-6'11845'0'0,"8"14"-10019"0"0,3 6-1826 0 0,-1 0 0 0 0,-1 1 0 0 0,0 0 0 0 0,0 1 0 0 0,13 27 0 0 0,31 73 0 0 0,-55-114 0 0 0,0 0 0 0 0,0 0 0 0 0,0 0 0 0 0,0 0 0 0 0,1-1 0 0 0,-1 1 0 0 0,1 0 0 0 0,-1-1 0 0 0,1 1 0 0 0,0-1 0 0 0,-1 0 0 0 0,1 0 0 0 0,0 1 0 0 0,0-1 0 0 0,0 0 0 0 0,0 0 0 0 0,0-1 0 0 0,0 1 0 0 0,0 0 0 0 0,0-1 0 0 0,1 1 0 0 0,-1-1 0 0 0,0 0 0 0 0,0 0 0 0 0,0 0 0 0 0,1 0 0 0 0,-1 0 0 0 0,0 0 0 0 0,0 0 0 0 0,0-1 0 0 0,0 1 0 0 0,1-1 0 0 0,-1 0 0 0 0,0 0 0 0 0,0 1 0 0 0,0-1 0 0 0,0 0 0 0 0,2-2 0 0 0,15-14 0 0 0,-1-1 0 0 0,0 0 0 0 0,-2-2 0 0 0,0 0 0 0 0,15-25 0 0 0,7-10 0 0 0,-20 31-2 0 0,-2-1 0 0 0,0-1 0 0 0,17-38 0 0 0,-15 20-673 0 0,-8 25-2687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3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15747,'0'4598'0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4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6 283 4609 0 0,'-5'5'14262'0'0,"20"15"-14021"0"0,-7-9 307 0 0,15 24-548 0 0,19 39 0 0 0,-29-48 0 0 0,1-2 0 0 0,2 1 0 0 0,23 28 0 0 0,-36-49 0 0 0,0-1 0 0 0,0 0 0 0 0,0 0 0 0 0,0-1 0 0 0,0 1 0 0 0,1-1 0 0 0,6 4 0 0 0,-8-5 0 0 0,-1 0 0 0 0,1-1 0 0 0,0 1 0 0 0,-1-1 0 0 0,1 0 0 0 0,-1 1 0 0 0,1-1 0 0 0,0 0 0 0 0,-1 0 0 0 0,1 0 0 0 0,0 0 0 0 0,-1-1 0 0 0,1 1 0 0 0,0 0 0 0 0,-1-1 0 0 0,1 1 0 0 0,-1-1 0 0 0,1 1 0 0 0,-1-1 0 0 0,1 0 0 0 0,-1 1 0 0 0,1-1 0 0 0,1-1 0 0 0,6-6-16 0 0,1 0 0 0 0,-1-1 0 0 0,0 0 0 0 0,-1 0 0 0 0,0-1-1 0 0,9-14 1 0 0,36-71-1120 0 0,-25 43-35 0 0,-2 2-500 0 0,22-58 0 0 0,12-56-2834 0 0,-48 133 469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5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17580,'0'4624'0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6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15 100 5069 0 0,'-14'-13'12344'0'0,"14"12"-11796"0"0,3-6 1151 0 0,-3 7-1699 0 0,0-1 0 0 0,1 1 0 0 0,-1 0 0 0 0,1 0 0 0 0,-1 0 0 0 0,1-1 0 0 0,-1 1 0 0 0,1 0 0 0 0,-1 0 0 0 0,1 0 0 0 0,-1 0 0 0 0,1 0 0 0 0,-1 0 0 0 0,1 0 0 0 0,0 0 0 0 0,-1 0 0 0 0,1 0 0 0 0,-1 0 0 0 0,1 0 0 0 0,-1 0 0 0 0,1 1 0 0 0,-1-1 0 0 0,1 0 0 0 0,-1 0 0 0 0,1 1 0 0 0,4 0 0 0 0,-2 0 0 0 0,0-1 0 0 0,0 1 0 0 0,1 0 0 0 0,-1 0 0 0 0,0 0 0 0 0,0 0 0 0 0,0 1 0 0 0,0-1 0 0 0,-1 1 0 0 0,1 0 0 0 0,0 0 0 0 0,-1 0 0 0 0,1 0 0 0 0,-1 0 0 0 0,1 1 0 0 0,-1-1 0 0 0,0 1 0 0 0,3 4 0 0 0,12 30 0 0 0,-2 0 0 0 0,-2 1 0 0 0,11 51 0 0 0,3 7 0 0 0,-19-69 0 0 0,-1-4 0 0 0,0 0 0 0 0,2-1 0 0 0,19 38 0 0 0,-27-59 0 0 0,0 0 0 0 0,0 1 0 0 0,-1-1 0 0 0,1 0 0 0 0,0 0 0 0 0,0 1 0 0 0,0-1 0 0 0,0 0 0 0 0,1 0 0 0 0,-1 0 0 0 0,0 0 0 0 0,0 0 0 0 0,1-1 0 0 0,-1 1 0 0 0,0 0 0 0 0,1-1 0 0 0,-1 1 0 0 0,3 0 0 0 0,-1-1 0 0 0,-1 0 0 0 0,0 0 0 0 0,0 0 0 0 0,0-1 0 0 0,0 1 0 0 0,0-1 0 0 0,0 1 0 0 0,0-1 0 0 0,0 0 0 0 0,0 0 0 0 0,-1 1 0 0 0,4-3 0 0 0,18-8 0 0 0,-18 9 0 0 0,-1 0 0 0 0,1 0 0 0 0,-1 0 0 0 0,0-1 0 0 0,1 0 0 0 0,-1 1 0 0 0,5-6 0 0 0,-1-1-21 0 0,0 0 0 0 0,-1-1-1 0 0,0 0 1 0 0,9-16 0 0 0,18-48-428 0 0,-10 21 901 0 0,-8 22-456 0 0,3-5-1327 0 0,-2 0 0 0 0,-1-1 1 0 0,19-70-1 0 0,-12 25-1203 0 0,-15 59-1680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11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0 17869,'0'5786'0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1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35 2304 0 0,'-25'9'15524'0'0,"25"-9"-15470"0"0,0 1 0 0 0,0-1 0 0 0,0 0 0 0 0,0 0 0 0 0,0 1-1 0 0,0-1 1 0 0,0 0 0 0 0,0 1 0 0 0,0-1 0 0 0,-1 0 0 0 0,1 1 0 0 0,1-1 0 0 0,-1 0 0 0 0,0 1-1 0 0,0-1 1 0 0,0 0 0 0 0,0 1 0 0 0,0-1 0 0 0,0 0 0 0 0,0 0 0 0 0,0 1 0 0 0,0-1 0 0 0,1 0-1 0 0,-1 1 1 0 0,0-1 0 0 0,0 0 0 0 0,0 0 0 0 0,0 1 0 0 0,1-1 0 0 0,-1 0 0 0 0,0 0-1 0 0,0 0 1 0 0,1 1 0 0 0,56 86-54 0 0,-29-42 0 0 0,21 36 0 0 0,-3 18 0 0 0,7 13 0 0 0,-52-110 0 0 0,0 0 0 0 0,0 0 0 0 0,0 0 0 0 0,0-1 0 0 0,0 1 0 0 0,1 0 0 0 0,-1-1 0 0 0,0 1 0 0 0,1-1 0 0 0,0 1 0 0 0,-1-1 0 0 0,1 0 0 0 0,0 0 0 0 0,-1 0 0 0 0,1 0 0 0 0,0 0 0 0 0,0 0 0 0 0,2 1 0 0 0,-2-2 0 0 0,-1-1 0 0 0,1 1 0 0 0,-1 0 0 0 0,1 0 0 0 0,-1 0 0 0 0,1-1 0 0 0,-1 1 0 0 0,0-1 0 0 0,1 1 0 0 0,-1-1 0 0 0,0 0 0 0 0,1 1 0 0 0,-1-1 0 0 0,0 0 0 0 0,1 0 0 0 0,-1 0 0 0 0,0 0 0 0 0,0 0 0 0 0,0 0 0 0 0,0 0 0 0 0,0 0 0 0 0,0-1 0 0 0,0 1 0 0 0,-1 0 0 0 0,2-3 0 0 0,19-35-22 0 0,-2-1-1 0 0,20-56 0 0 0,-31 76-50 0 0,18-55-3332 0 0,26-117 0 0 0,-47 171 3135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15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3945 0 17563,'-3944'5690'0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16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40 3713 0 0,'-19'-24'11960'0'0,"19"21"-11176"0"0,1-7 2419 0 0,1 8-3203 0 0,2 7 0 0 0,2 7 0 0 0,0 0 0 0 0,-1 0 0 0 0,-1 1 0 0 0,0-1 0 0 0,-1 1 0 0 0,3 22 0 0 0,2 58 0 0 0,6 40 0 0 0,-13-123 0 0 0,2 0 0 0 0,-1-1 0 0 0,1 0 0 0 0,0 1 0 0 0,1-1 0 0 0,0 0 0 0 0,9 14 0 0 0,-12-22 0 0 0,0 0 0 0 0,-1 0 0 0 0,1-1 0 0 0,0 1 0 0 0,0 0 0 0 0,-1-1 0 0 0,1 1 0 0 0,0 0 0 0 0,0-1 0 0 0,0 0 0 0 0,0 1 0 0 0,0-1 0 0 0,0 1 0 0 0,0-1 0 0 0,0 0 0 0 0,0 0 0 0 0,0 1 0 0 0,0-1 0 0 0,0 0 0 0 0,0 0 0 0 0,0 0 0 0 0,0 0 0 0 0,0 0 0 0 0,0 0 0 0 0,0-1 0 0 0,0 1 0 0 0,0 0 0 0 0,0 0 0 0 0,0-1 0 0 0,0 1 0 0 0,0 0 0 0 0,0-1 0 0 0,-1 1 0 0 0,2-2 0 0 0,3-1 0 0 0,-1 0 0 0 0,1 0 0 0 0,-1 0 0 0 0,6-7 0 0 0,-8 8 0 0 0,-1 1 0 0 0,0 0 0 0 0,0 0 0 0 0,1 1 0 0 0,-1-1 0 0 0,1 0 0 0 0,-1 0 0 0 0,1 1 0 0 0,-1-1 0 0 0,1 1 0 0 0,-1 0 0 0 0,1-1 0 0 0,-1 1 0 0 0,1 0 0 0 0,0 0 0 0 0,-1 0 0 0 0,1 0 0 0 0,-1 0 0 0 0,1 0 0 0 0,2 1 0 0 0,-2-1 0 0 0,1 0 0 0 0,-1 0 0 0 0,1 0 0 0 0,-1 0 0 0 0,1 0 0 0 0,3-1 0 0 0,13-7 0 0 0,0 0 0 0 0,-1-2 0 0 0,0 0 0 0 0,0-1 0 0 0,28-22 0 0 0,-25 17 0 0 0,-7 5-72 0 0,0-2 0 0 0,-1 1 0 0 0,-1-2 0 0 0,0 1 0 0 0,15-23-1 0 0,-17 20-1594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23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8988 1 18646,'-8987'6534'0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2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2072 0 0,'3'-16'16803'0'0,"-2"15"-16616"0"0,-1 1-178 0 0,0 0 0 0 0,0 0 1 0 0,0 0-1 0 0,0 0 0 0 0,0 0 1 0 0,1-1-1 0 0,-1 1 0 0 0,0 0 1 0 0,0 0-1 0 0,0 0 1 0 0,0 0-1 0 0,0 0 0 0 0,0 0 1 0 0,1 0-1 0 0,-1 0 0 0 0,0 0 1 0 0,0-1-1 0 0,0 1 0 0 0,0 0 1 0 0,0 0-1 0 0,1 0 0 0 0,-1 0 1 0 0,0 0-1 0 0,0 0 0 0 0,0 0 1 0 0,0 0-1 0 0,1 0 1 0 0,-1 0-1 0 0,0 0 0 0 0,0 0 1 0 0,0 0-1 0 0,0 0 0 0 0,0 1 1 0 0,1-1-1 0 0,-1 0 0 0 0,0 0 1 0 0,0 0-1 0 0,0 0 0 0 0,0 0 1 0 0,0 0-1 0 0,1 0 0 0 0,-1 0 1 0 0,0 0-1 0 0,0 0 1 0 0,0 1-1 0 0,0-1 0 0 0,0 0 1 0 0,0 0-1 0 0,0 0 0 0 0,0 0 1 0 0,0 0-1 0 0,0 1 0 0 0,1-1 1 0 0,-1 0-1 0 0,0 0 0 0 0,0 0 1 0 0,0 0-1 0 0,0 0 0 0 0,0 1 1 0 0,0-1-1 0 0,0 0 1 0 0,0 0-1 0 0,0 0 0 0 0,2 9-9 0 0,0 0 0 0 0,0 0 0 0 0,-1 0 0 0 0,0 0 0 0 0,0 0 0 0 0,-1 0 0 0 0,-1 0 0 0 0,1 1 0 0 0,-3 8 0 0 0,-3 22 0 0 0,2 1 0 0 0,2 66 0 0 0,3-97 0 0 0,-1-1 0 0 0,2 0 0 0 0,0 0 0 0 0,0 0 0 0 0,4 12 0 0 0,-5-18 0 0 0,1 0 0 0 0,-1-1 0 0 0,1 1 0 0 0,-1 0 0 0 0,1-1 0 0 0,0 0 0 0 0,0 1 0 0 0,0-1 0 0 0,0 0 0 0 0,0 0 0 0 0,0 0 0 0 0,1 0 0 0 0,-1 0 0 0 0,1-1 0 0 0,-1 1 0 0 0,1-1 0 0 0,-1 1 0 0 0,1-1 0 0 0,0 0 0 0 0,4 1 0 0 0,4 1 0 0 0,-10-2 0 0 0,1-1 0 0 0,0 1 0 0 0,0-1 0 0 0,-1 1 0 0 0,1-1 0 0 0,0 0 0 0 0,0 0 0 0 0,0 0 0 0 0,0 0 0 0 0,0 0 0 0 0,-1 0 0 0 0,1 0 0 0 0,0-1 0 0 0,0 1 0 0 0,0-1 0 0 0,2 0 0 0 0,11-3 0 0 0,0 0 0 0 0,28-2 0 0 0,-25 4 0 0 0,33-7 0 0 0,36-26-707 0 0,-81 33 30 0 0,1-1 1 0 0,-1 0-1 0 0,0 0 0 0 0,11-8 0 0 0,-9 6-1486 0 0,10-5-1780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27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13820 0 17968,'-13819'6510'0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29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99 1612 0 0,'0'0'168'0'0,"-1"-1"-1"0"0,0 0 0 0 0,1 1 1 0 0,-1-1-1 0 0,1 0 0 0 0,-1 0 0 0 0,1 0 1 0 0,0 1-1 0 0,-1-1 0 0 0,1 0 1 0 0,0 0-1 0 0,-1-1 0 0 0,1 0 500 0 0,0 0 1 0 0,0 0-1 0 0,0 1 0 0 0,0-1 1 0 0,0 0-1 0 0,1 0 0 0 0,-1 0 1 0 0,1 1-1 0 0,-1-1 1 0 0,9-17 6883 0 0,4-1-4109 0 0,-6 8-5236 0 0,6-7 1794 0 0,-18 28 1 0 0,1-1-1 0 0,0 1 1 0 0,-4 12 0 0 0,0 0-100 0 0,-41 107-3697 0 0,24-29 471 0 0,12-63 3406 0 0,3 1 0 0 0,-7 42 1 0 0,4 8 47 0 0,6-59-135 0 0,-1 4 101 0 0,8-30-88 0 0,0 0 0 0 0,0 0 0 0 0,0 0 0 0 0,0 0 0 0 0,0 0 0 0 0,0-1-1 0 0,0 1 1 0 0,1 0 0 0 0,-1 0 0 0 0,1 0 0 0 0,-1 0 0 0 0,1-1 0 0 0,0 1 0 0 0,1 2 0 0 0,0-3 4 0 0,0 1 1 0 0,1-1 0 0 0,-1 0-1 0 0,1 0 1 0 0,-1 0-1 0 0,1 0 1 0 0,-1 0 0 0 0,1 0-1 0 0,-1-1 1 0 0,1 1-1 0 0,3-1 1 0 0,-1 1 9 0 0,54 6 5591 0 0,-22-4-4733 0 0,-18-3-879 0 0,-16-1 0 0 0,0 1 0 0 0,1 0 0 0 0,-1 0 0 0 0,0 0 0 0 0,1 1 0 0 0,-1-1 0 0 0,0 1 0 0 0,0 0 0 0 0,4 1 0 0 0,-4 0 0 0 0,1-1 0 0 0,-1 0 0 0 0,0 1 0 0 0,0-1 0 0 0,1 0 0 0 0,-1-1 0 0 0,0 1 0 0 0,1-1 0 0 0,-1 0 0 0 0,0 1 0 0 0,1-1 0 0 0,-1-1 0 0 0,1 1 0 0 0,3-1 0 0 0,5 0-2 0 0,0 0 0 0 0,1 1-1 0 0,-1 1 1 0 0,0 0 0 0 0,0 1 0 0 0,0 0-1 0 0,21 6 1 0 0,-33-8-11 0 0,1 1 0 0 0,0-1 0 0 0,-1 0 0 0 0,1 0 0 0 0,0 0 0 0 0,-1 1-1 0 0,1-1 1 0 0,0 0 0 0 0,-1 0 0 0 0,1 1 0 0 0,-1-1 0 0 0,1 1 0 0 0,-1-1 0 0 0,1 1 0 0 0,-1-1-1 0 0,1 0 1 0 0,-1 1 0 0 0,1 0 0 0 0,-1-1 0 0 0,0 1 0 0 0,1-1 0 0 0,-1 1 0 0 0,0-1 0 0 0,1 1 0 0 0,-1 0-1 0 0,0-1 1 0 0,0 1 0 0 0,1 0 0 0 0,-1-1 0 0 0,0 1 0 0 0,0 0 0 0 0,0-1 0 0 0,0 1 0 0 0,0 1-1 0 0,0-2 1 0 0,0-1 0 0 0,1 1 0 0 0,-1 0-1 0 0,0-1 1 0 0,1 1 0 0 0,-1 0 0 0 0,0-1-1 0 0,1 1 1 0 0,-1 0 0 0 0,1 0-1 0 0,-1 0 1 0 0,1-1 0 0 0,-1 1 0 0 0,0 0-1 0 0,1 0 1 0 0,-1 0 0 0 0,1 0-1 0 0,-1 0 1 0 0,1 0 0 0 0,-1 0 0 0 0,2 0-1 0 0,7-1-3098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26188,'0'4553'0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3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19 274 6449 0 0,'-1'-2'279'0'0,"-1"0"-1"0"0,1-1 0 0 0,-1 1 0 0 0,1 0 1 0 0,0-1-1 0 0,0 1 0 0 0,0-1 1 0 0,0 1-1 0 0,1-1 0 0 0,-1 1 0 0 0,1-1 1 0 0,0 0-1 0 0,-1-2 0 0 0,-1-11 1092 0 0,0 9-634 0 0,1 1 0 0 0,1-1 1 0 0,-1 1-1 0 0,1-7 0 0 0,0 11-396 0 0,0-1 1 0 0,0 1-1 0 0,1 0 0 0 0,-1-1 0 0 0,1 1 0 0 0,-1 0 0 0 0,1 0 0 0 0,0-1 0 0 0,0 1 0 0 0,0 0 0 0 0,0 0 0 0 0,0 0 1 0 0,0 0-1 0 0,2-2 0 0 0,-2 4 221 0 0,7 26 1232 0 0,-4-14-1543 0 0,-4-10 109 0 0,4 8-191 0 0,63 172 600 0 0,-51-135-599 0 0,-13-35-93 0 0,1 1-1 0 0,1-1 1 0 0,0 0 0 0 0,0 0 0 0 0,2 0-1 0 0,13 21 1 0 0,-18-32-48 0 0,-1 0 0 0 0,0 1-1 0 0,0-1 1 0 0,0 0 0 0 0,0 0 0 0 0,1 0-1 0 0,-1 0 1 0 0,1 0 0 0 0,-1 0 0 0 0,1 0-1 0 0,-1-1 1 0 0,1 1 0 0 0,-1 0 0 0 0,1-1 0 0 0,3 1-1 0 0,-4-1-11 0 0,-1 0-1 0 0,1 0 1 0 0,0 0-1 0 0,0 0 0 0 0,0-1 1 0 0,0 1-1 0 0,0 0 1 0 0,0 0-1 0 0,0-1 0 0 0,0 1 1 0 0,0-1-1 0 0,-1 1 0 0 0,1-1 1 0 0,0 1-1 0 0,0-1 1 0 0,-1 1-1 0 0,1-1 0 0 0,0 0 1 0 0,-1 1-1 0 0,1-1 1 0 0,0 0-1 0 0,-1 0 0 0 0,1 1 1 0 0,-1-1-1 0 0,1 0 1 0 0,-1 0-1 0 0,0 0 0 0 0,1-1 1 0 0,60-163 494 0 0,-6 13-113 0 0,-37 109-397 0 0,19-49 0 0 0,-32 80-250 0 0,-1 0 0 0 0,1 0 1 0 0,10-15-1 0 0,-9 18-292 0 0,3 3-102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25769,'0'5685'0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36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28 249 10138 0 0,'-12'-3'2856'0'0,"1"0"942"0"0,11 3-3714 0 0,0 0 0 0 0,-4 3 5554 0 0,10 3-5320 0 0,14 10-51 0 0,-1 2 0 0 0,22 26 0 0 0,-17-10 4 0 0,-3 1-1 0 0,25 52 1 0 0,-7-11 109 0 0,-17-24 244 0 0,-22-52-615 0 0,1 0-1 0 0,-1 0 1 0 0,0 0-1 0 0,0 0 1 0 0,1 0-1 0 0,-1 0 0 0 0,0 0 1 0 0,1 0-1 0 0,-1 0 1 0 0,0 0-1 0 0,0 0 0 0 0,1 0 1 0 0,-1 0-1 0 0,0 0 1 0 0,0-1-1 0 0,0 1 1 0 0,1 0-1 0 0,-1 0 0 0 0,0 0 1 0 0,0 0-1 0 0,0-1 1 0 0,1 1-1 0 0,-1 0 1 0 0,0 0-1 0 0,0-1 0 0 0,0 1 1 0 0,0 0-1 0 0,0 0 1 0 0,1-1-1 0 0,-1 1 0 0 0,0 0 1 0 0,0 0-1 0 0,0-1 1 0 0,6-9 57 0 0,-3 3-19 0 0,7-22 66 0 0,17-59-23 0 0,60-152 28 0 0,-28 109-671 0 0,-53 118 179 0 0,0 0 0 0 0,1 1-1 0 0,0-1 1 0 0,14-15-1 0 0,-2 4-521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18715,'6129'6129'0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4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83 516 5065 0 0,'-56'3'2807'0'0,"55"-3"-2585"0"0,0 0 1 0 0,0 0-1 0 0,0 0 0 0 0,0 0 0 0 0,0 0 0 0 0,0-1 0 0 0,0 1 0 0 0,0 0 0 0 0,-1-1 1 0 0,1 1-1 0 0,0-1 0 0 0,0 1 0 0 0,0-1 0 0 0,1 0 0 0 0,-1 1 0 0 0,0-1 0 0 0,0 0 0 0 0,0 0 1 0 0,0 1-1 0 0,1-1 0 0 0,-1 0 0 0 0,0 0 0 0 0,1 0 0 0 0,-1 0 0 0 0,1 0 0 0 0,-1 0 0 0 0,1 0 1 0 0,-1 0-1 0 0,1 0 0 0 0,0 0 0 0 0,-1 0 0 0 0,1 0 0 0 0,0-1 0 0 0,0 1 0 0 0,0 0 0 0 0,0 0 1 0 0,0 0-1 0 0,0 0 0 0 0,0 0 0 0 0,0 0 0 0 0,1-1 0 0 0,-1 1 0 0 0,0 0 0 0 0,1 0 1 0 0,-1 0-1 0 0,0 0 0 0 0,1 0 0 0 0,0-1 0 0 0,1 1-34 0 0,-1-1 0 0 0,0 1 0 0 0,1 0 0 0 0,-1 0 0 0 0,1 0 0 0 0,-1 0 0 0 0,1 1 0 0 0,0-1 0 0 0,0 0 0 0 0,-1 1 0 0 0,1-1 0 0 0,0 1 0 0 0,0-1 0 0 0,-1 1 0 0 0,1 0 0 0 0,0 0 0 0 0,0 0 0 0 0,0 0 0 0 0,-1 0 0 0 0,1 0 0 0 0,0 0-1 0 0,0 0 1 0 0,2 2 0 0 0,5 0 67 0 0,-1 0 0 0 0,0 1 0 0 0,-1 0-1 0 0,9 4 1 0 0,127 75 1762 0 0,-140-80-1998 0 0,0-1 0 0 0,0 1 0 0 0,0-1 0 0 0,0 0 0 0 0,0 0 0 0 0,0-1 1 0 0,1 1-1 0 0,-1-1 0 0 0,0 0 0 0 0,1 1 0 0 0,-1-1 0 0 0,0-1 0 0 0,0 1 0 0 0,1 0 1 0 0,-1-1-1 0 0,0 0 0 0 0,0 0 0 0 0,1 0 0 0 0,-1 0 0 0 0,5-3 0 0 0,-4 2-1 0 0,0-1-1 0 0,-1 1 1 0 0,1-1-1 0 0,-1 0 0 0 0,0 0 1 0 0,0 0-1 0 0,0 0 1 0 0,-1-1-1 0 0,1 1 0 0 0,-1-1 1 0 0,1 0-1 0 0,-1 0 1 0 0,0 0-1 0 0,-1 0 0 0 0,3-6 1 0 0,6-31 120 0 0,-1-1 0 0 0,-3 0 0 0 0,-1-1 0 0 0,-1-80 1 0 0,5-32-563 0 0,-6 112-2140 0 0,0 24-6430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4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24818,'12022'6063'0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51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69 1840 0 0,'2'-2'276'0'0,"-1"0"-1"0"0,1 0 1 0 0,0 0-1 0 0,-1 0 0 0 0,0-1 1 0 0,1 1-1 0 0,-1 0 1 0 0,1-5-1 0 0,-1 5 80 0 0,-1 0-1 0 0,1 0 1 0 0,0 0-1 0 0,0 0 1 0 0,0 0-1 0 0,0 0 1 0 0,1 1-1 0 0,1-3 1 0 0,-2 3-3 0 0,-1 0 1 0 0,1 0-1 0 0,0 0 1 0 0,0 0-1 0 0,-1 0 1 0 0,1 0-1 0 0,-1 0 1 0 0,1 0-1 0 0,-1 0 1 0 0,1 0-1 0 0,-1 0 1 0 0,1-3-1 0 0,-1 4-235 0 0,0 0 0 0 0,0-1-1 0 0,0 1 1 0 0,0-1 0 0 0,0 1-1 0 0,-1 0 1 0 0,1-1-1 0 0,0 1 1 0 0,0 0 0 0 0,0-1-1 0 0,0 1 1 0 0,0 0 0 0 0,0-1-1 0 0,-1 1 1 0 0,1 0 0 0 0,0-1-1 0 0,0 1 1 0 0,0 0-1 0 0,-1-1 1 0 0,1 1 0 0 0,0 0-1 0 0,0 0 1 0 0,-1-1 0 0 0,1 1-1 0 0,0 0 1 0 0,-1 0 0 0 0,1 0-1 0 0,0-1 1 0 0,-1 1-1 0 0,1 0 1 0 0,0 0 0 0 0,-1 0-1 0 0,1 0 1 0 0,-4 0 5092 0 0,-5 3-4886 0 0,-25 10-96 0 0,33-13-192 0 0,-1 1 1 0 0,0-1-1 0 0,1 1 0 0 0,-1 0 1 0 0,1 0-1 0 0,-1 0 1 0 0,1-1-1 0 0,0 1 1 0 0,-1 0-1 0 0,1 1 1 0 0,0-1-1 0 0,0 0 1 0 0,0 0-1 0 0,-1 0 0 0 0,0 3 1 0 0,-4 3 177 0 0,6-6-198 0 0,-1-1 0 0 0,1 1 0 0 0,-1-1 1 0 0,1 1-1 0 0,-1-1 0 0 0,1 1 0 0 0,0 0 0 0 0,-1-1 0 0 0,1 1 1 0 0,0 0-1 0 0,0-1 0 0 0,-1 1 0 0 0,1 0 0 0 0,0-1 0 0 0,0 1 1 0 0,0 0-1 0 0,0 0 0 0 0,0-1 0 0 0,0 1 0 0 0,0 0 0 0 0,0-1 1 0 0,0 1-1 0 0,0 0 0 0 0,0-1 0 0 0,0 1 0 0 0,1 0 0 0 0,-1 0 1 0 0,0-1-1 0 0,0 1 0 0 0,1-1 0 0 0,-1 1 0 0 0,0 0 0 0 0,1-1 1 0 0,-1 1-1 0 0,1-1 0 0 0,-1 1 0 0 0,1-1 0 0 0,0 2 0 0 0,3 1 52 0 0,1 1-1 0 0,-1-1 0 0 0,1 1 1 0 0,5 2-1 0 0,1 1 75 0 0,24 14 225 0 0,-4-2 6 0 0,7 4 167 0 0,-18-12-336 0 0,-4-1-34 0 0,-9-5-95 0 0,1-1 1 0 0,12 7-1 0 0,-15-8-42 0 0,1 1 0 0 0,-1-1 0 0 0,-1 1 0 0 0,1 1-1 0 0,0-1 1 0 0,-1 1 0 0 0,0 0 0 0 0,0 0-1 0 0,0 0 1 0 0,2 6 0 0 0,2 7 108 0 0,-1-1-51 0 0,-6-17-86 0 0,-1 0-1 0 0,0 1 0 0 0,0-1 0 0 0,0 0 1 0 0,0 0-1 0 0,0 0 0 0 0,1 0 0 0 0,-1 0 1 0 0,0 1-1 0 0,0-1 0 0 0,0 0 0 0 0,0 0 1 0 0,0 0-1 0 0,0 1 0 0 0,0-1 0 0 0,0 0 1 0 0,0 0-1 0 0,0 0 0 0 0,0 1 0 0 0,0-1 1 0 0,0 0-1 0 0,0 0 0 0 0,0 0 0 0 0,0 1 1 0 0,0-1-1 0 0,0 0 0 0 0,0 0 0 0 0,0 0 1 0 0,0 1-1 0 0,0-1 0 0 0,0 0 0 0 0,0 0 1 0 0,0 0-1 0 0,0 1 0 0 0,-1-1 0 0 0,1 0 1 0 0,0 0-1 0 0,0 0 0 0 0,0 0 0 0 0,0 0 1 0 0,0 1-1 0 0,-1-1 0 0 0,1 0 0 0 0,0 0 1 0 0,0 0-1 0 0,0 0 0 0 0,-1 0 0 0 0,1 0 1 0 0,0 0-1 0 0,0 0 0 0 0,0 1 0 0 0,-1-1 1 0 0,1 0-1 0 0,0 0 0 0 0,0 0 0 0 0,0 0 1 0 0,-1 0-1 0 0,1 0 0 0 0,0 0 0 0 0,0 0 1 0 0,0 0-1 0 0,-1-1 0 0 0,-10 2 102 0 0,3-2-51 0 0,-2-1-45 0 0,3 1-5 0 0,0 0 1 0 0,0 0-1 0 0,-10 1 0 0 0,9 1 24 0 0,-1 0-1 0 0,1 1 0 0 0,-1 0 0 0 0,1 0 0 0 0,-1 1 1 0 0,-9 5-1 0 0,-15 4 49 0 0,-101 38 245 0 0,104-38-267 0 0,3 2 3 0 0,21-11-44 0 0,1 0 1 0 0,-1 0-1 0 0,0 0 0 0 0,-7 1 1 0 0,11-3-33 0 0,0 0 0 0 0,0-1 0 0 0,0 1 0 0 0,0-1-1 0 0,-1 0 1 0 0,1 0 0 0 0,0 0 0 0 0,0 0 0 0 0,0 0 0 0 0,-1 0 0 0 0,1 0 0 0 0,0-1 0 0 0,0 1 0 0 0,0-1 0 0 0,0 0 0 0 0,0 1 0 0 0,0-1 0 0 0,0 0 0 0 0,0 0-1 0 0,0 0 1 0 0,-3-3 0 0 0,5 4-242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5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22412,'18668'6571'0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5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19 4609 0 0,'-25'-19'15586'0'0,"22"27"-15243"0"0,-9 24-30 0 0,11-31-266 0 0,1 1 0 0 0,0 0 0 0 0,0-1-1 0 0,0 1 1 0 0,0-1 0 0 0,0 1 0 0 0,0-1 0 0 0,0 1 0 0 0,0-1-1 0 0,1 1 1 0 0,-1-1 0 0 0,1 1 0 0 0,-1-1 0 0 0,1 1 0 0 0,0-1 0 0 0,-1 1-1 0 0,1-1 1 0 0,0 0 0 0 0,1 2 0 0 0,0 0 24 0 0,53 75 755 0 0,11 47-388 0 0,-57-107-404 0 0,-8-17-28 0 0,-1 0-1 0 0,1 0 1 0 0,0 0-1 0 0,-1 0 1 0 0,1 0-1 0 0,-1 1 1 0 0,1-1-1 0 0,-1 0 1 0 0,0 0 0 0 0,0 0-1 0 0,1 1 1 0 0,-1-1-1 0 0,0 0 1 0 0,0 0-1 0 0,0 1 1 0 0,0-1-1 0 0,0 0 1 0 0,-1 0 0 0 0,1 0-1 0 0,0 1 1 0 0,0-1-1 0 0,-1 0 1 0 0,1 0-1 0 0,-1 0 1 0 0,1 0-1 0 0,-1 0 1 0 0,0 0 0 0 0,1 0-1 0 0,-1 0 1 0 0,0 0-1 0 0,0 0 1 0 0,1 0-1 0 0,-1 0 1 0 0,0 0-1 0 0,-1 0 1 0 0,-9 4 46 0 0,0-1 1 0 0,0 0-1 0 0,0-1 0 0 0,-21 4 1 0 0,-52 2 159 0 0,20-3-27 0 0,-50 10 212 0 0,107-14-327 0 0,-11 2 3 0 0,18-4-74 0 0,-1 0 0 0 0,1 0 0 0 0,0 0 0 0 0,-1 0 0 0 0,1 0 0 0 0,0 0-1 0 0,0 0 1 0 0,-1 0 0 0 0,1 0 0 0 0,0 1 0 0 0,-1-1 0 0 0,1-1 0 0 0,0 1 0 0 0,-1 0 0 0 0,1 0 0 0 0,0 0 0 0 0,-1 0 0 0 0,1 0 0 0 0,0 0 0 0 0,0 0 0 0 0,-1 0-1 0 0,1 0 1 0 0,0 0 0 0 0,-1-1 0 0 0,1 1 0 0 0,0 0 0 0 0,0 0 0 0 0,-1 0 0 0 0,1-1 0 0 0,0 1 0 0 0,0 0 0 0 0,0 0 0 0 0,-1-1 0 0 0,1 1 0 0 0,10-5-735 0 0,1 3-2564 0 0,33 2 2197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04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15760,'0'4663'0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06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10 367 10138 0 0,'-8'2'716'0'0,"7"-5"1224"0"0,1 2-1794 0 0,0 1 0 0 0,1-1 0 0 0,-1 1 1 0 0,0-1-1 0 0,1 1 0 0 0,-1-1 0 0 0,0 1 0 0 0,1 0 1 0 0,-1-1-1 0 0,1 1 0 0 0,-1 0 0 0 0,1-1 0 0 0,-1 1 0 0 0,0 0 1 0 0,1-1-1 0 0,-1 1 0 0 0,1 0 0 0 0,0 0 0 0 0,-1 0 0 0 0,1-1 1 0 0,-1 1-1 0 0,3 0 3478 0 0,5 1-3038 0 0,28 2-11 0 0,-34-3-504 0 0,1 1 0 0 0,-1-1 0 0 0,0 1-1 0 0,1 0 1 0 0,-1 0 0 0 0,0 0 0 0 0,1 1 0 0 0,-1-1-1 0 0,0 0 1 0 0,0 1 0 0 0,0 0 0 0 0,0-1 0 0 0,2 3-1 0 0,18 26 502 0 0,-16-20-359 0 0,36 54 608 0 0,-20-30-266 0 0,33 42-1 0 0,-54-75-534 0 0,0 0 0 0 0,0 0 0 0 0,0 1 0 0 0,1-1 0 0 0,-1 0-1 0 0,0 0 1 0 0,1 0 0 0 0,-1 0 0 0 0,1 0 0 0 0,-1-1 0 0 0,1 1 0 0 0,-1 0 0 0 0,1-1-1 0 0,0 1 1 0 0,-1-1 0 0 0,1 1 0 0 0,0-1 0 0 0,0 0 0 0 0,-1 0 0 0 0,1 0-1 0 0,0 0 1 0 0,-1 0 0 0 0,1 0 0 0 0,0 0 0 0 0,1-1 0 0 0,-1 0 7 0 0,1 1 1 0 0,-1-1-1 0 0,0 0 1 0 0,0 0 0 0 0,0-1-1 0 0,0 1 1 0 0,0 0-1 0 0,-1-1 1 0 0,1 1-1 0 0,0-1 1 0 0,-1 1 0 0 0,1-1-1 0 0,-1 0 1 0 0,1 0-1 0 0,-1 0 1 0 0,0 0-1 0 0,0 0 1 0 0,1-2-1 0 0,18-46 402 0 0,20-84 0 0 0,-7 17-262 0 0,-23 87-167 0 0,33-89 0 0 0,-38 107-113 0 0,1-1 34 0 0,-1 0 1 0 0,14-20-1 0 0,-17 29-140 0 0,1 1 0 0 0,0-1-1 0 0,0 1 1 0 0,-1 0 0 0 0,2 0 0 0 0,-1 0-1 0 0,0 0 1 0 0,1 1 0 0 0,-1-1 0 0 0,1 1-1 0 0,0 0 1 0 0,0 0 0 0 0,6-2 0 0 0,20-4-5513 0 0,-4 1-1770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09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5473 1 26817,'-5473'6360'0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10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6913 0 0,'1'-11'1501'0'0,"0"-1"0"0"0,1 1 0 0 0,0 0 0 0 0,1 0-1 0 0,0 0 1 0 0,1 0 0 0 0,7-13 0 0 0,-5 8 446 0 0,-5 4-903 0 0,0 5-442 0 0,2 15-150 0 0,-2 6-193 0 0,1 1 1 0 0,-2 0-1 0 0,-2 27 1 0 0,0 1 30 0 0,-9 97 433 0 0,3-60-447 0 0,4-45-163 0 0,-1 15 111 0 0,5-50-219 0 0,0 0-1 0 0,0 1 0 0 0,0-1 1 0 0,0 1-1 0 0,0-1 0 0 0,0 0 1 0 0,0 1-1 0 0,0-1 0 0 0,0 0 0 0 0,0 1 1 0 0,0-1-1 0 0,0 0 0 0 0,0 1 1 0 0,1-1-1 0 0,-1 0 0 0 0,0 1 0 0 0,0-1 1 0 0,0 0-1 0 0,0 0 0 0 0,1 1 1 0 0,-1-1-1 0 0,0 0 0 0 0,0 1 0 0 0,1-1 1 0 0,-1 0-1 0 0,0 0 0 0 0,0 0 1 0 0,1 1-1 0 0,-1-1 0 0 0,10-3 93 0 0,11-16 70 0 0,-19 16-126 0 0,17-17 152 0 0,12-12 42 0 0,-28 30-216 0 0,-1 0 1 0 0,1 0 0 0 0,1-1 0 0 0,-1 2 0 0 0,0-1-1 0 0,0 0 1 0 0,1 1 0 0 0,-1 0 0 0 0,6-2-1 0 0,-1 1-2 0 0,0-1 0 0 0,-1 1 0 0 0,1-1 0 0 0,7-5 0 0 0,-7 4 2 0 0,0 0 0 0 0,17-5 0 0 0,-12 6-31 0 0,0 0-1 0 0,0 1 1 0 0,0 1 0 0 0,0 0 0 0 0,0 1 0 0 0,14 1-1 0 0,55 12-1844 0 0,-67-10 1287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22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24443,'0'5626'0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2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10 181 6449 0 0,'-1'-1'237'0'0,"0"0"1"0"0,1 0-1 0 0,-1 0 0 0 0,1 0 0 0 0,-1 0 0 0 0,1 0 0 0 0,-1 0 0 0 0,1 0 0 0 0,-1-1 0 0 0,1 1 0 0 0,0 0 0 0 0,0 0 0 0 0,0 0 0 0 0,0-1 0 0 0,0 1 0 0 0,0-2 0 0 0,-1-5 1317 0 0,1 8-1425 0 0,-1-3 347 0 0,1 1 0 0 0,-1 0-1 0 0,1-1 1 0 0,0 1 0 0 0,0 0 0 0 0,-1-1-1 0 0,2 1 1 0 0,-1 0 0 0 0,0-1-1 0 0,0 1 1 0 0,1 0 0 0 0,0-3 0 0 0,-1 5-410 0 0,0 0 0 0 0,0 0 0 0 0,0-1 0 0 0,0 1 1 0 0,0 0-1 0 0,0 0 0 0 0,0 0 0 0 0,1 0 0 0 0,-1 0 1 0 0,0 0-1 0 0,0 0 0 0 0,0 0 0 0 0,0 0 0 0 0,0 0 1 0 0,0 0-1 0 0,0-1 0 0 0,0 1 0 0 0,0 0 0 0 0,0 0 0 0 0,0 0 1 0 0,1 0-1 0 0,-1 0 0 0 0,0 0 0 0 0,0 0 0 0 0,0 0 1 0 0,0 0-1 0 0,0 0 0 0 0,0 0 0 0 0,0 0 0 0 0,0 0 1 0 0,1 0-1 0 0,-1 0 0 0 0,0 0 0 0 0,0 0 0 0 0,0 0 1 0 0,0 0-1 0 0,0 0 0 0 0,0 0 0 0 0,0 0 0 0 0,0 0 1 0 0,1 0-1 0 0,-1 0 0 0 0,0 0 0 0 0,0 1 0 0 0,0-1 1 0 0,5 6 1169 0 0,5 13-1164 0 0,-8-14 281 0 0,-1-3-161 0 0,2 6 0 0 0,47 129 808 0 0,-41-108-817 0 0,-7-20-96 0 0,0-1-1 0 0,8 16 1 0 0,-9-22-69 0 0,1 1 0 0 0,-1-1 0 0 0,1 1 0 0 0,0-1 0 0 0,0 0 0 0 0,0 0 0 0 0,0 0 0 0 0,0 0 0 0 0,0 0 0 0 0,1 0 1 0 0,-1 0-1 0 0,5 2 0 0 0,-5-3-4 0 0,-1-1 1 0 0,1 1 0 0 0,0 0-1 0 0,0-1 1 0 0,0 1 0 0 0,0-1-1 0 0,0 1 1 0 0,-1-1 0 0 0,1 0-1 0 0,0 0 1 0 0,0 0 0 0 0,0 0-1 0 0,0 0 1 0 0,0 0 0 0 0,0-1 0 0 0,0 1-1 0 0,3-1 1 0 0,-3-1 14 0 0,1 1-1 0 0,0 0 1 0 0,0-1-1 0 0,-1 0 1 0 0,1 0 0 0 0,-1 0-1 0 0,0 0 1 0 0,1 0 0 0 0,3-5-1 0 0,1-3 92 0 0,-1 0-1 0 0,0 0 0 0 0,0-1 0 0 0,5-15 1 0 0,0-1 90 0 0,59-126 404 0 0,-51 112-614 0 0,-13 28-589 0 0,0 0 1 0 0,1 0-1 0 0,0 1 0 0 0,11-14 0 0 0,-9 17-8126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28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26526,'6283'5426'0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3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26 255 6913 0 0,'-1'2'249'0'0,"0"-1"-181"0"0,1 0-1 0 0,-1 0 1 0 0,1 0-1 0 0,-1 0 1 0 0,1-1-1 0 0,-1 1 1 0 0,1 0-1 0 0,-1-1 1 0 0,0 1-1 0 0,1 0 1 0 0,-1-1-1 0 0,0 1 1 0 0,0-1-1 0 0,1 1 1 0 0,-1-1-1 0 0,0 1 1 0 0,0-1-1 0 0,0 1 1 0 0,-11-5 14587 0 0,84 43-14509 0 0,77 51-2201 0 0,-104-62 3445 0 0,-36-21-1145 0 0,0-1-1 0 0,1 0 0 0 0,0 0 0 0 0,0-1 0 0 0,0-1 0 0 0,1 1 0 0 0,12 2 1 0 0,-22-7-175 0 0,1 0 0 0 0,-1 1 1 0 0,0-1-1 0 0,1 0 0 0 0,-1 0 1 0 0,1 0-1 0 0,-1-1 0 0 0,0 1 0 0 0,1 0 1 0 0,-1 0-1 0 0,0-1 0 0 0,1 1 1 0 0,-1-1-1 0 0,0 1 0 0 0,1-1 1 0 0,-1 1-1 0 0,0-1 0 0 0,0 0 1 0 0,2-1-1 0 0,-1 0-44 0 0,0 0 1 0 0,0-1-1 0 0,0 1 1 0 0,0 0-1 0 0,-1-1 1 0 0,1 1-1 0 0,-1-1 0 0 0,0 1 1 0 0,1-4-1 0 0,1-3 168 0 0,-1 1 0 0 0,0 0-1 0 0,0-1 1 0 0,-1 1 0 0 0,0-14-1 0 0,-4-28 2964 0 0,-7-22-6853 0 0,-2-6-356 0 0,6 33 8389 0 0,-3-1-4023 0 0,-3-22-2313 0 0,12 56 1320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33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23420,'11497'6174'0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36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16 351 10594 0 0,'-15'7'1153'0'0,"17"1"7151"0"0,5-3-5597 0 0,11 5-4158 0 0,-12-6 2266 0 0,15 7-552 0 0,0-1 1 0 0,0-1-1 0 0,0 0 0 0 0,1-2 0 0 0,1-1 1 0 0,23 4-1 0 0,-44-9-247 0 0,12 2 57 0 0,132 23 534 0 0,-131-24-540 0 0,0-1 0 0 0,0-1 0 0 0,0 0 0 0 0,0-1 0 0 0,0-1 0 0 0,0 0 0 0 0,23-7 0 0 0,-36 8-54 0 0,0 1-1 0 0,0-1 0 0 0,0 0 0 0 0,0 1 1 0 0,-1-1-1 0 0,1 0 0 0 0,0 0 1 0 0,0 0-1 0 0,-1 0 0 0 0,1 0 0 0 0,-1-1 1 0 0,1 1-1 0 0,-1 0 0 0 0,0-1 1 0 0,1 1-1 0 0,-1-1 0 0 0,0 0 0 0 0,0 1 1 0 0,0-1-1 0 0,0 0 0 0 0,0 0 1 0 0,0 1-1 0 0,-1-1 0 0 0,1 0 0 0 0,-1 0 1 0 0,1 0-1 0 0,-1 0 0 0 0,0 0 0 0 0,1 0 1 0 0,-1 0-1 0 0,0 0 0 0 0,-1 0 1 0 0,1-3-1 0 0,-2-4 49 0 0,-1-1 0 0 0,0 0 1 0 0,0 1-1 0 0,-1 0 0 0 0,-7-14 0 0 0,0 0 52 0 0,-5-14-44 0 0,-6-11 232 0 0,-27-93 0 0 0,45 123-339 0 0,3 12-10 0 0,0 0 0 0 0,0 0 1 0 0,-1 0-1 0 0,0 0 1 0 0,0 0-1 0 0,0 0 1 0 0,-1 1-1 0 0,0-1 0 0 0,0 1 1 0 0,-4-6-1 0 0,1 4-1949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45.8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26038,'52'4724'0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47.9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7 367 9674 0 0,'-1'-2'503'0'0,"0"-1"0"0"0,0 0 0 0 0,0 0 0 0 0,0 0-1 0 0,0 0 1 0 0,1 1 0 0 0,0-1 0 0 0,-1 0 0 0 0,1 0 0 0 0,0 0 0 0 0,1-5 0 0 0,-1 3-361 0 0,1-5 410 0 0,0-1-1 0 0,1 0 1 0 0,0 1-1 0 0,0-1 1 0 0,1 1-1 0 0,1 0 1 0 0,0 0-1 0 0,0 0 0 0 0,1 0 1 0 0,0 1-1 0 0,8-11 1 0 0,-13 20-508 0 0,1-1 1 0 0,-1 0 0 0 0,1 1-1 0 0,-1-1 1 0 0,1 0-1 0 0,-1 1 1 0 0,1-1 0 0 0,0 1-1 0 0,-1-1 1 0 0,1 1-1 0 0,0-1 1 0 0,-1 1 0 0 0,1-1-1 0 0,0 1 1 0 0,0 0-1 0 0,0-1 1 0 0,-1 1-1 0 0,1 0 1 0 0,0 0 0 0 0,1 0-1 0 0,-2 0-2 0 0,1 0 0 0 0,0 0-1 0 0,-1 0 1 0 0,1 0 0 0 0,0 1-1 0 0,-1-1 1 0 0,1 0 0 0 0,0 1-1 0 0,-1-1 1 0 0,1 1 0 0 0,0-1-1 0 0,-1 0 1 0 0,1 1 0 0 0,-1-1-1 0 0,1 1 1 0 0,-1-1 0 0 0,1 1-1 0 0,0 1 1 0 0,2 3 180 0 0,0 1 0 0 0,-1-1-1 0 0,1 1 1 0 0,1 8 0 0 0,-1-6-31 0 0,24 90 1158 0 0,-22-73-1146 0 0,2-1 0 0 0,0 1 0 0 0,1-1 1 0 0,15 28-1 0 0,-21-49-200 0 0,-1 0-1 0 0,1 0 1 0 0,0 0 0 0 0,1-1 0 0 0,-1 1-1 0 0,0-1 1 0 0,1 1 0 0 0,4 3-1 0 0,-6-6 2 0 0,-1 1 0 0 0,1-1-1 0 0,0 1 1 0 0,0-1-1 0 0,0 0 1 0 0,0 1-1 0 0,0-1 1 0 0,0 0 0 0 0,0 0-1 0 0,0 1 1 0 0,0-1-1 0 0,0 0 1 0 0,0 0 0 0 0,0 0-1 0 0,0 0 1 0 0,0 0-1 0 0,0-1 1 0 0,-1 1-1 0 0,1 0 1 0 0,0 0 0 0 0,0 0-1 0 0,0-1 1 0 0,0 1-1 0 0,0-1 1 0 0,0 1 0 0 0,0-1-1 0 0,0 1 1 0 0,-1-1-1 0 0,1 1 1 0 0,0-1-1 0 0,0 0 1 0 0,-1 1 0 0 0,1-1-1 0 0,0 0 1 0 0,0-1-1 0 0,21-28 216 0 0,-1-1 0 0 0,18-37-1 0 0,-4 9 4 0 0,-19 32-131 0 0,80-126 273 0 0,-37 59-750 0 0,-58 93 275 0 0,0-1-1 0 0,-1 0 1 0 0,1 1-1 0 0,0-1 1 0 0,0 0-1 0 0,-1 0 1 0 0,1 0 0 0 0,-1-2-1 0 0,0-9-7507 0 0,-3 4-1135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50.7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11792 0 24342,'-11791'6917'0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52.2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303 45 7834 0 0,'0'-1'16'0'0,"-2"0"64"0"0,1-1 1 0 0,0 0-1 0 0,0 0 0 0 0,-1 0 0 0 0,1 0 0 0 0,1 0 1 0 0,-1-1-1 0 0,0 1 0 0 0,0 0 0 0 0,1 0 0 0 0,-1-1 0 0 0,-1-3 3254 0 0,-2 7-1029 0 0,1-8-855 0 0,3 7-1378 0 0,0 0 0 0 0,0 0 1 0 0,0 0-1 0 0,0-1 0 0 0,0 1 1 0 0,0 0-1 0 0,0 0 0 0 0,0-1 0 0 0,0 1 1 0 0,0 0-1 0 0,0 0 0 0 0,0 0 1 0 0,0-1-1 0 0,0 1 0 0 0,0 0 1 0 0,0 0-1 0 0,0-1 0 0 0,0 1 0 0 0,-1 0 1 0 0,1 0-1 0 0,0 0 0 0 0,0-1 1 0 0,0 1-1 0 0,0 0 0 0 0,0 0 0 0 0,-1 0 1 0 0,1 0-1 0 0,0-1 0 0 0,0 1 1 0 0,0 0-1 0 0,-1 0 0 0 0,1 0 1 0 0,0 0-1 0 0,0 0 0 0 0,0 0 0 0 0,-1 0 1 0 0,1 0-1 0 0,0-1 0 0 0,0 1 1 0 0,-1 0-1 0 0,1 0 0 0 0,0 0 1 0 0,-8 10 1456 0 0,-5 20-369 0 0,-14 41-376 0 0,-3-2 1 0 0,-43 72-1 0 0,-13 2-71 0 0,78-130-635 0 0,1 0 16 0 0,0 0-1 0 0,-5 15 1 0 0,11-25-76 0 0,0 0 0 0 0,0 0 0 0 0,0-1 0 0 0,1 1 0 0 0,-1 0 0 0 0,1 0-1 0 0,0 0 1 0 0,0 0 0 0 0,0 0 0 0 0,0 0 0 0 0,0 0 0 0 0,0 0 0 0 0,1 0-1 0 0,0 0 1 0 0,-1 0 0 0 0,2 3 0 0 0,0-4-2 0 0,0 1 0 0 0,-1-1-1 0 0,1 0 1 0 0,0 0 0 0 0,0 0 0 0 0,0 0 0 0 0,1-1-1 0 0,-1 1 1 0 0,0-1 0 0 0,1 1 0 0 0,-1-1 0 0 0,1 0-1 0 0,-1 1 1 0 0,6 0 0 0 0,4 2 134 0 0,22 3 1 0 0,-4-1 11 0 0,-2 0-18 0 0,33 2 0 0 0,-16-5-85 0 0,39 2 36 0 0,-32-5-225 0 0,92-12 0 0 0,-125 9-349 0 0,-1 0-139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58.7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5656 0 21886,'-5655'6525'0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0.1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78 5529 0 0,'-1'-1'51'0'0,"-1"0"1"0"0,0 1-1 0 0,1-1 0 0 0,-1 1 0 0 0,0-1 0 0 0,0 1 0 0 0,1 0 0 0 0,-1 0 1 0 0,0 0-1 0 0,-3 0 0 0 0,3 0-24 0 0,1 0-11 0 0,1-1 1 0 0,-1 1 0 0 0,1 0-1 0 0,0-1 1 0 0,-1 1 0 0 0,1 0-1 0 0,-1-1 1 0 0,1 1 0 0 0,0 0-1 0 0,-1-1 1 0 0,1 1 0 0 0,0-1-1 0 0,-1 1 1 0 0,1-1 0 0 0,0 1-1 0 0,0-1 1 0 0,0 1 0 0 0,-1-1-1 0 0,1 1 1 0 0,0-1 0 0 0,0 1-1 0 0,0-1 1 0 0,0 0 0 0 0,-3-17 2944 0 0,2 14-1805 0 0,1 2-751 0 0,-1 0-1 0 0,1 0 1 0 0,0 0 0 0 0,-1 1 0 0 0,1-1 0 0 0,0 0 0 0 0,0 0 0 0 0,0 0 0 0 0,0 0 0 0 0,0 0 0 0 0,1 1 0 0 0,-1-1-1 0 0,1 0 1 0 0,-1 0 0 0 0,1 0 0 0 0,-1 1 0 0 0,1-1 0 0 0,0 0 0 0 0,0 1 0 0 0,2-4 844 0 0,1 15 635 0 0,-4-9-1848 0 0,1-1-1 0 0,-1 1 1 0 0,0-1 0 0 0,1 1-1 0 0,-1 0 1 0 0,0-1 0 0 0,0 1-1 0 0,1 0 1 0 0,-1-1 0 0 0,0 1-1 0 0,0 0 1 0 0,0-1 0 0 0,0 1-1 0 0,0 0 1 0 0,0-1 0 0 0,0 1-1 0 0,0 0 1 0 0,0-1 0 0 0,0 1-1 0 0,0 0 1 0 0,-1 0 0 0 0,2 9 264 0 0,4 176 961 0 0,-13-22-271 0 0,8-163-983 0 0,-1 16 204 0 0,2 33 1 0 0,-1-46-177 0 0,1 0 0 0 0,-1 0 0 0 0,1 1 0 0 0,0-1 0 0 0,1 0 0 0 0,-1 0-1 0 0,1 0 1 0 0,0 0 0 0 0,0 0 0 0 0,0-1 0 0 0,0 1 0 0 0,0 0 0 0 0,5 3 0 0 0,-6-5-23 0 0,1-1 1 0 0,0 0 0 0 0,0 0 0 0 0,-1 0-1 0 0,1 0 1 0 0,0 0 0 0 0,0 0 0 0 0,0-1 0 0 0,0 1-1 0 0,0 0 1 0 0,0-1 0 0 0,0 0 0 0 0,0 1-1 0 0,1-1 1 0 0,-1 0 0 0 0,0 0 0 0 0,0 0-1 0 0,0-1 1 0 0,0 1 0 0 0,0 0 0 0 0,3-2 0 0 0,5-1 124 0 0,1 0 0 0 0,18-9 0 0 0,-23 9-79 0 0,201-96 545 0 0,-194 93-676 0 0,0 0 0 0 0,0 2 0 0 0,0-1-1 0 0,1 2 1 0 0,-1 0 0 0 0,1 0 0 0 0,15 0 0 0 0,-26 3-303 0 0,-1 0 0 0 0,1 1 0 0 0,-1 0-1 0 0,1-1 1 0 0,0 1 0 0 0,2 1 0 0 0,5 4-8390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02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26978,'130'4724'0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3.4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20 234 4145 0 0,'-2'-1'114'0'0,"1"1"-1"0"0,-1-1 1 0 0,1 1 0 0 0,-1-1-1 0 0,1 1 1 0 0,0-1 0 0 0,-1 0-1 0 0,1 0 1 0 0,0 0 0 0 0,-1 0-1 0 0,-1-1 1 0 0,3 1 213 0 0,0 0 0 0 0,0 1 0 0 0,0-1 0 0 0,-1 0 0 0 0,1 0 0 0 0,0 0-1 0 0,0 0 1 0 0,0 1 0 0 0,0-1 0 0 0,0 0 0 0 0,0 0 0 0 0,1 0 0 0 0,-1 1 0 0 0,0-1 0 0 0,0 0 0 0 0,1 0 0 0 0,-1 1 0 0 0,0-1 0 0 0,1 0 0 0 0,-1 0-1 0 0,1 0 1 0 0,-1-1 544 0 0,1-1-1135 0 0,3 1 2325 0 0,4 0 3433 0 0,33-5-4883 0 0,-39 7-558 0 0,0 0 0 0 0,0 0 0 0 0,0 0 0 0 0,0 0 1 0 0,0 0-1 0 0,-1 1 0 0 0,1-1 0 0 0,0 1 0 0 0,0-1 0 0 0,0 1 0 0 0,0-1 1 0 0,-1 1-1 0 0,1 0 0 0 0,0 0 0 0 0,-1 0 0 0 0,1 0 0 0 0,-1 0 0 0 0,1 1 1 0 0,1 1-1 0 0,3 2 150 0 0,8 6 147 0 0,-1 1 1 0 0,0 0 0 0 0,0 1 0 0 0,-2 1 0 0 0,15 20-1 0 0,-4-1 278 0 0,21 48 0 0 0,-40-76-572 0 0,0 0 0 0 0,0-1-1 0 0,0 1 1 0 0,0-1 0 0 0,1 1-1 0 0,0-1 1 0 0,0 0-1 0 0,0-1 1 0 0,0 1 0 0 0,6 3-1 0 0,-8-6-42 0 0,0 0 0 0 0,-1 0-1 0 0,1 0 1 0 0,0 0 0 0 0,-1 0-1 0 0,1-1 1 0 0,0 1-1 0 0,0-1 1 0 0,0 1 0 0 0,0-1-1 0 0,0 0 1 0 0,-1 0 0 0 0,1 0-1 0 0,0 0 1 0 0,0 0-1 0 0,0 0 1 0 0,0 0 0 0 0,0-1-1 0 0,0 1 1 0 0,-1-1 0 0 0,1 1-1 0 0,0-1 1 0 0,0 0 0 0 0,-1 1-1 0 0,1-1 1 0 0,0 0-1 0 0,-1 0 1 0 0,1 0 0 0 0,-1-1-1 0 0,1 1 1 0 0,-1 0 0 0 0,0-1-1 0 0,3-1 1 0 0,7-12 90 0 0,0-1 1 0 0,0 0-1 0 0,-2 0 1 0 0,15-33-1 0 0,21-76 193 0 0,-35 96-253 0 0,1-4 50 0 0,-2 9-96 0 0,-2 0 1 0 0,6-29-1 0 0,-11 42-916 0 0,0 1 0 0 0,7-16-1 0 0,-3 14-8202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05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26714,'6093'5211'0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7.5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30 441 5529 0 0,'-2'0'178'0'0,"1"0"0"0"0,0-1 0 0 0,0 1 0 0 0,0 0 0 0 0,0-1 0 0 0,0 1 0 0 0,0-1 0 0 0,0 0 0 0 0,0 1 0 0 0,0-1 0 0 0,1 0 0 0 0,-1 1-1 0 0,0-1 1 0 0,0 0 0 0 0,0 0 0 0 0,1 0 0 0 0,-1 0 0 0 0,0 0 0 0 0,0-1 0 0 0,-2-2 565 0 0,2 2-434 0 0,0 1 0 0 0,0 0 0 0 0,1 0-1 0 0,-1-1 1 0 0,0 1 0 0 0,1-1 0 0 0,-1 1-1 0 0,1 0 1 0 0,-1-1 0 0 0,1 1-1 0 0,0-1 1 0 0,0 1 0 0 0,-1-1 0 0 0,1 0-1 0 0,0 1 1 0 0,0-1 0 0 0,1 1 0 0 0,-1-3-1 0 0,0 3-198 0 0,0 1 0 0 0,1-1 0 0 0,-1 0 0 0 0,0 1 1 0 0,0-1-1 0 0,0 1 0 0 0,0-1 0 0 0,1 1 0 0 0,-1-1 0 0 0,0 1 0 0 0,1-1 0 0 0,-1 1 0 0 0,0 0 0 0 0,1-1 0 0 0,-1 1 0 0 0,0-1 0 0 0,1 1 0 0 0,-1 0 0 0 0,1-1 0 0 0,-1 1 0 0 0,1 0 0 0 0,-1-1 0 0 0,1 1 0 0 0,-1 0 0 0 0,1 0 0 0 0,-1 0 0 0 0,1-1 0 0 0,-1 1 0 0 0,1 0 0 0 0,-1 0 0 0 0,1 0 1 0 0,0 0-1 0 0,-1 0 0 0 0,1 0 0 0 0,-1 0 0 0 0,1 0 0 0 0,-1 0 0 0 0,1 0 0 0 0,-1 0 0 0 0,1 0 0 0 0,0 1 0 0 0,-1-1 0 0 0,1 0 0 0 0,-1 0 0 0 0,1 1 0 0 0,-1-1 0 0 0,0 0 0 0 0,1 1 0 0 0,-1-1 0 0 0,1 0 0 0 0,0 1 0 0 0,25 16 1612 0 0,22 19-1367 0 0,8 1 188 0 0,3 4-137 0 0,29 18-261 0 0,-40-28 4 0 0,-42-28-127 0 0,0 1 0 0 0,-1-1 0 0 0,13 4 0 0 0,-16-6-19 0 0,1 0 1 0 0,-1-1 0 0 0,0 1-1 0 0,1-1 1 0 0,-1 1 0 0 0,1-1-1 0 0,-1 0 1 0 0,0 0-1 0 0,1 0 1 0 0,-1 0 0 0 0,1 0-1 0 0,-1-1 1 0 0,4 0-1 0 0,-4 0 0 0 0,-1 1 0 0 0,0 0-1 0 0,0-1 1 0 0,0 1-1 0 0,0-1 1 0 0,0 1 0 0 0,0-1-1 0 0,0 0 1 0 0,0 1-1 0 0,0-1 1 0 0,0 0 0 0 0,0 0-1 0 0,0 1 1 0 0,0-1-1 0 0,0 0 1 0 0,-1 0 0 0 0,1 0-1 0 0,0 0 1 0 0,-1 0 0 0 0,1 0-1 0 0,-1 0 1 0 0,1 0-1 0 0,-1-1 1 0 0,0 1 0 0 0,1 0-1 0 0,-1-2 1 0 0,3-5-10 0 0,-1 0 27 0 0,0-1-1 0 0,0 0 1 0 0,-1 0 0 0 0,0 0-1 0 0,-1 0 1 0 0,0-16-1 0 0,-11-55 230 0 0,8 61-171 0 0,-9-48 186 0 0,-4-130 1 0 0,16 181-461 0 0,-2-60 538 0 0,-3 26-2908 0 0,2 40-5889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16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 18415,'0'4972'0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17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6 233 13827 0 0,'-6'-24'3821'0'0,"8"20"-2015"0"0,-1 3-1575 0 0,-1 1 0 0 0,1 0 0 0 0,0 0 0 0 0,-1-1-1 0 0,1 1 1 0 0,0 0 0 0 0,-1 0 0 0 0,1 0 0 0 0,0 0-1 0 0,-1 0 1 0 0,1 0 0 0 0,0 0 0 0 0,-1 0 0 0 0,1 1-1 0 0,0-1 1 0 0,-1 0 0 0 0,1 0 0 0 0,1 1 0 0 0,36 13 63 0 0,-36-13-247 0 0,0 0-1 0 0,0 0 0 0 0,0 0 0 0 0,0 1 1 0 0,0-1-1 0 0,0 1 0 0 0,0-1 0 0 0,-1 1 0 0 0,1 0 1 0 0,0-1-1 0 0,-1 1 0 0 0,0 0 0 0 0,1 0 0 0 0,-1 0 1 0 0,2 4-1 0 0,1 2 117 0 0,5 10 199 0 0,0 1-1 0 0,10 32 1 0 0,-6-13 10 0 0,-8-26-201 0 0,0 0 0 0 0,0 0 0 0 0,1 0 0 0 0,15 21 0 0 0,-19-30-131 0 0,0 0 1 0 0,1-1-1 0 0,-1 1 1 0 0,1-1-1 0 0,0 1 0 0 0,0-1 1 0 0,0 0-1 0 0,0 0 1 0 0,0 0-1 0 0,0 0 0 0 0,0-1 1 0 0,0 0-1 0 0,1 1 1 0 0,-1-1-1 0 0,1 0 0 0 0,-1 0 1 0 0,1-1-1 0 0,-1 1 0 0 0,1-1 1 0 0,0 0-1 0 0,-1 0 1 0 0,8-1-1 0 0,-8 1-3 0 0,1-1 0 0 0,-1 0 0 0 0,1-1 0 0 0,-1 1 0 0 0,0-1 0 0 0,0 1-1 0 0,0-1 1 0 0,0 0 0 0 0,0 0 0 0 0,0 0 0 0 0,0-1 0 0 0,0 1 0 0 0,2-4 0 0 0,6-6 142 0 0,14-21 0 0 0,-17 22-94 0 0,25-37 70 0 0,-2 0 0 0 0,35-77-1 0 0,-55 100-458 0 0,6-30 0 0 0,-5 17-1 0 0,-6 4-376 0 0,-4 18-1497 0 0,1 2-4525 0 0,2 4-1578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20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17593 1 28069,'-17593'6988'0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22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7 389 6913 0 0,'0'-1'80'0'0,"-1"1"0"0"0,1 0 0 0 0,-1 0 0 0 0,1-1 0 0 0,0 1-1 0 0,-1 0 1 0 0,1 0 0 0 0,-1-1 0 0 0,1 1 0 0 0,0-1 0 0 0,-1 1 0 0 0,1 0-1 0 0,0-1 1 0 0,0 1 0 0 0,-1-1 0 0 0,1 1 0 0 0,0-1 0 0 0,0 1-1 0 0,0 0 1 0 0,0-1 0 0 0,-1 1 0 0 0,1-1 0 0 0,0 1 0 0 0,0-1-1 0 0,0 1 1 0 0,0-1 0 0 0,0 1 0 0 0,0-1 0 0 0,0 0 0 0 0,1-19 2543 0 0,-1 15 784 0 0,3-2-2515 0 0,-1-2-596 0 0,-1 5-156 0 0,-1 1-1 0 0,1-1 1 0 0,1 1 0 0 0,-1 0-1 0 0,0 0 1 0 0,1-1 0 0 0,0 1-1 0 0,-1 0 1 0 0,4-3 0 0 0,-4 5 3 0 0,-1 0 0 0 0,1 0 1 0 0,0 0-1 0 0,-1 0 0 0 0,1 0 1 0 0,0 0-1 0 0,0 0 0 0 0,0 1 1 0 0,0-1-1 0 0,0 0 0 0 0,0 1 1 0 0,0-1-1 0 0,0 0 0 0 0,0 1 1 0 0,0-1-1 0 0,0 1 0 0 0,0 0 1 0 0,0-1-1 0 0,0 1 0 0 0,0 0 1 0 0,0 0-1 0 0,1 0 0 0 0,-1 0 1 0 0,0 0-1 0 0,0 0 0 0 0,0 0 1 0 0,0 0-1 0 0,1 0 0 0 0,-1 0 1 0 0,0 1-1 0 0,0-1 0 0 0,2 1 1 0 0,-1 1 33 0 0,1-1 1 0 0,-1 1 0 0 0,1 0 0 0 0,-1 0-1 0 0,0 0 1 0 0,1 0 0 0 0,-1 0 0 0 0,0 1 0 0 0,0-1-1 0 0,2 6 1 0 0,30 60 1050 0 0,-6-9-643 0 0,-9-24-344 0 0,-12-19-111 0 0,1-1 1 0 0,17 25-1 0 0,-16-29-85 0 0,45 52 251 0 0,-24-30-248 0 0,-22-22-30 0 0,2-1 0 0 0,-1 0 0 0 0,1 0 1 0 0,13 8-1 0 0,-22-17-17 0 0,0-1 0 0 0,1 1-1 0 0,-1-1 1 0 0,1 1 0 0 0,-1-1 0 0 0,1 1 0 0 0,-1-1-1 0 0,1 0 1 0 0,0 0 0 0 0,-1 1 0 0 0,1-1 0 0 0,1-1 0 0 0,0 1 64 0 0,2-2-23 0 0,-4-14 51 0 0,-1 7-85 0 0,0 5-6 0 0,0 0 0 0 0,-1 0-1 0 0,1 0 1 0 0,0 0 0 0 0,-1 0-1 0 0,0 1 1 0 0,0-1 0 0 0,-3-7 0 0 0,0 3 38 0 0,-1 0 0 0 0,0 1 0 0 0,0-1 0 0 0,-11-10 0 0 0,8 9-6 0 0,-61-69-452 0 0,51 59 328 0 0,11 11 44 0 0,0 0 0 0 0,0 0 0 0 0,1 0 0 0 0,-8-15-1 0 0,10 14 40 0 0,1 0 0 0 0,0-1 0 0 0,1 0 0 0 0,0 1 0 0 0,1-1 0 0 0,0 0 0 0 0,0 0 0 0 0,1 0 0 0 0,1-14 0 0 0,0-2 3 0 0,-1 22 10 0 0,0-1 0 0 0,1 1 1 0 0,0-1-1 0 0,0 1 0 0 0,0-1 0 0 0,1 1 1 0 0,0 0-1 0 0,-1 0 0 0 0,1 0 1 0 0,1 0-1 0 0,-1 0 0 0 0,1 0 0 0 0,-1 0 1 0 0,5-4-1 0 0,6-6 41 0 0,1 1 0 0 0,18-14-1 0 0,-8 7-24 0 0,14-10-22 0 0,41-24 0 0 0,-63 43 0 0 0,12-6 4 0 0,-16 10-149 0 0,20-15-1 0 0,-28 19-163 0 0,-1 1-1 0 0,0 0 1 0 0,1 1-1 0 0,0-1 1 0 0,-1 0-1 0 0,1 1 1 0 0,6-2-1 0 0,-7 3-483 0 0,9-4-7846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26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12125 1 21702,'-12125'6820'0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28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10 11522 0 0,'0'-9'4057'0'0,"0"18"2939"0"0,-4 0-6674 0 0,-13 28 312 0 0,-28 45 0 0 0,-4-10 64 0 0,20-30-192 0 0,1 2 0 0 0,-36 77 1 0 0,59-110-446 0 0,1 0 0 0 0,1 0 0 0 0,0 1 0 0 0,0-1 0 0 0,1 1 1 0 0,-1 18-1 0 0,2-26-45 0 0,1-1-1 0 0,0 0 1 0 0,1 1 0 0 0,-1-1-1 0 0,0 0 1 0 0,1 1 0 0 0,0-1 0 0 0,0 0-1 0 0,0 0 1 0 0,0 1 0 0 0,0-1-1 0 0,1 0 1 0 0,0 0 0 0 0,-1 0 0 0 0,1-1-1 0 0,0 1 1 0 0,0 0 0 0 0,0-1-1 0 0,1 1 1 0 0,-1-1 0 0 0,1 0 0 0 0,-1 0-1 0 0,1 0 1 0 0,0 0 0 0 0,0 0-1 0 0,0 0 1 0 0,4 1 0 0 0,15 5 101 0 0,-1-1 0 0 0,1-2 1 0 0,1 0-1 0 0,23 2 0 0 0,93 1 339 0 0,-65-5-307 0 0,-44-2-91 0 0,48-5 1 0 0,-73 3-266 0 0,-1 0-1 0 0,0 0 1 0 0,1 0 0 0 0,-1-1-1 0 0,0 1 1 0 0,0-1-1 0 0,0 0 1 0 0,0-1 0 0 0,0 1-1 0 0,-1-1 1 0 0,1 1 0 0 0,-1-1-1 0 0,5-5 1 0 0,4-6-9036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31.1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5690 1 27893,'-5689'6379'0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34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 10138 0 0,'1'-2'483'0'0,"-1"0"0"0"0,1 0-1 0 0,-1 0 1 0 0,1 0 0 0 0,0 0-1 0 0,0 0 1 0 0,-1 0 0 0 0,1 1 0 0 0,3-4-1 0 0,-1-1 260 0 0,0 1-2 0 0,0 1 0 0 0,0 0 0 0 0,0 0 0 0 0,0 0 0 0 0,6-4 0 0 0,-8 7-516 0 0,-1 1-196 0 0,0 0 1 0 0,0 0-1 0 0,0-1 0 0 0,0 1 1 0 0,1 0-1 0 0,-1 0 1 0 0,0 0-1 0 0,0 0 0 0 0,0 0 1 0 0,1 0-1 0 0,-1 0 0 0 0,0 0 1 0 0,0 0-1 0 0,0 0 0 0 0,0 0 1 0 0,1 0-1 0 0,-1 0 1 0 0,0 0-1 0 0,0 0 0 0 0,0 0 1 0 0,1 0-1 0 0,-1 0 0 0 0,0 0 1 0 0,0 0-1 0 0,0 0 0 0 0,0 0 1 0 0,1 0-1 0 0,-1 1 1 0 0,0-1-1 0 0,0 0 0 0 0,0 0 1 0 0,0 0-1 0 0,1 0 0 0 0,-1 0 1 0 0,0 0-1 0 0,0 1 0 0 0,0-1 1 0 0,0 0-1 0 0,0 0 1 0 0,0 0-1 0 0,0 0 0 0 0,0 1 1 0 0,1-1-1 0 0,-1 0 0 0 0,0 0 1 0 0,0 0-1 0 0,0 0 0 0 0,0 1 1 0 0,0-1-1 0 0,0 0 0 0 0,0 0 1 0 0,0 0-1 0 0,0 1 1 0 0,2 9 546 0 0,-4 21 238 0 0,-9 52 1 0 0,2-26-324 0 0,6-35-342 0 0,-5 58 329 0 0,8-69-425 0 0,0 0 0 0 0,1 0 0 0 0,0 0-1 0 0,0-1 1 0 0,4 14 0 0 0,-5-23-34 0 0,1 1 0 0 0,-1 0 0 0 0,1-1 0 0 0,0 1 0 0 0,-1-1 0 0 0,1 1 1 0 0,0-1-1 0 0,0 1 0 0 0,0-1 0 0 0,0 1 0 0 0,0-1 0 0 0,0 0 0 0 0,0 0 0 0 0,0 0 1 0 0,1 1-1 0 0,-1-1 0 0 0,0 0 0 0 0,1-1 0 0 0,-1 1 0 0 0,1 0 0 0 0,-1 0 0 0 0,1-1 0 0 0,-1 1 1 0 0,1 0-1 0 0,0-1 0 0 0,-1 0 0 0 0,1 1 0 0 0,0-1 0 0 0,-1 0 0 0 0,4 0 0 0 0,3-1 84 0 0,0 0-1 0 0,0 0 1 0 0,-1-1-1 0 0,1 0 1 0 0,10-4-1 0 0,-3 1-27 0 0,58-23 398 0 0,-10 2-233 0 0,-37 18-170 0 0,35-12-58 0 0,-11 8-11 0 0,-13 4 401 0 0,-23 4-2361 0 0,0 2-4750 0 0,-4 1-1585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36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12172,'0'4510'0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39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45 300 3681 0 0,'-4'-4'601'0'0,"0"-1"1"0"0,0 1-1 0 0,1-1 1 0 0,0 0-1 0 0,0 0 1 0 0,0 0-1 0 0,1-1 0 0 0,-1 1 1 0 0,1-1-1 0 0,1 1 1 0 0,-1-1-1 0 0,1 0 1 0 0,-2-11-1 0 0,1 5 599 0 0,1 5-379 0 0,-1 0-1 0 0,1 0 1 0 0,1 0 0 0 0,-1 0 0 0 0,1 0 0 0 0,0 0 0 0 0,2-8 0 0 0,0 10 23 0 0,-1 5-819 0 0,-1 0 1 0 0,0 0 0 0 0,0 0-1 0 0,0 0 1 0 0,0 0-1 0 0,0 0 1 0 0,0 0 0 0 0,0 0-1 0 0,0 0 1 0 0,1 0-1 0 0,-1 0 1 0 0,0 0 0 0 0,0 0-1 0 0,0-1 1 0 0,0 1 0 0 0,0 0-1 0 0,0 0 1 0 0,0 0-1 0 0,0 0 1 0 0,0 0 0 0 0,0 0-1 0 0,0 0 1 0 0,1 0-1 0 0,-1 0 1 0 0,0 0 0 0 0,0-1-1 0 0,0 1 1 0 0,0 0-1 0 0,0 0 1 0 0,0 0 0 0 0,0 0-1 0 0,0 0 1 0 0,0 0 0 0 0,0 0-1 0 0,0 0 1 0 0,0-1-1 0 0,0 1 1 0 0,0 0 0 0 0,0 0-1 0 0,0 0 1 0 0,0 0-1 0 0,0 0 1 0 0,0 0 0 0 0,0 0-1 0 0,0 0 1 0 0,-1-1 0 0 0,1 1-1 0 0,0 0 1 0 0,0 0-1 0 0,0 0 1 0 0,0 0 0 0 0,0 0-1 0 0,0 0 1 0 0,0 0-1 0 0,0 0 1 0 0,0 0 0 0 0,0 0-1 0 0,0 0 1 0 0,0 0-1 0 0,-1-1 1 0 0,1 1 0 0 0,0 0-1 0 0,0 0 1 0 0,0 0 0 0 0,0 0-1 0 0,0 1 65 0 0,-1 1-1 0 0,1-1 1 0 0,0 0-1 0 0,0 0 0 0 0,0 0 1 0 0,0 0-1 0 0,1 1 1 0 0,-1-1-1 0 0,0 0 1 0 0,0 0-1 0 0,1 2 1 0 0,0-1 50 0 0,-1 5 57 0 0,0-6-108 0 0,0 0 0 0 0,-1 1 0 0 0,1-1 0 0 0,1 1 0 0 0,-1-1 0 0 0,0 1 0 0 0,0-1 0 0 0,0 0 0 0 0,1 1 0 0 0,-1-1-1 0 0,1 0 1 0 0,0 2 0 0 0,59 139 948 0 0,-23-62-594 0 0,22 41 316 0 0,-59-121-755 0 0,3 5 121 0 0,-1 0-1 0 0,1-1 0 0 0,0 1 0 0 0,1-1 0 0 0,3 4 0 0 0,-6-7-100 0 0,-1-1-1 0 0,1 1 1 0 0,0-1-1 0 0,-1 1 1 0 0,1-1-1 0 0,-1 1 1 0 0,1-1-1 0 0,0 0 1 0 0,0 1-1 0 0,-1-1 0 0 0,1 0 1 0 0,0 1-1 0 0,0-1 1 0 0,0 0-1 0 0,-1 0 1 0 0,1 0-1 0 0,0 0 1 0 0,0 0-1 0 0,0 0 1 0 0,-1 0-1 0 0,1 0 1 0 0,0 0-1 0 0,0 0 0 0 0,0 0 1 0 0,-1 0-1 0 0,1 0 1 0 0,0-1-1 0 0,0 1 1 0 0,-1 0-1 0 0,1-1 1 0 0,0 1-1 0 0,0-1 1 0 0,-1 1-1 0 0,1-1 1 0 0,-1 1-1 0 0,1-1 0 0 0,0 1 1 0 0,-1-1-1 0 0,1 1 1 0 0,-1-1-1 0 0,1 0 1 0 0,0 0-1 0 0,6-11 105 0 0,0 1 1 0 0,-1-1-1 0 0,0-1 0 0 0,-1 1 0 0 0,0-1 0 0 0,-1 0 0 0 0,3-18 1 0 0,11-29 64 0 0,32-83-6 0 0,-32 97-168 0 0,31-72 37 0 0,-43 106-76 0 0,-4 6-20 0 0,1 0 0 0 0,0 1 0 0 0,1-1-1 0 0,-1 1 1 0 0,7-8 0 0 0,-3 5-2066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02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24433,'14600'5190'0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04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69 544 7834 0 0,'-9'10'607'0'0,"8"-10"-572"0"0,1 1-1 0 0,0-1 0 0 0,-1 0 1 0 0,1 0-1 0 0,-1 1 0 0 0,1-1 0 0 0,-1 0 1 0 0,1 0-1 0 0,-1 0 0 0 0,1 0 0 0 0,-1 1 1 0 0,1-1-1 0 0,-1 0 0 0 0,1 0 1 0 0,0 0-1 0 0,-1 0 0 0 0,1 0 0 0 0,-1 0 1 0 0,1 0-1 0 0,-1-1 0 0 0,1 1 1 0 0,-1 0-1 0 0,1 0 0 0 0,-1 0 0 0 0,1 0 1 0 0,-1-1-1 0 0,1 1 0 0 0,-1 0 1 0 0,1 0-1 0 0,0-1 0 0 0,-1 1 0 0 0,0-1 1 0 0,-15-12 3077 0 0,14 12-2807 0 0,0 0 0 0 0,0 0-1 0 0,1 0 1 0 0,-1 0 0 0 0,0 0 0 0 0,1-1 0 0 0,-1 1-1 0 0,1-1 1 0 0,0 1 0 0 0,-1-1 0 0 0,1 1 0 0 0,0-1-1 0 0,0 0 1 0 0,0 1 0 0 0,0-1 0 0 0,0 0 0 0 0,1 0-1 0 0,-1 0 1 0 0,0 0 0 0 0,1 0 0 0 0,0 0 0 0 0,-1 1-1 0 0,1-4 1 0 0,0 5-214 0 0,0-1 0 0 0,0 1 0 0 0,1-1 0 0 0,-1 0 0 0 0,0 1 1 0 0,0-1-1 0 0,1 1 0 0 0,-1-1 0 0 0,1 0 0 0 0,-1 1 0 0 0,0-1 0 0 0,1 1 0 0 0,-1 0 0 0 0,1-1 0 0 0,-1 1 0 0 0,1-1 0 0 0,-1 1 0 0 0,1 0 0 0 0,0-1 0 0 0,-1 1 0 0 0,1 0 0 0 0,-1-1 0 0 0,1 1 0 0 0,0 0 0 0 0,-1 0 0 0 0,1 0 0 0 0,0 0 0 0 0,-1 0 0 0 0,1-1 1 0 0,0 1-1 0 0,0 0 0 0 0,26 0 635 0 0,-20 0-321 0 0,5 1-156 0 0,0 0 0 0 0,0 0 0 0 0,0 1 0 0 0,16 5 1 0 0,47 19 305 0 0,-43-14-333 0 0,100 40 145 0 0,-130-51-358 0 0,-1-1-1 0 0,1 1 1 0 0,-1 0 0 0 0,1-1-1 0 0,0 0 1 0 0,-1 1 0 0 0,1-1-1 0 0,0 0 1 0 0,-1 0 0 0 0,1 0-1 0 0,0 0 1 0 0,-1 0 0 0 0,1 0-1 0 0,0 0 1 0 0,-1-1 0 0 0,1 1-1 0 0,-1 0 1 0 0,1-1 0 0 0,0 0-1 0 0,-1 1 1 0 0,1-1 0 0 0,2-2-1 0 0,-3 2 5 0 0,0 0 0 0 0,0 0 0 0 0,0-1-1 0 0,0 1 1 0 0,0-1 0 0 0,-1 1 0 0 0,1-1 0 0 0,0 1-1 0 0,-1-1 1 0 0,1 1 0 0 0,-1-1 0 0 0,0 1 0 0 0,1-1-1 0 0,-1 0 1 0 0,0 1 0 0 0,0-1 0 0 0,0 0-1 0 0,0 1 1 0 0,0-1 0 0 0,-1 1 0 0 0,1-1 0 0 0,-1-2-1 0 0,-7-23 161 0 0,0 1-1 0 0,-2 0 0 0 0,-16-28 1 0 0,-15-43 351 0 0,-25-77 183 0 0,60 164-785 0 0,0 0 0 0 0,-1 0 1 0 0,0 1-1 0 0,-1 0 0 0 0,1 0 0 0 0,-2 1 0 0 0,1 0 1 0 0,-12-8-1 0 0,12 9-330 0 0,5 4-119 0 0,-1-1 0 0 0,1 1 1 0 0,0-1-1 0 0,0 0 1 0 0,0 0-1 0 0,0 0 0 0 0,-3-8 1 0 0,3 0-8031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23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13839 0 18593,'-13839'6864'0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25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65 4145 0 0,'0'-5'-133'0'0,"1"-26"1438"0"0,4 2 4400 0 0,-6 34-311 0 0,-3 11-2239 0 0,-9 32-1635 0 0,-6-6-1011 0 0,-1 0 1 0 0,-2-1-1 0 0,-2-1 0 0 0,-31 41 0 0 0,46-70-406 0 0,2 1 0 0 0,-1 0 0 0 0,1 0 0 0 0,1 0 0 0 0,0 1 0 0 0,1 0 0 0 0,-5 18 0 0 0,10-30-93 0 0,0 0-1 0 0,0 0 0 0 0,0 0 1 0 0,0 0-1 0 0,0 0 0 0 0,0 0 1 0 0,0 0-1 0 0,0 0 0 0 0,0 0 1 0 0,0 0-1 0 0,0 0 0 0 0,1 1 1 0 0,-1-1-1 0 0,0 0 0 0 0,1-1 1 0 0,-1 1-1 0 0,1 0 0 0 0,-1 0 1 0 0,1 0-1 0 0,0 0 0 0 0,-1 0 1 0 0,1 0-1 0 0,0-1 0 0 0,-1 1 1 0 0,1 0-1 0 0,0-1 0 0 0,0 1 1 0 0,0 0-1 0 0,0-1 0 0 0,0 1 1 0 0,0-1-1 0 0,0 1 0 0 0,0-1 1 0 0,1 1-1 0 0,4 1 30 0 0,1-1-1 0 0,-1 0 0 0 0,0 0 1 0 0,11 0-1 0 0,-4 0 51 0 0,121 9 314 0 0,-62-9-318 0 0,-70-1-90 0 0,87 4 28 0 0,-78-4-198 0 0,1-1 0 0 0,-1 0 0 0 0,1-1 0 0 0,-1 0 0 0 0,20-7 0 0 0,-27 8-36 0 0,20-6-2057 0 0,-8 6-5711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28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7571 0 21719,'-7571'6416'0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29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35 3681 0 0,'0'-1'53'0'0,"-1"1"0"0"0,1 0 0 0 0,0 0 0 0 0,0-1 0 0 0,-1 1 1 0 0,1 0-1 0 0,0-1 0 0 0,0 1 0 0 0,0 0 0 0 0,0-1 0 0 0,-1 1 0 0 0,1-1 1 0 0,0 1-1 0 0,0 0 0 0 0,0-1 0 0 0,0 1 0 0 0,0-1 0 0 0,0 1 0 0 0,0 0 1 0 0,0-1-1 0 0,0 1 0 0 0,0-1 0 0 0,0 1 0 0 0,0-1 0 0 0,0-6 2821 0 0,0 5-2498 0 0,0 1-147 0 0,0 0 1 0 0,0 0 0 0 0,0 1 0 0 0,0-1 0 0 0,0 0 0 0 0,0 0-1 0 0,0 1 1 0 0,-6-9 11147 0 0,4 18-11006 0 0,-24 153 933 0 0,13 120 16 0 0,13-279-1300 0 0,1 0-1 0 0,-1 0 0 0 0,0 0 0 0 0,1 0 1 0 0,-1 0-1 0 0,1 0 0 0 0,0-1 1 0 0,0 1-1 0 0,2 3 0 0 0,-3-5-9 0 0,1 0 0 0 0,-1 0 0 0 0,1 0 0 0 0,0 0 0 0 0,-1-1 0 0 0,1 1 0 0 0,0 0 0 0 0,0 0 0 0 0,-1 0 0 0 0,1-1 0 0 0,0 1 0 0 0,0 0 0 0 0,0-1 0 0 0,0 1 0 0 0,0-1 0 0 0,0 1 0 0 0,0-1 0 0 0,0 0 0 0 0,0 1 0 0 0,0-1 0 0 0,0 0 0 0 0,0 0 0 0 0,1 0-1 0 0,-1 0 1 0 0,0 0 0 0 0,0 0 0 0 0,2 0 0 0 0,2-1 23 0 0,1 0 0 0 0,-1-1-1 0 0,0 0 1 0 0,0 0 0 0 0,0 0-1 0 0,0 0 1 0 0,8-6 0 0 0,-7 4-15 0 0,0 2 10 0 0,-1-1 0 0 0,1 1-1 0 0,-1 1 1 0 0,1-1 0 0 0,0 1 0 0 0,-1 0-1 0 0,8-1 1 0 0,19-4 110 0 0,86-33 172 0 0,-103 35-302 0 0,29-6-1 0 0,-1 1-71 0 0,-29 5 13 0 0,-11 3 1 0 0,1-1 0 0 0,0 1-1 0 0,0 0 1 0 0,0 0 0 0 0,0 1-1 0 0,0-1 1 0 0,0 1-1 0 0,0 0 1 0 0,0 0 0 0 0,6 1-1 0 0,2 4-477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31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1053 1 21643,'-1053'6208'0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32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81 6913 0 0,'0'-1'-41'0'0,"-1"-1"297"0"0,0 1-1 0 0,0 0 0 0 0,0 0 0 0 0,1-1 1 0 0,-1 1-1 0 0,0-1 0 0 0,1 1 0 0 0,0 0 0 0 0,-1-1 1 0 0,1 1-1 0 0,0-1 0 0 0,-1 1 0 0 0,1-1 1 0 0,0 1-1 0 0,0-1 0 0 0,0 1 0 0 0,0-1 0 0 0,1 1 1 0 0,-1-1-1 0 0,0 1 0 0 0,1-1 0 0 0,2-6 8459 0 0,4 14-8268 0 0,0-2-348 0 0,-4-3-65 0 0,0 1-1 0 0,-1 0 0 0 0,1-1 0 0 0,-1 1 0 0 0,1 0 1 0 0,-1 0-1 0 0,0 0 0 0 0,0 1 0 0 0,0-1 1 0 0,0 1-1 0 0,0-1 0 0 0,0 1 0 0 0,-1-1 0 0 0,1 1 1 0 0,1 5-1 0 0,45 181 1153 0 0,-31-111-862 0 0,-13-55-216 0 0,-1-10-30 0 0,0 0 0 0 0,5 16 0 0 0,-8-27-62 0 0,1 0 0 0 0,0 1-1 0 0,0-1 1 0 0,0 0 0 0 0,0 0 0 0 0,1 0 0 0 0,-1 0 0 0 0,0 0 0 0 0,1 0-1 0 0,-1 0 1 0 0,1 0 0 0 0,0-1 0 0 0,0 1 0 0 0,0-1 0 0 0,-1 1 0 0 0,2-1-1 0 0,-1 0 1 0 0,3 2 0 0 0,-5-3-6 0 0,1 0 1 0 0,0 0-1 0 0,0 0 0 0 0,-1 0 0 0 0,1 0 1 0 0,0 0-1 0 0,-1 0 0 0 0,1 0 0 0 0,0 0 1 0 0,-1 0-1 0 0,1-1 0 0 0,0 1 0 0 0,-1 0 1 0 0,1 0-1 0 0,0-1 0 0 0,-1 1 0 0 0,1 0 0 0 0,-1-1 1 0 0,1 1-1 0 0,-1-1 0 0 0,1 1 0 0 0,-1-1 1 0 0,1 1-1 0 0,-1-1 0 0 0,1 1 0 0 0,-1-1 1 0 0,1 0-1 0 0,0 0 0 0 0,9-21 132 0 0,-9 20-118 0 0,10-32 142 0 0,-1 0 0 0 0,-2-1-1 0 0,6-49 1 0 0,-9 46 13 0 0,2 0 0 0 0,18-59 0 0 0,-22 91-186 0 0,-1-1-99 0 0,1-1 0 0 0,0 1 1 0 0,8-13-1 0 0,-9 18 65 0 0,-1-1 0 0 0,1 1-1 0 0,0 0 1 0 0,0 0 0 0 0,0 0 0 0 0,1 0-1 0 0,-1 0 1 0 0,0 1 0 0 0,1-1 0 0 0,-1 1-1 0 0,1 0 1 0 0,-1-1 0 0 0,1 1 0 0 0,4-1-1 0 0,5-1-545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39.6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21891,'4855'6858'0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41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19 302 11979 0 0,'0'0'37'0'0,"-10"0"576"0"0,9 0-567 0 0,1 0 0 0 0,0 0 0 0 0,-1 0 0 0 0,1 0 0 0 0,0 0 0 0 0,-1 0 0 0 0,1 0 0 0 0,0 0-1 0 0,0 0 1 0 0,-1 0 0 0 0,1 0 0 0 0,0 0 0 0 0,-1 0 0 0 0,1 0 0 0 0,0 0 0 0 0,-1-1 0 0 0,1 1 0 0 0,0 0 0 0 0,0 0 0 0 0,-1 0 0 0 0,1-1 0 0 0,0 1-1 0 0,0 0 1 0 0,-1 0 0 0 0,1 0 0 0 0,0-1 0 0 0,0 1 0 0 0,0 0 0 0 0,-1-1 0 0 0,2 1 82 0 0,-1-1 1 0 0,0 0-1 0 0,1 1 1 0 0,-1-1-1 0 0,1 1 1 0 0,-1 0-1 0 0,0-1 1 0 0,1 1-1 0 0,0-1 1 0 0,-1 1-1 0 0,1 0 1 0 0,-1-1-1 0 0,1 1 1 0 0,-1 0-1 0 0,1 0 1 0 0,0-1-1 0 0,-1 1 1 0 0,1 0-1 0 0,0 0 1 0 0,14 0 3740 0 0,-10 1-3770 0 0,6 1 169 0 0,-1 1-1 0 0,0-1 1 0 0,0 2 0 0 0,0-1 0 0 0,14 8-1 0 0,152 107 2595 0 0,-162-107-2662 0 0,0-1 0 0 0,1-1 0 0 0,0 0 1 0 0,0-1-1 0 0,1 0 0 0 0,26 8 0 0 0,-40-16-194 0 0,0 1 1 0 0,0-1 0 0 0,0 1-1 0 0,0-1 1 0 0,1 0-1 0 0,-1 0 1 0 0,0 0 0 0 0,0 0-1 0 0,0 0 1 0 0,0 0 0 0 0,0-1-1 0 0,0 1 1 0 0,0-1 0 0 0,0 1-1 0 0,0-1 1 0 0,0 0-1 0 0,0 0 1 0 0,0 0 0 0 0,2-1-1 0 0,-2 0 6 0 0,0 0 0 0 0,0 1-1 0 0,-1-2 1 0 0,1 1 0 0 0,0 0-1 0 0,-1 0 1 0 0,0 0 0 0 0,1-1-1 0 0,-1 1 1 0 0,0 0-1 0 0,0-1 1 0 0,-1 1 0 0 0,2-4-1 0 0,0-8 76 0 0,0 0 0 0 0,-1 1 0 0 0,-1-1 0 0 0,-2-23 0 0 0,2 32-49 0 0,-2-116 430 0 0,0 1-245 0 0,1 105-352 0 0,-1 0 1 0 0,-1 0 0 0 0,0 1 0 0 0,-1-1-1 0 0,-8-20 1 0 0,3 16-465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10.0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 40 11058 0 0,'-12'-27'985'0'0,"5"14"-793"0"0,4 13-192 0 0,3 9 0 0 0,-3 1-488 0 0,0 2-145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15.7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24042,'9482'5218'0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17.0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44 528 7834 0 0,'0'1'73'0'0,"-1"-1"0"0"0,0 1 1 0 0,0-1-1 0 0,1 1 1 0 0,-1-1-1 0 0,0 1 1 0 0,0-1-1 0 0,0 1 0 0 0,1-1 1 0 0,-1 0-1 0 0,0 1 1 0 0,0-1-1 0 0,0 0 0 0 0,0 0 1 0 0,0 0-1 0 0,0 0 1 0 0,0 0-1 0 0,0 0 0 0 0,0 0 1 0 0,1 0-1 0 0,-1 0 1 0 0,0 0-1 0 0,0 0 0 0 0,0-1 1 0 0,0 1-1 0 0,0 0 1 0 0,0-1-1 0 0,1 1 1 0 0,-1 0-1 0 0,0-1 0 0 0,0 1 1 0 0,0-1-1 0 0,1 0 1 0 0,-1 1-1 0 0,0-1 0 0 0,1 1 1 0 0,-1-1-1 0 0,1 0 1 0 0,-1 0-1 0 0,0 1 0 0 0,0-2 1 0 0,0-1 432 0 0,-1-1 0 0 0,1 1 1 0 0,0-1-1 0 0,0 1 0 0 0,0-1 0 0 0,0 0 1 0 0,1 1-1 0 0,-1-1 0 0 0,1-5 0 0 0,0 8-362 0 0,0 0-1 0 0,0 0 1 0 0,0 0-1 0 0,0 0 0 0 0,1 0 1 0 0,-1 1-1 0 0,0-1 1 0 0,0 0-1 0 0,1 0 0 0 0,-1 0 1 0 0,1 1-1 0 0,-1-1 0 0 0,0 0 1 0 0,1 0-1 0 0,0 1 1 0 0,-1-1-1 0 0,1 0 0 0 0,-1 1 1 0 0,1-1-1 0 0,0 1 1 0 0,-1-1-1 0 0,2 0 0 0 0,1 0 113 0 0,-1-1-1 0 0,1 1 1 0 0,0 0 0 0 0,-1 1-1 0 0,1-1 1 0 0,0 0-1 0 0,3 0 1 0 0,4 0 142 0 0,0 1 1 0 0,1 0-1 0 0,10 1 1 0 0,10 4 81 0 0,0 2 1 0 0,0 0-1 0 0,30 13 1 0 0,-57-18-458 0 0,3 0 76 0 0,1 0 1 0 0,0 0-1 0 0,1 0 0 0 0,-1-1 0 0 0,0-1 0 0 0,0 1 0 0 0,0-1 0 0 0,9-1 1 0 0,-16 1-97 0 0,0 0 1 0 0,0-1 0 0 0,-1 1-1 0 0,1 0 1 0 0,0 0 0 0 0,0-1-1 0 0,0 1 1 0 0,0 0 0 0 0,-1-1-1 0 0,1 1 1 0 0,0-1 0 0 0,0 1-1 0 0,-1-1 1 0 0,1 1 0 0 0,0-1-1 0 0,-1 0 1 0 0,1 1 0 0 0,0-1-1 0 0,-1 0 1 0 0,1 1 0 0 0,-1-1-1 0 0,1 0 1 0 0,-1 0 0 0 0,0 0-1 0 0,1 1 1 0 0,-1-3 0 0 0,1 1 18 0 0,-1 0 0 0 0,0-1 0 0 0,0 1 0 0 0,0-1 0 0 0,0 1 0 0 0,0 0 0 0 0,-1-1 0 0 0,1 1 0 0 0,-2-5 0 0 0,-2-4 50 0 0,-1-1 1 0 0,0 1-1 0 0,-6-10 1 0 0,-48-76 152 0 0,-44-85 323 0 0,85 146-615 0 0,-4-11-256 0 0,10 15-7160 0 0,8 19-802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20.7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19108,'9097'6661'0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22.3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45 448 8290 0 0,'-1'0'58'0'0,"0"1"0"0"0,0-1 0 0 0,1 1 0 0 0,-1 0 0 0 0,0-1 0 0 0,0 1 0 0 0,0-1 0 0 0,0 0 0 0 0,0 1 1 0 0,0-1-1 0 0,0 0 0 0 0,0 0 0 0 0,0 1 0 0 0,0-1 0 0 0,0 0 0 0 0,0 0 0 0 0,0 0 0 0 0,0 0 0 0 0,0 0 0 0 0,0-1 0 0 0,0 1 0 0 0,-1-1 0 0 0,0 0 473 0 0,0 0-1 0 0,0-1 0 0 0,0 1 0 0 0,1-1 0 0 0,-1 1 1 0 0,1-1-1 0 0,-1 0 0 0 0,-1-2 0 0 0,3 3-361 0 0,-4-7 6614 0 0,5 2-4137 0 0,0 5-2862 0 0,-1 1-1 0 0,1-1 1 0 0,0 1-1 0 0,-1-1 1 0 0,1 1-1 0 0,0-1 1 0 0,0 1-1 0 0,-1-1 1 0 0,1 1-1 0 0,0 0 1 0 0,0 0-1 0 0,0-1 1 0 0,0 1-1 0 0,1 0 1 0 0,4-1-3173 0 0,0 1 0 0 0,0-1 0 0 0,10 2 0 0 0,41 8 13397 0 0,-1 5-6204 0 0,55 26-3398 0 0,-82-29 391 0 0,59 27 1066 0 0,-56-23-2361 0 0,-26-11 716 0 0,0-1-1 0 0,0 0 0 0 0,1 0 1 0 0,0 0-1 0 0,-1-1 0 0 0,1 0 0 0 0,0 0 1 0 0,10 1-1 0 0,-16-3-210 0 0,0 0-1 0 0,-1-1 1 0 0,1 1-1 0 0,-1 0 0 0 0,1 0 1 0 0,-1 0-1 0 0,1 0 1 0 0,0 0-1 0 0,-1-1 1 0 0,1 1-1 0 0,-1 0 1 0 0,1-1-1 0 0,-1 1 1 0 0,1 0-1 0 0,-1-1 1 0 0,1 1-1 0 0,-1 0 1 0 0,0-1-1 0 0,1 1 1 0 0,-1-1-1 0 0,1 1 1 0 0,-1-1-1 0 0,0 1 1 0 0,1-1-1 0 0,-1 1 0 0 0,0-1 1 0 0,0 1-1 0 0,0-1 1 0 0,1 1-1 0 0,-1-1 1 0 0,0 0-1 0 0,0 1 1 0 0,0-1-1 0 0,0 1 1 0 0,0-1-1 0 0,0 0 1 0 0,0 1-1 0 0,0-1 1 0 0,0 1-1 0 0,0-1 1 0 0,0 0-1 0 0,-1 1 1 0 0,1-2-1 0 0,-9-29-22 0 0,7 28 25 0 0,-13-30 247 0 0,-1 0 1 0 0,-32-45 0 0 0,4 6 2343 0 0,-27-43-355 0 0,28 47-4653 0 0,-22-29-183 0 0,55 81 2319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25.5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18442,'3257'6627'0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27.1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13 374 10138 0 0,'-10'-2'1268'0'0,"10"2"-1210"0"0,0 0 0 0 0,0 0 0 0 0,0 0 0 0 0,-1 0 0 0 0,1 0-1 0 0,0-1 1 0 0,0 1 0 0 0,0 0 0 0 0,0 0 0 0 0,0 0 0 0 0,-1 0 0 0 0,1 0-1 0 0,0-1 1 0 0,0 1 0 0 0,0 0 0 0 0,0 0 0 0 0,0 0 0 0 0,0 0 0 0 0,0-1-1 0 0,0 1 1 0 0,0 0 0 0 0,0 0 0 0 0,0 0 0 0 0,0 0 0 0 0,0-1 0 0 0,0 1-1 0 0,0 0 1 0 0,0 0 0 0 0,0 0 0 0 0,0-1 0 0 0,0 1 0 0 0,0 0 0 0 0,0 0-1 0 0,0 0 1 0 0,0 0 0 0 0,0-1 0 0 0,0 1 0 0 0,0 0 0 0 0,0 0 0 0 0,0 0-1 0 0,1 0 1 0 0,-1 0 0 0 0,0-1 0 0 0,0 1 0 0 0,0 0 0 0 0,0 0 0 0 0,0 0-1 0 0,0 0 1 0 0,1 0 0 0 0,-1 0 0 0 0,0 0 0 0 0,0-1 0 0 0,0 1 0 0 0,1 0-1 0 0,0-2 906 0 0,2-1-682 0 0,12 4 4598 0 0,-3 1-4612 0 0,0 0 0 0 0,-1 1-1 0 0,1 1 1 0 0,-1 0 0 0 0,15 7-1 0 0,156 104 1027 0 0,-132-81-1031 0 0,-43-29-223 0 0,1-1 1 0 0,-1 1-1 0 0,9 2 0 0 0,-14-6-14 0 0,0 0 1 0 0,0-1-1 0 0,0 1 1 0 0,0 0-1 0 0,0-1 1 0 0,0 0-1 0 0,0 1 0 0 0,1-1 1 0 0,-1 0-1 0 0,0 0 1 0 0,0 0-1 0 0,0 0 1 0 0,0-1-1 0 0,0 1 1 0 0,0 0-1 0 0,0-1 1 0 0,0 0-1 0 0,3-1 1 0 0,-4 1-9 0 0,0 0 1 0 0,0 0-1 0 0,0 0 0 0 0,0 0 1 0 0,0 0-1 0 0,0 0 1 0 0,0 0-1 0 0,-1 0 1 0 0,1 0-1 0 0,0-1 1 0 0,-1 1-1 0 0,1 0 1 0 0,-1-1-1 0 0,1 1 1 0 0,-1-2-1 0 0,4-24 144 0 0,-4 25-140 0 0,0-28 184 0 0,0 0-1 0 0,-9-52 1 0 0,2 25-61 0 0,-5-12 18 0 0,3 20-52 0 0,-16-93-500 0 0,22 117 1 0 0,-3 3-97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30.1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2544 1 26864,'-2544'6310'0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2.0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7 112 4609 0 0,'0'0'37'0'0,"0"0"0"0"0,-1 0 0 0 0,1 0 1 0 0,0 0-1 0 0,-1 0 0 0 0,1 0 0 0 0,0-1 0 0 0,0 1 0 0 0,-1 0 1 0 0,1 0-1 0 0,0 0 0 0 0,0 0 0 0 0,-1 0 0 0 0,1 0 0 0 0,0-1 0 0 0,0 1 1 0 0,-1 0-1 0 0,1 0 0 0 0,0 0 0 0 0,0-1 0 0 0,0 1 0 0 0,-1 0 1 0 0,1 0-1 0 0,0-1 0 0 0,0 1 0 0 0,0 0 0 0 0,0 0 0 0 0,0-1 1 0 0,-1 1-1 0 0,1 0 0 0 0,0 0 0 0 0,0-1 0 0 0,0 1 0 0 0,0 0 0 0 0,0-1 1 0 0,0 1-1 0 0,0 0 0 0 0,0 0 0 0 0,0-1 0 0 0,0 1 0 0 0,0 0 1 0 0,0-1-1 0 0,0 1 0 0 0,1 0 0 0 0,-1 0 0 0 0,0-1 0 0 0,0 1 1 0 0,0 0-1 0 0,0 0 0 0 0,0-1 0 0 0,0 1 0 0 0,1-1 0 0 0,9-17 2845 0 0,-8 16-2680 0 0,4-8 971 0 0,1 0 1 0 0,0 1-1 0 0,1 0 1 0 0,0 1-1 0 0,0-1 0 0 0,16-10 1 0 0,-16 14-86 0 0,-6 6 479 0 0,-5 11 535 0 0,2-7-2274 0 0,-5 17 783 0 0,6-20-382 0 0,-3 7-5 0 0,-35 150 614 0 0,35-130-735 0 0,-1 39 1 0 0,4-54-54 0 0,0-1 0 0 0,2 0 0 0 0,0 1 0 0 0,0-1-1 0 0,6 16 1 0 0,-8-29-38 0 0,0 1 0 0 0,0 0 0 0 0,1 0-1 0 0,-1 0 1 0 0,0-1 0 0 0,1 1 0 0 0,-1 0-1 0 0,1 0 1 0 0,-1-1 0 0 0,1 1 0 0 0,-1 0-1 0 0,1-1 1 0 0,-1 1 0 0 0,1-1 0 0 0,0 1-1 0 0,-1-1 1 0 0,1 1 0 0 0,0-1-1 0 0,0 1 1 0 0,-1-1 0 0 0,1 0 0 0 0,0 1-1 0 0,1-1 1 0 0,0 1 12 0 0,-1-1-1 0 0,1 0 1 0 0,-1 0-1 0 0,1 0 1 0 0,-1-1-1 0 0,1 1 1 0 0,0 0-1 0 0,-1-1 1 0 0,1 1-1 0 0,-1-1 1 0 0,3 0-1 0 0,3-3 74 0 0,0 0 0 0 0,-1 0 0 0 0,0 0 0 0 0,8-7 0 0 0,11-9 53 0 0,1 0 1 0 0,2 2 0 0 0,0 1-1 0 0,0 1 1 0 0,46-17 0 0 0,-32 12-249 0 0,-30 15-1360 0 0,25-11 0 0 0,-27 14-7139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34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8743 0 24719,'-8742'6888'0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5.4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80 7138 0 0,'1'-4'313'0'0,"-1"-1"0"0"0,1 1 0 0 0,0-1 1 0 0,0 1-1 0 0,1-1 0 0 0,-1 1 0 0 0,4-7 1 0 0,-2 5 1100 0 0,0 1 0 0 0,0-1 0 0 0,1 1 1 0 0,0 0-1 0 0,4-5 0 0 0,-8 10-1386 0 0,0 0 0 0 0,0 0 0 0 0,0 0 0 0 0,0 0 0 0 0,0 0 0 0 0,0 0 0 0 0,0 0 0 0 0,0 0 0 0 0,0 0 0 0 0,0 0-1 0 0,0 0 1 0 0,0 0 0 0 0,0 0 0 0 0,0 0 0 0 0,0 0 0 0 0,0 0 0 0 0,0 0 0 0 0,0 0 0 0 0,0 0 0 0 0,1 0 0 0 0,-1 0 0 0 0,0 0 0 0 0,0 1 0 0 0,0-1-1 0 0,0 0 1 0 0,0 0 0 0 0,0 0 0 0 0,0 0 0 0 0,0 0 0 0 0,0 0 0 0 0,0 0 0 0 0,0 0 0 0 0,0 0 0 0 0,0 0 0 0 0,0 0 0 0 0,0 0 0 0 0,0 0 0 0 0,0 0-1 0 0,0 0 1 0 0,0 0 0 0 0,0 0 0 0 0,0 0 0 0 0,0 0 0 0 0,0 0 0 0 0,0 0 0 0 0,0 0 0 0 0,0 0 0 0 0,0 0 0 0 0,0 0 0 0 0,1 0 0 0 0,-1 0 0 0 0,0 0-1 0 0,0 0 1 0 0,0 0 0 0 0,0 0 0 0 0,0 0 0 0 0,0 0 0 0 0,0 0 0 0 0,0 0 0 0 0,0 0 0 0 0,0 0 0 0 0,0 0 0 0 0,-1 6 1065 0 0,-3 8-140 0 0,-22 51 4 0 0,2 2 0 0 0,-28 133-1 0 0,50-186-839 0 0,0 1-1 0 0,1 0 0 0 0,1 20 1 0 0,0-27-70 0 0,1 0-1 0 0,0 1 1 0 0,0-1 0 0 0,1 0 0 0 0,0 0 0 0 0,1 0 0 0 0,4 10-1 0 0,-5-15-15 0 0,1 1-1 0 0,-1-1 1 0 0,1 0-1 0 0,-1 0 1 0 0,1 0-1 0 0,0-1 1 0 0,0 1-1 0 0,0-1 1 0 0,1 1-1 0 0,-1-1 1 0 0,1 0-1 0 0,-1 0 1 0 0,1-1-1 0 0,-1 1 1 0 0,1-1-1 0 0,6 2 1 0 0,5 1 111 0 0,0-1 0 0 0,26 2 0 0 0,-19-3-77 0 0,-1 0 1 0 0,1-2 0 0 0,-1-1-1 0 0,1-1 1 0 0,-1 0-1 0 0,0-2 1 0 0,0 0 0 0 0,0-2-1 0 0,21-7 1 0 0,-41 12-68 0 0,14-5-402 0 0,-1 1 0 0 0,1 0-1 0 0,29-6 1 0 0,-31 11-258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9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28 12443 0 0,'-22'-18'1104'0'0,"7"8"-880"0"0,9 14-224 0 0,6 2 0 0 0,0 0-1000 0 0,0-3-249 0 0,-4-3-39 0 0,-14-6-16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50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26065,'4146'5178'0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51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17 321 10594 0 0,'-1'1'71'0'0,"1"0"-36"0"0,0-1-1 0 0,0 1 1 0 0,0 0 0 0 0,0 0 0 0 0,0-1 0 0 0,0 1 0 0 0,0 0 0 0 0,0-1 0 0 0,0 1 0 0 0,-1 0 0 0 0,1-1-1 0 0,0 1 1 0 0,-1 0 0 0 0,1-1 0 0 0,0 1 0 0 0,-1-1 0 0 0,1 1 0 0 0,-1-1 0 0 0,1 1 0 0 0,-1-1 0 0 0,1 1-1 0 0,-1-1 1 0 0,1 1 0 0 0,-1-1 0 0 0,1 1 0 0 0,-1-1 0 0 0,0 0 0 0 0,1 0 0 0 0,-1 1 0 0 0,-1-1 0 0 0,2 0 33 0 0,0 0 0 0 0,-1 1 0 0 0,1-1 0 0 0,0 0 0 0 0,0 0 0 0 0,0 0 0 0 0,0 0 0 0 0,-1 0 0 0 0,1 0 0 0 0,0 0 0 0 0,0 0 0 0 0,0 1 0 0 0,-1-1 0 0 0,1 0 0 0 0,0 0 0 0 0,0 8 9410 0 0,8-4-9083 0 0,1 2-284 0 0,-3-1 17 0 0,0 0 1 0 0,1-1-1 0 0,0 0 0 0 0,0-1 1 0 0,14 6-1 0 0,7-1 594 0 0,-2 2 0 0 0,1 1 0 0 0,44 25-1 0 0,-14 2 201 0 0,-42-27-648 0 0,0-1 0 0 0,32 16-1 0 0,-45-25-262 0 0,-1-1-1 0 0,1 1 1 0 0,0 0-1 0 0,0-1 0 0 0,0 1 1 0 0,1-1-1 0 0,-1 0 1 0 0,0 1-1 0 0,0-1 1 0 0,0 0-1 0 0,3-1 0 0 0,-4 1-1 0 0,0 0-1 0 0,-1 0 1 0 0,1-1-1 0 0,0 1 1 0 0,0-1-1 0 0,0 1 1 0 0,0-1-1 0 0,-1 1 1 0 0,1-1-1 0 0,0 1 1 0 0,0-1-1 0 0,-1 0 1 0 0,1 0-1 0 0,-1 1 0 0 0,1-1 1 0 0,0 0-1 0 0,-1 0 1 0 0,1 1-1 0 0,-1-1 1 0 0,0 0-1 0 0,1 0 1 0 0,-1 0-1 0 0,0 0 1 0 0,1 0-1 0 0,-1 0 1 0 0,0 0-1 0 0,0 0 1 0 0,0-1-1 0 0,2-27 175 0 0,-1 0 0 0 0,-4-43-1 0 0,1 43-59 0 0,-1-5-10 0 0,2-64-1 0 0,2 57-730 0 0,-6-74 0 0 0,1 65-2601 0 0,3 26-5865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5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24609,'14028'6948'0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57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88 470 5529 0 0,'-5'-1'742'0'0,"-1"0"-1"0"0,1 0 1 0 0,0 0-1 0 0,-1-1 1 0 0,1 0-1 0 0,0 0 1 0 0,0 0-1 0 0,-7-5 1 0 0,-17-6 3704 0 0,25 13-1231 0 0,15 9 149 0 0,8 3-3196 0 0,0-1 0 0 0,0-1 1 0 0,1-1-1 0 0,36 12 0 0 0,-29-15-44 0 0,44 9 114 0 0,-64-13-192 0 0,0-2 1 0 0,1 1 0 0 0,-1-1 0 0 0,1-1 0 0 0,-1 1 0 0 0,0-1-1 0 0,10-2 1 0 0,-15 2-25 0 0,1 0-1 0 0,-1 1 0 0 0,0-1 0 0 0,-1 0 1 0 0,1 0-1 0 0,0 0 0 0 0,0 0 0 0 0,0-1 1 0 0,-1 1-1 0 0,1 0 0 0 0,0-1 0 0 0,-1 1 1 0 0,1-1-1 0 0,-1 0 0 0 0,0 0 0 0 0,0 1 1 0 0,1-1-1 0 0,-1 0 0 0 0,0 0 0 0 0,0 0 1 0 0,-1 0-1 0 0,1 0 0 0 0,0 0 0 0 0,-1 0 1 0 0,1 0-1 0 0,-1 0 0 0 0,0-1 0 0 0,0 1 1 0 0,0 0-1 0 0,0 0 0 0 0,0 0 1 0 0,0 0-1 0 0,-1-3 0 0 0,-1-7 63 0 0,0 0 1 0 0,-1 0-1 0 0,-1 0 0 0 0,-7-16 0 0 0,10 26-77 0 0,-45-99 389 0 0,5 16 0 0 0,33 64-308 0 0,-31-61 140 0 0,36 76-238 0 0,-6-10-162 0 0,-19-27 0 0 0,27 42-180 0 0,0-1 1 0 0,-1 0-1 0 0,1 0 1 0 0,0 0 0 0 0,0 0-1 0 0,0-1 1 0 0,1 1-1 0 0,-2-3 1 0 0,0-2-4537 0 0,-1-2-3145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00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26150,'8373'6534'0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02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22 522 6913 0 0,'-1'0'33'0'0,"0"0"0"0"0,1 0 0 0 0,-1 0-1 0 0,0 0 1 0 0,0 0 0 0 0,0-1 0 0 0,0 1-1 0 0,1 0 1 0 0,-1-1 0 0 0,0 1 0 0 0,0 0-1 0 0,0-1 1 0 0,1 1 0 0 0,-1-1-1 0 0,0 1 1 0 0,1-1 0 0 0,-1 1 0 0 0,1-1-1 0 0,-1 0 1 0 0,0 1 0 0 0,1-1 0 0 0,-1 0-1 0 0,1 1 1 0 0,0-1 0 0 0,-1 0 0 0 0,1 0-1 0 0,-1-1 1 0 0,-2-15 10398 0 0,13 14-9592 0 0,30-9-8 0 0,-37 12-717 0 0,1-1 1 0 0,-1 1-1 0 0,1-1 0 0 0,0 1 1 0 0,-1 0-1 0 0,1 1 0 0 0,-1-1 1 0 0,1 1-1 0 0,0-1 1 0 0,-1 1-1 0 0,1 0 0 0 0,4 2 1 0 0,3 1 109 0 0,42 13 609 0 0,53 25 0 0 0,-84-33-689 0 0,1-1 1 0 0,27 6-1 0 0,-48-13-121 0 0,1-1-1 0 0,-1 1 1 0 0,0-1-1 0 0,0 0 0 0 0,0 0 1 0 0,1 0-1 0 0,-1 0 1 0 0,0 0-1 0 0,0 0 1 0 0,0 0-1 0 0,1-1 1 0 0,-1 1-1 0 0,0-1 1 0 0,0 0-1 0 0,0 1 1 0 0,0-1-1 0 0,0 0 1 0 0,0 0-1 0 0,0-1 1 0 0,0 1-1 0 0,0 0 1 0 0,-1-1-1 0 0,1 1 0 0 0,2-3 1 0 0,-2 1 13 0 0,0 0 0 0 0,0 0 1 0 0,-1 0-1 0 0,1 0 0 0 0,-1-1 0 0 0,0 1 1 0 0,0 0-1 0 0,0-1 0 0 0,0 1 0 0 0,-1-1 1 0 0,1 1-1 0 0,-1 0 0 0 0,0-1 0 0 0,0 1 0 0 0,0-5 1 0 0,-2-6 30 0 0,0 0 0 0 0,-1 0 1 0 0,-1 0-1 0 0,-6-16 0 0 0,-25-54 206 0 0,7 22-152 0 0,8 15-8 0 0,9 23-45 0 0,1-1 1 0 0,-10-37-1 0 0,19 57-135 0 0,0 1 0 0 0,1-1-1 0 0,-1 0 1 0 0,1 0 0 0 0,0 1 0 0 0,0-1 0 0 0,0 0 0 0 0,1 0-1 0 0,0 1 1 0 0,0-1 0 0 0,0 0 0 0 0,0 1 0 0 0,3-6-1 0 0,11-19-2865 0 0,-6 17-5065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04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18252,'1938'6429'0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06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1 410 8290 0 0,'0'-2'366'0'0,"0"1"0"0"0,0-1 1 0 0,0 0-1 0 0,0 0 0 0 0,0 0 1 0 0,0 1-1 0 0,1-1 0 0 0,-1 0 1 0 0,1 0-1 0 0,-1 1 0 0 0,1-1 1 0 0,0 0-1 0 0,0 1 0 0 0,-1-1 1 0 0,1 1-1 0 0,0-1 0 0 0,1 1 1 0 0,-1-1-1 0 0,0 1 0 0 0,0 0 1 0 0,1 0-1 0 0,2-3 0 0 0,-2 4-191 0 0,0-1 0 0 0,0 0 0 0 0,0 0 0 0 0,0 1 0 0 0,0-1 0 0 0,0 1 0 0 0,1 0 0 0 0,-1 0 0 0 0,0-1 0 0 0,0 1 0 0 0,1 1 0 0 0,-1-1 0 0 0,0 0 0 0 0,0 1 1 0 0,0-1-1 0 0,1 1 0 0 0,1 0 0 0 0,10 5 416 0 0,0 0 0 0 0,0 1 1 0 0,24 16-1 0 0,0 1-130 0 0,34 24 92 0 0,-55-35-387 0 0,-1-1 1 0 0,2-1-1 0 0,-1-1 1 0 0,38 16-1 0 0,-52-25-142 0 0,0 0-1 0 0,1 0 0 0 0,-1 0 1 0 0,1-1-1 0 0,-1 1 0 0 0,0-1 1 0 0,1 0-1 0 0,-1 0 0 0 0,1 0 1 0 0,-1 0-1 0 0,1 0 0 0 0,-1-1 1 0 0,5-1-1 0 0,-5 1-9 0 0,-1 0 0 0 0,0 0 1 0 0,0 0-1 0 0,-1 0 0 0 0,1-1 0 0 0,0 1 0 0 0,0-1 0 0 0,-1 1 1 0 0,1-1-1 0 0,0 0 0 0 0,-1 1 0 0 0,0-1 0 0 0,1 0 0 0 0,-1 0 0 0 0,0 0 1 0 0,0 0-1 0 0,0 0 0 0 0,0-1 0 0 0,-1 1 0 0 0,2-4 0 0 0,2-13 89 0 0,-1-2 0 0 0,-1 1 0 0 0,0-39-1 0 0,-1 10 31 0 0,3-115 299 0 0,-2 148-515 0 0,1 0 0 0 0,0 0-1 0 0,1 0 1 0 0,1 1-1 0 0,0 0 1 0 0,10-19-1 0 0,-11 28-440 0 0,0-1 1 0 0,0 1-1 0 0,1 0 0 0 0,0 0 0 0 0,10-10 0 0 0,-5 4-7423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1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4057 1 21366,'-4056'6795'0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1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3 134 7370 0 0,'-1'-2'154'0'0,"1"0"-1"0"0,-1 0 1 0 0,1 0 0 0 0,0 0 0 0 0,-1 0 0 0 0,1 0 0 0 0,0 0 0 0 0,0-1 0 0 0,0 1 0 0 0,0 0 0 0 0,1 0 0 0 0,0-3 0 0 0,8-28 2542 0 0,-4 21-2016 0 0,-3 3-75 0 0,7-19 1909 0 0,-8 26-2307 0 0,0 1 0 0 0,-1-1 1 0 0,1 0-1 0 0,0 1 1 0 0,0-1-1 0 0,0 1 0 0 0,0 0 1 0 0,0-1-1 0 0,0 1 1 0 0,1 0-1 0 0,-1 0 1 0 0,0 0-1 0 0,3-2 0 0 0,-4 3-152 0 0,0 0 0 0 0,1 0 0 0 0,-1 0 0 0 0,1 0 0 0 0,-1 0 0 0 0,1 0 0 0 0,-1 0 0 0 0,0 0-1 0 0,1 0 1 0 0,-1 0 0 0 0,1 0 0 0 0,-1 0 0 0 0,1 0 0 0 0,-1 0 0 0 0,0 1 0 0 0,1-1 0 0 0,-1 0 0 0 0,1 0-1 0 0,-1 0 1 0 0,0 1 0 0 0,1-1 0 0 0,-1 0 0 0 0,0 0 0 0 0,1 1 0 0 0,-1-1 0 0 0,0 0 0 0 0,1 1 0 0 0,-1-1-1 0 0,0 1 1 0 0,0-1 0 0 0,1 0 0 0 0,-1 1 0 0 0,8 15 507 0 0,-7-13-439 0 0,4 9 132 0 0,0 1 0 0 0,-2-1 0 0 0,1 1 0 0 0,1 18 0 0 0,2 56 278 0 0,-2-20-103 0 0,-2-40-273 0 0,-2-15-38 0 0,0 0 0 0 0,0-1 0 0 0,1 1 0 0 0,1 0 0 0 0,0-1 0 0 0,0 1 0 0 0,8 15 0 0 0,-10-25-87 0 0,0 0 1 0 0,0-1-1 0 0,1 1 0 0 0,-1-1 0 0 0,0 1 1 0 0,1-1-1 0 0,-1 1 0 0 0,0-1 0 0 0,1 0 1 0 0,0 0-1 0 0,-1 0 0 0 0,1 1 0 0 0,0-2 0 0 0,-1 1 1 0 0,1 0-1 0 0,0 0 0 0 0,2 0 0 0 0,0 0-1 0 0,-1-1-1 0 0,0 0 1 0 0,0 1-1 0 0,0-1 1 0 0,0-1-1 0 0,0 1 1 0 0,0 0-1 0 0,0-1 1 0 0,0 1-1 0 0,4-2 0 0 0,1-1 26 0 0,-1 0 0 0 0,1-1-1 0 0,-1 0 1 0 0,1 0 0 0 0,-1 0-1 0 0,0-1 1 0 0,7-7 0 0 0,6-6 190 0 0,30-35 1 0 0,-27 26-161 0 0,31-42 127 0 0,-48 60-332 0 0,1 1 1 0 0,0 0-1 0 0,0 0 0 0 0,1 0 1 0 0,0 1-1 0 0,0 0 1 0 0,1 1-1 0 0,-1 0 1 0 0,17-8-1 0 0,-12 9-1987 0 0,-1 3-6381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2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5529 0 0,'-9'9'488'0'0,"2"7"-392"0"0,4 0-96 0 0,6-7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2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23375,'77'4727'0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2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5 199 9218 0 0,'-5'-1'4568'0'0,"14"0"-861"0"0,-7 1-3166 0 0,2 1 115 0 0,7 6 2777 0 0,29 18-3035 0 0,-35-22-323 0 0,-1 1 1 0 0,1-1-1 0 0,-1 1 0 0 0,0 0 1 0 0,0 1-1 0 0,0-1 1 0 0,0 1-1 0 0,4 8 0 0 0,7 8 195 0 0,12 14 129 0 0,-13-17 43 0 0,0 0 0 0 0,31 29-1 0 0,-44-46-405 0 0,1 1 0 0 0,0-1-1 0 0,-1 0 1 0 0,1 0 0 0 0,0 0-1 0 0,0 0 1 0 0,0 0 0 0 0,0 0-1 0 0,0 0 1 0 0,0 0 0 0 0,0-1-1 0 0,0 1 1 0 0,0-1 0 0 0,0 0 0 0 0,0 1-1 0 0,1-1 1 0 0,-1 0 0 0 0,4-1-1 0 0,-3 1 6 0 0,0-1-1 0 0,0 0 1 0 0,0 0 0 0 0,0-1-1 0 0,0 1 1 0 0,0-1-1 0 0,-1 1 1 0 0,1-1-1 0 0,-1 0 1 0 0,1 0 0 0 0,3-4-1 0 0,4-5 79 0 0,-1 0-1 0 0,0-1 1 0 0,-1-1-1 0 0,10-17 1 0 0,-17 28-104 0 0,30-56 169 0 0,43-114 0 0 0,-53 104-247 0 0,-18 60-207 0 0,7-12-2250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31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25721,'0'5435'0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32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16 224 8290 0 0,'-8'3'541'0'0,"8"-3"-528"0"0,0 0 0 0 0,0 0 0 0 0,-1 0 0 0 0,1 0-1 0 0,0 0 1 0 0,0 1 0 0 0,0-1 0 0 0,-1 0 0 0 0,1 0 0 0 0,0 0 0 0 0,0 0 0 0 0,0 0 0 0 0,-1 0 0 0 0,1 0 0 0 0,0 0-1 0 0,0 0 1 0 0,0 0 0 0 0,-1 0 0 0 0,1 0 0 0 0,0 0 0 0 0,0 0 0 0 0,0 0 0 0 0,-1-1 0 0 0,1 1 0 0 0,0 0 0 0 0,0 0-1 0 0,0 0 1 0 0,-1 0 0 0 0,1 0 0 0 0,0 0 0 0 0,0 0 0 0 0,0-1 0 0 0,0 1 0 0 0,0 0 0 0 0,-1 0 0 0 0,1 0 0 0 0,0 0-1 0 0,0-1 1 0 0,0 1 0 0 0,0 0 0 0 0,0 0 0 0 0,0-1 0 0 0,1-1 941 0 0,0-1 0 0 0,0 1 0 0 0,1 0 0 0 0,-1-1 0 0 0,1 1 0 0 0,0 0 0 0 0,3-4 3234 0 0,3 3-3469 0 0,27-9-23 0 0,-34 12-644 0 0,1-1 0 0 0,-1 1 0 0 0,0 0 0 0 0,1 0 0 0 0,-1 0 0 0 0,1 0 0 0 0,-1 0 0 0 0,0 0 0 0 0,1 0 0 0 0,-1 0 0 0 0,1 0 0 0 0,-1 1 0 0 0,0-1-1 0 0,1 0 1 0 0,-1 1 0 0 0,0-1 0 0 0,0 1 0 0 0,1 0 0 0 0,-1-1 0 0 0,0 1 0 0 0,0 0 0 0 0,0 0 0 0 0,2 1 0 0 0,2 2 188 0 0,-1 0-91 0 0,1-1-1 0 0,-1 1 0 0 0,0 0 0 0 0,0 1 1 0 0,0-1-1 0 0,0 1 0 0 0,4 7 1 0 0,19 39 513 0 0,-19-34-445 0 0,16 35 296 0 0,-14-28-251 0 0,0-2 0 0 0,17 25 0 0 0,-23-40-217 0 0,-2-4-5 0 0,0 0-1 0 0,0 0 0 0 0,0 0 0 0 0,0-1 1 0 0,1 1-1 0 0,3 3 0 0 0,-6-6-30 0 0,1 1 0 0 0,0-1-1 0 0,0 1 1 0 0,0-1 0 0 0,0 1 0 0 0,-1-1-1 0 0,1 0 1 0 0,0 0 0 0 0,0 1 0 0 0,0-1-1 0 0,0 0 1 0 0,0 0 0 0 0,0 0 0 0 0,0 0-1 0 0,0 0 1 0 0,0 0 0 0 0,0 0 0 0 0,0 0-1 0 0,-1-1 1 0 0,1 1 0 0 0,0 0 0 0 0,0-1-1 0 0,0 1 1 0 0,0 0 0 0 0,0-1 0 0 0,0 1 0 0 0,-1-1-1 0 0,1 1 1 0 0,1-2 0 0 0,2-2 25 0 0,1 0 1 0 0,-1 0-1 0 0,0 0 0 0 0,0-1 1 0 0,-1 1-1 0 0,1-1 1 0 0,5-11-1 0 0,17-40 219 0 0,-24 49-226 0 0,14-31 166 0 0,-1-1 0 0 0,-3 0 1 0 0,13-68-1 0 0,-20 76-320 0 0,1 0 0 0 0,11-30 0 0 0,-11 48-488 0 0,0 0-181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36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27370,'6702'6702'0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38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87 404 5065 0 0,'-77'-6'9607'0'0,"76"6"-9505"0"0,1 0 0 0 0,-1 0 0 0 0,1 0 0 0 0,0 0 0 0 0,-1 0 0 0 0,1 0 0 0 0,0 0 0 0 0,-1 0 0 0 0,1 0 0 0 0,0 0 0 0 0,-1 0 0 0 0,1 1 0 0 0,0-1 0 0 0,-1 0 0 0 0,1 0 0 0 0,0 0 0 0 0,0 1 0 0 0,-1-1 0 0 0,1 0 0 0 0,0 0 0 0 0,0 1 0 0 0,-1-1 0 0 0,1 0 0 0 0,0 1 0 0 0,0-1 0 0 0,0 0 0 0 0,-1 0 0 0 0,1 1 0 0 0,0-1 0 0 0,0 0 0 0 0,0 1-1 0 0,0-1 1 0 0,0 1 0 0 0,0-1 0 0 0,0 0 0 0 0,0 1 0 0 0,0-1 0 0 0,0 0 0 0 0,0 1 0 0 0,0-1 0 0 0,0 0 0 0 0,0 1 0 0 0,0-1 0 0 0,0 1 0 0 0,0 0 13 0 0,0-1-1 0 0,1 1 1 0 0,-1-1-1 0 0,0 1 1 0 0,0-1 0 0 0,0 1-1 0 0,1-1 1 0 0,-1 0-1 0 0,0 1 1 0 0,0-1-1 0 0,1 1 1 0 0,-1-1 0 0 0,0 1-1 0 0,1-1 1 0 0,-1 0-1 0 0,0 1 1 0 0,1-1-1 0 0,-1 0 1 0 0,1 1 0 0 0,-1-1-1 0 0,1 0 1 0 0,-1 0-1 0 0,0 0 1 0 0,1 1-1 0 0,-1-1 1 0 0,1 0 0 0 0,-1 0-1 0 0,1 0 1 0 0,-1 0-1 0 0,2 0 1 0 0,6 5 133 0 0,67 28 352 0 0,-46-23-252 0 0,0-1 0 0 0,1-1 0 0 0,56 8 0 0 0,-83-16-311 0 0,1 0-1 0 0,0 0 1 0 0,-1 0 0 0 0,1 0-1 0 0,0 0 1 0 0,-1-1-1 0 0,1 0 1 0 0,-1 1-1 0 0,1-1 1 0 0,-1-1 0 0 0,0 1-1 0 0,1 0 1 0 0,2-3-1 0 0,-4 3-6 0 0,0 0 0 0 0,0-1 0 0 0,-1 1 0 0 0,1-1-1 0 0,-1 1 1 0 0,1-1 0 0 0,-1 0 0 0 0,0 0 0 0 0,0 1 0 0 0,1-1-1 0 0,-1 0 1 0 0,0 0 0 0 0,-1 0 0 0 0,1 0 0 0 0,0 0 0 0 0,-1-1-1 0 0,1 1 1 0 0,-1 0 0 0 0,1 0 0 0 0,-1 0 0 0 0,0-5 0 0 0,-1-5 69 0 0,-1 0 1 0 0,0-1 0 0 0,-1 1 0 0 0,0 0 0 0 0,0 0 0 0 0,-9-17-1 0 0,0-3 91 0 0,-4-7 57 0 0,-24-41 0 0 0,22 44-116 0 0,-22-56 0 0 0,39 89-193 0 0,-6-27-308 0 0,6 28-8 0 0,1-1 1 0 0,0 1-1 0 0,0 0 0 0 0,1 0 1 0 0,-1 0-1 0 0,0 0 1 0 0,2-4-1 0 0,1-3-8464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4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24658,'12864'7010'0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4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103 374 1376 0 0,'-1'1'87'0'0,"0"0"1"0"0,0 0-1 0 0,-1 1 0 0 0,1-1 0 0 0,0 0 0 0 0,0 0 0 0 0,-1 0 1 0 0,1 0-1 0 0,-1 0 0 0 0,1-1 0 0 0,-1 1 0 0 0,1 0 1 0 0,-1-1-1 0 0,1 1 0 0 0,-1-1 0 0 0,0 1 0 0 0,1-1 0 0 0,-1 0 1 0 0,0 0-1 0 0,1 0 0 0 0,-3 0 0 0 0,3 0 35 0 0,-41-2 4722 0 0,38 2-3839 0 0,1-1 0 0 0,-1 0 1 0 0,1 1-1 0 0,-1-2 0 0 0,-4-1 0 0 0,14 1 4913 0 0,29-2-3628 0 0,0 4-1806 0 0,1 1 0 0 0,-1 3-1 0 0,0 0 1 0 0,38 11-1 0 0,-52-10-230 0 0,43 3 0 0 0,-41-6-128 0 0,-20-1-106 0 0,0-1 0 0 0,1 0 0 0 0,-1 0 0 0 0,0 0 0 0 0,0-1-1 0 0,0 1 1 0 0,0-1 0 0 0,0 1 0 0 0,0-1 0 0 0,0 0 0 0 0,0-1 0 0 0,0 1 0 0 0,5-3 0 0 0,-7 3-3 0 0,1 0 1 0 0,-1 0 0 0 0,0 0 0 0 0,1-1 0 0 0,-1 1 0 0 0,0 0 0 0 0,0-1 0 0 0,0 1 0 0 0,0-1 0 0 0,0 1 0 0 0,0-1 0 0 0,0 1 0 0 0,-1-1 0 0 0,1 0 0 0 0,0 1 0 0 0,-1-1 0 0 0,0 0 0 0 0,1 0 0 0 0,-1 1 0 0 0,0-1 0 0 0,0 0 0 0 0,0 0 0 0 0,0 0 0 0 0,0 1 0 0 0,-1-4 0 0 0,-2-7 70 0 0,-1 0 0 0 0,0 0 0 0 0,-1 1 0 0 0,-1-1 0 0 0,0 1 0 0 0,0 0 0 0 0,-13-16 0 0 0,-17-32 94 0 0,30 48-154 0 0,-51-113 6 0 0,40 91-1091 0 0,10 21-1221 0 0,1 0-6348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4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18199,'19286'7239'0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4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17 429 6913 0 0,'-16'4'16228'0'0,"88"24"-15460"0"0,-40-19-454 0 0,0-1 1 0 0,0-1-1 0 0,43 2 0 0 0,-24-2-131 0 0,-22-4 105 0 0,39 0 1 0 0,-66-3-272 0 0,-1 0 0 0 0,0 0 0 0 0,1 0 0 0 0,-1 0 0 0 0,0 0 0 0 0,0 0 0 0 0,1-1 0 0 0,-1 1 0 0 0,0 0 0 0 0,0-1 0 0 0,1 1 0 0 0,-1-1 0 0 0,0 1 0 0 0,0-1 0 0 0,0 1 0 0 0,0-1 0 0 0,0 0 0 0 0,0 0 0 0 0,0 1 0 0 0,0-1 0 0 0,0 0 0 0 0,0 0 0 0 0,0 0 0 0 0,1-2 0 0 0,-2 2-3 0 0,1-1 1 0 0,-1 1-1 0 0,0-1 1 0 0,0 1-1 0 0,0-1 1 0 0,0 1 0 0 0,0-1-1 0 0,0 1 1 0 0,0-1-1 0 0,0 1 1 0 0,-1-1-1 0 0,1 1 1 0 0,0-1 0 0 0,-1 1-1 0 0,0-1 1 0 0,1 1-1 0 0,-1 0 1 0 0,0-1-1 0 0,1 1 1 0 0,-1 0-1 0 0,-2-2 1 0 0,-179-291 1280 0 0,175 279-1287 0 0,-9-28 1 0 0,2 4-10 0 0,13 38-52 0 0,-14-35-175 0 0,8 11-2972 0 0,4 19-2852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7:49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16429,'0'4960'0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7:50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0 293 4609 0 0,'3'-26'14800'0'0,"5"30"-14549"0"0,27 21-251 0 0,-31-22 0 0 0,-1 1 0 0 0,0-1 0 0 0,1 1 0 0 0,-2 0 0 0 0,1 0 0 0 0,0 0 0 0 0,-1 0 0 0 0,0 0 0 0 0,0 1 0 0 0,0-1 0 0 0,0 1 0 0 0,0 5 0 0 0,5 9 0 0 0,2 2 0 0 0,9 21 0 0 0,27 47 0 0 0,-43-86 0 0 0,0 0 0 0 0,1 1 0 0 0,0-1 0 0 0,-1 0 0 0 0,1 0 0 0 0,0-1 0 0 0,1 1 0 0 0,-1-1 0 0 0,0 1 0 0 0,1-1 0 0 0,7 3 0 0 0,-10-5 0 0 0,-1 0 0 0 0,1 0 0 0 0,0 0 0 0 0,0 0 0 0 0,0 0 0 0 0,0-1 0 0 0,0 1 0 0 0,-1 0 0 0 0,1-1 0 0 0,0 1 0 0 0,0-1 0 0 0,0 1 0 0 0,-1-1 0 0 0,1 1 0 0 0,0-1 0 0 0,-1 1 0 0 0,1-1 0 0 0,0 0 0 0 0,-1 1 0 0 0,1-1 0 0 0,-1 0 0 0 0,1 0 0 0 0,11-18 0 0 0,6-24-1354 0 0,-2-1 0 0 0,21-85-1 0 0,-16 48-864 0 0,17-60 2256 0 0,-36 134-142 0 0,1 1-1 0 0,-1 0 1 0 0,1-1 0 0 0,1 1 0 0 0,-1 0-1 0 0,1 1 1 0 0,0-1 0 0 0,0 0 0 0 0,0 1 0 0 0,1 0-1 0 0,0 0 1 0 0,0 1 0 0 0,1-1 0 0 0,5-3-1 0 0,1 2-2370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04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1 17943,'0'6244'0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05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51 217 3457 0 0,'-2'0'216'0'0,"0"0"1"0"0,0 0-1 0 0,1 0 0 0 0,-1-1 1 0 0,0 1-1 0 0,0 0 1 0 0,1-1-1 0 0,-1 0 0 0 0,-2 0 1 0 0,2-1 471 0 0,0 1 1 0 0,0-1-1 0 0,0 1 0 0 0,0-1 1 0 0,1 1-1 0 0,-1-1 1 0 0,0 0-1 0 0,1 0 0 0 0,-1 0 1 0 0,-1-3-1 0 0,1 2 112 0 0,1 0-1 0 0,0 0 1 0 0,-1 0-1 0 0,1 0 0 0 0,0 0 1 0 0,1 0-1 0 0,-2-6 1 0 0,3-11-729 0 0,-1 19-71 0 0,1 1 0 0 0,-1-1 0 0 0,0 1 0 0 0,0-1 0 0 0,0 1 0 0 0,0-1 0 0 0,0 1 0 0 0,0 0 0 0 0,1-1 0 0 0,-1 1 0 0 0,0-1 0 0 0,0 1 0 0 0,1-1 0 0 0,-1 1 0 0 0,0 0 0 0 0,0-1 0 0 0,1 1 0 0 0,-1 0 0 0 0,0-1 0 0 0,1 1 0 0 0,-1 0 0 0 0,1 0 0 0 0,-1-1 0 0 0,1 1 0 0 0,-1 0 0 0 0,0 0 0 0 0,1-1 0 0 0,-1 1 0 0 0,1 0 0 0 0,0 0 0 0 0,0 0 0 0 0,0 0 0 0 0,0 1 0 0 0,0-1 0 0 0,0 0 0 0 0,-1 1 0 0 0,1-1 0 0 0,0 0 0 0 0,0 1 0 0 0,0-1 0 0 0,0 1 0 0 0,-1 0 0 0 0,1-1 0 0 0,1 2 0 0 0,18 23 0 0 0,-6 0-589 0 0,-1 1 0 0 0,17 50-1 0 0,1 4-3583 0 0,-27-72 4073 0 0,0-1-1 0 0,0 0 1 0 0,0 0 0 0 0,1 0-1 0 0,9 10 1 0 0,-13-15 107 0 0,0-1 0 0 0,1 1 1 0 0,-1-1-1 0 0,0 0 0 0 0,1 1 0 0 0,0-1 1 0 0,-1 0-1 0 0,1 0 0 0 0,0 0 0 0 0,-1-1 1 0 0,1 1-1 0 0,0 0 0 0 0,0 0 0 0 0,0-1 1 0 0,0 0-1 0 0,0 1 0 0 0,0-1 0 0 0,0 0 0 0 0,-1 0 1 0 0,1 0-1 0 0,0 0 0 0 0,0 0 0 0 0,0 0 1 0 0,0 0-1 0 0,0-1 0 0 0,0 1 0 0 0,0-1 1 0 0,0 0-1 0 0,1 0 0 0 0,7-4 17 0 0,-1-1 1 0 0,-1 0-1 0 0,1 0 0 0 0,-1-1 1 0 0,0 0-1 0 0,-1 0 0 0 0,1-1 0 0 0,6-9 1 0 0,46-75 126 0 0,-33 48-93 0 0,19-42 6 0 0,0 1-68 0 0,-23 35 440 0 0,-20 41-943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32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0 18877,'0'4883'0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35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45 305 3225 0 0,'-19'-6'2042'0'0,"19"6"-2009"0"0,-1-1-1 0 0,1 1 1 0 0,-1 0 0 0 0,1 0 0 0 0,-8-20 8829 0 0,3 8-5932 0 0,2 4-2491 0 0,2 4-54 0 0,-5-16 964 0 0,6 19-1340 0 0,0 1 0 0 0,0-1 1 0 0,0 0-1 0 0,0 1 1 0 0,0-1-1 0 0,0 1 1 0 0,0-1-1 0 0,0 0 1 0 0,0 1-1 0 0,0-1 1 0 0,1 0-1 0 0,-1 1 0 0 0,0-1 1 0 0,0 0-1 0 0,0 1 1 0 0,1-1-1 0 0,-1 1 1 0 0,0-1-1 0 0,1 1 1 0 0,-1-1-1 0 0,1 0 1 0 0,-1 1-1 0 0,0 0 0 0 0,1-1 1 0 0,-1 1-1 0 0,1-1 1 0 0,0 0-1 0 0,0 2-9 0 0,-1-1 0 0 0,1 1 0 0 0,0-1 0 0 0,-1 0 0 0 0,1 1 0 0 0,-1-1 0 0 0,1 1 0 0 0,0 0 0 0 0,-1-1 0 0 0,1 1 0 0 0,-1-1 0 0 0,0 1 0 0 0,1 0 0 0 0,-1-1 0 0 0,0 1 0 0 0,1 0 0 0 0,-1-1 0 0 0,0 1 0 0 0,1 0 0 0 0,-1 1 0 0 0,8 20 0 0 0,-3-8 0 0 0,7 22 0 0 0,31 67 0 0 0,-40-99 0 0 0,0 1 0 0 0,0-1 0 0 0,0 0 0 0 0,5 5 0 0 0,9 10 0 0 0,-14-14 0 0 0,0-1 0 0 0,0 0 0 0 0,0 0 0 0 0,0-1 0 0 0,1 1 0 0 0,4 3 0 0 0,-7-6 0 0 0,1 0 0 0 0,-1 0 0 0 0,0 0 0 0 0,1-1 0 0 0,-1 1 0 0 0,0-1 0 0 0,1 1 0 0 0,-1-1 0 0 0,1 1 0 0 0,-1-1 0 0 0,1 0 0 0 0,-1 0 0 0 0,1 0 0 0 0,-1 1 0 0 0,1-2 0 0 0,-1 1 0 0 0,1 0 0 0 0,-1 0 0 0 0,1 0 0 0 0,-1-1 0 0 0,1 1 0 0 0,-1-1 0 0 0,1 1 0 0 0,1-2 0 0 0,4-1 0 0 0,-1-1 0 0 0,1 0 0 0 0,-1-1 0 0 0,0 0 0 0 0,0 1 0 0 0,-1-2 0 0 0,9-9 0 0 0,-5 3 0 0 0,-1 1 0 0 0,-1-2 0 0 0,8-14 0 0 0,48-126-420 0 0,-42 98-1158 0 0,4-33-2161 0 0,-12 40 3034 0 0,-5 26-2877 0 0,-4 13 244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38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19168,'0'4692'0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0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1 252 3457 0 0,'0'-25'14310'0'0,"3"23"-13514"0"0,-2 1-731 0 0,0 1-1 0 0,-1 0 1 0 0,1-1-1 0 0,0 1 1 0 0,-1 0-1 0 0,1 0 1 0 0,0 0-1 0 0,0-1 1 0 0,-1 1 0 0 0,1 0-1 0 0,0 0 1 0 0,0 0-1 0 0,0 0 1 0 0,-1 0-1 0 0,1 0 1 0 0,1 1-1 0 0,34 3-64 0 0,-34-3 0 0 0,1-1 0 0 0,-1 1 0 0 0,0 0 0 0 0,0 0 0 0 0,0 0 0 0 0,0 0 0 0 0,1 0 0 0 0,-1 0 0 0 0,-1 1 0 0 0,1-1 0 0 0,0 0 0 0 0,0 1 0 0 0,0 0 0 0 0,-1-1 0 0 0,1 1 0 0 0,-1 0 0 0 0,1 0 0 0 0,0 2 0 0 0,4 5 0 0 0,6 8 0 0 0,-1 0 0 0 0,-2 1 0 0 0,1 0 0 0 0,12 40 0 0 0,-15-39 0 0 0,-2-6 0 0 0,-1-2 0 0 0,0 0 0 0 0,1 0 0 0 0,0-1 0 0 0,10 14 0 0 0,-15-23 0 0 0,1 0 0 0 0,-1-1 0 0 0,1 1 0 0 0,-1-1 0 0 0,1 1 0 0 0,-1-1 0 0 0,1 1 0 0 0,0-1 0 0 0,-1 1 0 0 0,1-1 0 0 0,0 1 0 0 0,0-1 0 0 0,-1 0 0 0 0,1 1 0 0 0,0-1 0 0 0,0 0 0 0 0,-1 0 0 0 0,1 0 0 0 0,0 0 0 0 0,0 1 0 0 0,0-1 0 0 0,-1 0 0 0 0,1 0 0 0 0,0-1 0 0 0,0 1 0 0 0,0 0 0 0 0,-1 0 0 0 0,1 0 0 0 0,0 0 0 0 0,0-1 0 0 0,0 1 0 0 0,-1 0 0 0 0,1-1 0 0 0,0 1 0 0 0,-1-1 0 0 0,1 1 0 0 0,0 0 0 0 0,-1-1 0 0 0,1 0 0 0 0,-1 1 0 0 0,1-1 0 0 0,0 1 0 0 0,0-2 0 0 0,3-2 0 0 0,0-1 0 0 0,-1 1 0 0 0,1-1 0 0 0,3-7 0 0 0,26-48-1326 0 0,30-73-1 0 0,-45 91 486 0 0,1 1-1 0 0,2 1 0 0 0,2 1 0 0 0,29-38 0 0 0,-33 50 507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1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18367,'0'4728'0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3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17 255 3917 0 0,'-9'-10'1025'0'0,"8"8"-120"0"0,0 0 0 0 0,0 0-1 0 0,0-1 1 0 0,0 1 0 0 0,0 0-1 0 0,1-1 1 0 0,-1-2-1 0 0,1-18 6052 0 0,4 9-6431 0 0,-4 14-525 0 0,0-1 0 0 0,0 1 0 0 0,0-1 0 0 0,1 0 0 0 0,-1 1 0 0 0,0-1 0 0 0,0 1 0 0 0,1-1 0 0 0,-1 1 0 0 0,0-1 0 0 0,1 1 0 0 0,-1-1 0 0 0,1 1 0 0 0,-1 0 0 0 0,1-1 0 0 0,-1 1 0 0 0,1-1 0 0 0,-1 1 0 0 0,1 0 0 0 0,-1-1 0 0 0,1 1 0 0 0,-1 0 0 0 0,1 0 0 0 0,-1 0 0 0 0,2-1 0 0 0,-1 1 0 0 0,0 0 0 0 0,-1 1 0 0 0,1-1 0 0 0,0 0 0 0 0,0 0 0 0 0,0 1 0 0 0,0-1 0 0 0,-1 1 0 0 0,1-1 0 0 0,0 1 0 0 0,0-1 0 0 0,-1 1 0 0 0,1-1 0 0 0,0 1 0 0 0,0 1 0 0 0,4 3 0 0 0,-1 1 0 0 0,1 0 0 0 0,4 9 0 0 0,-7-10 0 0 0,84 149 0 0 0,-54-94 0 0 0,-30-56 0 0 0,0-1 0 0 0,1 1 0 0 0,-1-1 0 0 0,0 1 0 0 0,1-1 0 0 0,0 0 0 0 0,0 0 0 0 0,0 0 0 0 0,0-1 0 0 0,0 1 0 0 0,6 3 0 0 0,-8-6 0 0 0,1 1 0 0 0,0 0 0 0 0,0-1 0 0 0,-1 1 0 0 0,1-1 0 0 0,0 0 0 0 0,0 1 0 0 0,0-1 0 0 0,0 0 0 0 0,0 0 0 0 0,0 0 0 0 0,-1 0 0 0 0,1-1 0 0 0,0 1 0 0 0,0 0 0 0 0,0-1 0 0 0,0 1 0 0 0,-1-1 0 0 0,1 0 0 0 0,0 0 0 0 0,-1 0 0 0 0,1 1 0 0 0,0-1 0 0 0,-1-1 0 0 0,1 1 0 0 0,-1 0 0 0 0,2-2 0 0 0,5-5 1 0 0,0 0-1 0 0,0 0 0 0 0,-1-1 1 0 0,0 0-1 0 0,9-18 0 0 0,25-56-22 0 0,-37 73 13 0 0,29-67-1210 0 0,16-38-3360 0 0,-36 87 4028 0 0,-11 22 463 0 0,0 0-1 0 0,1 0 0 0 0,-1 1 0 0 0,1-1 1 0 0,0 1-1 0 0,1 0 0 0 0,0 0 1 0 0,-1 0-1 0 0,1 0 0 0 0,1 0 1 0 0,5-4-1 0 0,11-6-238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4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17844,'0'4927'0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5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32 159 4377 0 0,'-3'-2'415'0'0,"1"0"0"0"0,0 0 0 0 0,-1 1 1 0 0,1-2-1 0 0,0 1 0 0 0,1 0 0 0 0,-1 0 0 0 0,0 0 1 0 0,1-1-1 0 0,-1 1 0 0 0,1-1 0 0 0,-1 1 0 0 0,1-1 1 0 0,0 0-1 0 0,0 0 0 0 0,0-2 0 0 0,-2-19 7810 0 0,5 30-8225 0 0,-1-1 0 0 0,1 0 0 0 0,0 0 0 0 0,0 0 0 0 0,5 7 0 0 0,18 34 0 0 0,1 1 0 0 0,-16-27 0 0 0,0-1 0 0 0,2 0 0 0 0,0-1 0 0 0,27 30 0 0 0,-36-45 0 0 0,0 0 0 0 0,0 0 0 0 0,1-1 0 0 0,-1 0 0 0 0,1 1 0 0 0,0-1 0 0 0,0 0 0 0 0,0-1 0 0 0,0 1 0 0 0,0-1 0 0 0,0 1 0 0 0,0-1 0 0 0,5 0 0 0 0,-7-1 0 0 0,1 1 0 0 0,0-1 0 0 0,0 0 0 0 0,-1 0 0 0 0,1-1 0 0 0,0 1 0 0 0,0-1 0 0 0,-1 1 0 0 0,1-1 0 0 0,-1 0 0 0 0,1 0 0 0 0,0 0 0 0 0,-1 0 0 0 0,0 0 0 0 0,1-1 0 0 0,-1 1 0 0 0,0-1 0 0 0,0 1 0 0 0,1-1 0 0 0,-1 0 0 0 0,2-3 0 0 0,10-14 0 0 0,-2-1 0 0 0,0 0 0 0 0,-1-1 0 0 0,15-39 0 0 0,-14 29 0 0 0,-1 3-7 0 0,7-31 1 0 0,4-12-189 0 0,-10 46 403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8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19039,'56'4801'0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9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13 370 2533 0 0,'-13'-42'18172'0'0,"15"39"-17395"0"0,7-8-2599 0 0,-8 11 1822 0 0,0-1 0 0 0,0 1 0 0 0,0-1 0 0 0,0 1 0 0 0,0 0 0 0 0,0-1 0 0 0,0 1 0 0 0,0 0 0 0 0,0 0 0 0 0,0 0 0 0 0,1 0 0 0 0,-1 0 0 0 0,0 0 0 0 0,0 0 0 0 0,0 0 0 0 0,0 0 0 0 0,0 0 0 0 0,0 1 0 0 0,0-1 0 0 0,0 0 0 0 0,0 1 0 0 0,0-1 0 0 0,0 1 0 0 0,0-1 0 0 0,0 1 0 0 0,0-1 0 0 0,0 1 0 0 0,0 0 0 0 0,-1 0 0 0 0,2 0 0 0 0,4 4 0 0 0,-1 1 0 0 0,0 0 0 0 0,6 7 0 0 0,-6-7 0 0 0,11 16 0 0 0,24 42 0 0 0,2 4 0 0 0,-35-58 0 0 0,1 0 0 0 0,0-1 0 0 0,0-1 0 0 0,16 14 0 0 0,-22-20-1 0 0,1 0 0 0 0,-1-1 0 0 0,0 1 0 0 0,1-1 0 0 0,0 1 0 0 0,-1-1 0 0 0,1 0 0 0 0,0 0 0 0 0,0 0 0 0 0,-1 0 0 0 0,1-1 0 0 0,0 1 1 0 0,0-1-1 0 0,0 0 0 0 0,0 0 0 0 0,0 0 0 0 0,3 0 0 0 0,-2-1 4 0 0,0 0 1 0 0,0 0-1 0 0,-1 0 1 0 0,1-1-1 0 0,0 1 1 0 0,-1-1 0 0 0,1 0-1 0 0,-1 0 1 0 0,0-1-1 0 0,1 1 1 0 0,2-4 0 0 0,6-6-196 0 0,-1-1 0 0 0,0 0 1 0 0,0-1-1 0 0,12-24 1 0 0,-21 36 130 0 0,16-30-1363 0 0,0-1-1 0 0,24-68 1 0 0,-19 38 1215 0 0,21-69 150 0 0,-29 78-480 0 0,-5 20-3346 0 0,-4 15-292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50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17780,'0'4665'0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51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13 292 4145 0 0,'-1'0'17'0'0,"1"1"6"0"0,-1-1-1 0 0,1 0 1 0 0,-1 1-1 0 0,1-1 1 0 0,-1 0-1 0 0,1 0 1 0 0,-1 1-1 0 0,0-1 1 0 0,1 0-1 0 0,-1 0 1 0 0,1 0-1 0 0,-1 0 1 0 0,1 0-1 0 0,-1 0 1 0 0,0 0-1 0 0,1 0 1 0 0,-1 0-1 0 0,0 0 1 0 0,0-3 639 0 0,32 4 12012 0 0,-17 6-12385 0 0,-1 0 0 0 0,0 1 0 0 0,-1 0 0 0 0,0 1 0 0 0,21 20 0 0 0,-5 5-289 0 0,40 62 0 0 0,-12-16 0 0 0,-53-76 0 0 0,-1-1 0 0 0,1 0 0 0 0,-1 0 0 0 0,1-1 0 0 0,0 1 0 0 0,5 3 0 0 0,-8-6 0 0 0,1 1 0 0 0,0-1 0 0 0,-1 0 0 0 0,1 1 0 0 0,0-1 0 0 0,0 0 0 0 0,-1 1 0 0 0,1-1 0 0 0,0 0 0 0 0,0 0 0 0 0,0 0 0 0 0,0 0 0 0 0,-1 0 0 0 0,1 0 0 0 0,0 0 0 0 0,0 0 0 0 0,0 0 0 0 0,0 0 0 0 0,-1 0 0 0 0,1 0 0 0 0,0-1 0 0 0,0 1 0 0 0,-1 0 0 0 0,1-1 0 0 0,0 1 0 0 0,0 0 0 0 0,-1-1 0 0 0,1 1 0 0 0,0-1 0 0 0,-1 1 0 0 0,1-1 0 0 0,0 0 0 0 0,-1 1 0 0 0,1-2 0 0 0,9-11 0 0 0,-2 0 0 0 0,0 0 0 0 0,-1-1 0 0 0,8-19 0 0 0,3-5 0 0 0,51-135-255 0 0,-24 54-1676 0 0,-38 100 864 0 0,-1-1 0 0 0,7-35-1 0 0,5-18-345 0 0,-15 66-1735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09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19221,'0'4603'0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0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23 137 4377 0 0,'-2'-1'405'0'0,"1"-1"1"0"0,-1 1-1 0 0,1-1 0 0 0,-1 1 1 0 0,1-1-1 0 0,0 0 1 0 0,-1 0-1 0 0,1 0 0 0 0,0 1 1 0 0,0-1-1 0 0,0 0 0 0 0,0-1 1 0 0,1 1-1 0 0,-1 0 0 0 0,0-4 1 0 0,0 2 694 0 0,0 0-1 0 0,0-1 1 0 0,1 1 0 0 0,0 0-1 0 0,0 0 1 0 0,0-1 0 0 0,1-5-1 0 0,-1 10-1099 0 0,0-1 0 0 0,0 1 0 0 0,0 0 0 0 0,0 0 0 0 0,0 0 0 0 0,0-1 0 0 0,0 1 0 0 0,0 0 0 0 0,0 0 0 0 0,0 0 0 0 0,0-1 0 0 0,0 1 0 0 0,0 0 0 0 0,0 0 0 0 0,0 0 0 0 0,0-1 0 0 0,1 1 0 0 0,-1 0 0 0 0,0 0 0 0 0,0 0 0 0 0,0 0 0 0 0,0 0 0 0 0,0-1 0 0 0,1 1 0 0 0,-1 0 0 0 0,0 0 0 0 0,0 0 0 0 0,0 0 0 0 0,0 0 0 0 0,1 0 0 0 0,-1 0 0 0 0,0-1 0 0 0,0 1 0 0 0,0 0 0 0 0,1 0 0 0 0,-1 0 0 0 0,0 0 0 0 0,0 0 0 0 0,0 0 0 0 0,1 0 0 0 0,-1 0 0 0 0,0 0 0 0 0,1 0 0 0 0,6 9 0 0 0,4 15 0 0 0,27 108 0 0 0,-27-87 0 0 0,25 65 0 0 0,-35-105 0 0 0,1-1 0 0 0,0 0 0 0 0,1 1 0 0 0,-1-1 0 0 0,1-1 0 0 0,0 1 0 0 0,0 0 0 0 0,0-1 0 0 0,0 1 0 0 0,1-1 0 0 0,-1 0 0 0 0,6 3 0 0 0,-8-5 0 0 0,1 0 0 0 0,0 0 0 0 0,0 0 0 0 0,0-1 0 0 0,-1 1 0 0 0,1 0 0 0 0,0-1 0 0 0,0 0 0 0 0,0 1 0 0 0,0-1 0 0 0,0 0 0 0 0,0 0 0 0 0,0 0 0 0 0,0-1 0 0 0,0 1 0 0 0,0 0 0 0 0,-1-1 0 0 0,1 1 0 0 0,0-1 0 0 0,0 1 0 0 0,0-1 0 0 0,0 0 0 0 0,-1 0 0 0 0,1 0 0 0 0,0 0 0 0 0,-1 0 0 0 0,1 0 0 0 0,-1-1 0 0 0,1 1 0 0 0,1-3 0 0 0,10-11 0 0 0,0-1 0 0 0,-2 0 0 0 0,0-1 0 0 0,-1 0 0 0 0,15-34 0 0 0,1 0 0 0 0,-15 28-926 0 0,-1-2 0 0 0,-1 1-1 0 0,-1-1 1 0 0,-1 0 0 0 0,-1-1-1 0 0,5-49 1 0 0,-11 62-3836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1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15111,'0'4820'0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3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1 237 228 0 0,'11'27'18010'0'0,"60"107"-16588"0"0,-49-80-1422 0 0,11 24 0 0 0,-28-70 0 0 0,0 1 0 0 0,0-1 0 0 0,1 0 0 0 0,0-1 0 0 0,0 1 0 0 0,12 10 0 0 0,-16-17 0 0 0,-1 0 0 0 0,1 0 0 0 0,-1 0 0 0 0,1-1 0 0 0,0 1 0 0 0,-1-1 0 0 0,1 1 0 0 0,0-1 0 0 0,-1 1 0 0 0,1-1 0 0 0,0 0 0 0 0,-1 0 0 0 0,1 0 0 0 0,0 0 0 0 0,0 0 0 0 0,-1 0 0 0 0,1 0 0 0 0,0 0 0 0 0,-1-1 0 0 0,1 1 0 0 0,0-1 0 0 0,-1 1 0 0 0,1-1 0 0 0,1-1 0 0 0,1 1 0 0 0,0-1 0 0 0,0-1 0 0 0,-1 1 0 0 0,1-1 0 0 0,0 1 0 0 0,-1-1 0 0 0,0 0 0 0 0,4-4 0 0 0,8-13 0 0 0,-1 0 0 0 0,-1-1 0 0 0,11-23 0 0 0,27-71 0 0 0,-29 62 0 0 0,-5 15 0 0 0,-3 0 0 0 0,10-42 0 0 0,-21 63-183 0 0,-1 0-1 0 0,0 0 1 0 0,-2 0-1 0 0,0-1 1 0 0,-3-25-1 0 0,0 30-4312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4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19118,'0'4865'0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5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0 345 5069 0 0,'0'0'20'0'0,"1"0"1"0"0,-1 0-1 0 0,0 0 0 0 0,0 0 0 0 0,0-1 1 0 0,0 1-1 0 0,0 0 0 0 0,0 0 1 0 0,0 0-1 0 0,0 0 0 0 0,0 0 0 0 0,-1-1 345 0 0,1 1-344 0 0,7-1 1162 0 0,-2 1 430 0 0,0 0 0 0 0,-1 1 1 0 0,1-1-1 0 0,-1 1 0 0 0,1 1 0 0 0,5 1 1 0 0,-3 0-930 0 0,-1 0 1 0 0,1 0 0 0 0,7 6-1 0 0,4 4-1845 0 0,27 26-1 0 0,-31-26 2233 0 0,0 2-1071 0 0,0 0 0 0 0,17 25 0 0 0,9 11 0 0 0,-31-39 0 0 0,-4-6 0 0 0,0 0 0 0 0,0-1 0 0 0,0 1 0 0 0,8 6 0 0 0,-12-11 0 0 0,0-1 0 0 0,0 1 0 0 0,0 0 0 0 0,0-1 0 0 0,0 1 0 0 0,0 0 0 0 0,0-1 0 0 0,0 0 0 0 0,0 1 0 0 0,1-1 0 0 0,-1 0 0 0 0,0 1 0 0 0,0-1 0 0 0,0 0 0 0 0,0 0 0 0 0,1 0 0 0 0,-1 0 0 0 0,0 0 0 0 0,0 0 0 0 0,0 0 0 0 0,0 0 0 0 0,1-1 0 0 0,-1 1 0 0 0,0 0 0 0 0,0-1 0 0 0,0 1 0 0 0,0-1 0 0 0,0 1 0 0 0,0-1 0 0 0,0 0 0 0 0,0 1 0 0 0,0-1 0 0 0,0 0 0 0 0,1-1 0 0 0,3-4 0 0 0,1 0 0 0 0,-1-1 0 0 0,0 0 0 0 0,-1 0 0 0 0,7-13 0 0 0,14-43 0 0 0,-8 18 0 0 0,14-38-3274 0 0,33-131-1 0 0,-55 163 3044 0 0,-7 35-487 0 0,7-30 0 0 0,0 19-3424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7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16445,'0'4781'0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8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0 292 6913 0 0,'5'6'10171'0'0,"8"6"-7870"0"0,-11-10-2026 0 0,3 3-275 0 0,-1 0 0 0 0,1 0 0 0 0,4 7 0 0 0,8 10 0 0 0,0-2 0 0 0,-1 2 0 0 0,24 42 0 0 0,-30-45 0 0 0,2 0 0 0 0,0-1 0 0 0,1 0 0 0 0,1-1 0 0 0,19 18 0 0 0,-30-31 0 0 0,1-1 0 0 0,-1 0 0 0 0,1-1 0 0 0,0 1 0 0 0,0 0 0 0 0,1-1 0 0 0,-1 0 0 0 0,8 2 0 0 0,-10-3 0 0 0,-1-1 0 0 0,1 0 0 0 0,0 1 0 0 0,0-1 0 0 0,-1 0 0 0 0,1 0 0 0 0,0 0 0 0 0,0-1 0 0 0,-1 1 0 0 0,1 0 0 0 0,0-1 0 0 0,-1 1 0 0 0,1-1 0 0 0,0 1 0 0 0,-1-1 0 0 0,1 0 0 0 0,-1 0 0 0 0,1 0 0 0 0,-1 0 0 0 0,1 0 0 0 0,-1 0 0 0 0,0 0 0 0 0,1 0 0 0 0,-1-1 0 0 0,0 1 0 0 0,0 0 0 0 0,1-2 0 0 0,24-35 17 0 0,21-43 0 0 0,-3 6-451 0 0,6-19-1879 0 0,-19 32 693 0 0,-18 36 1078 0 0,-2 0 1 0 0,0-1-1 0 0,-2 0 0 0 0,-2-1 1 0 0,0 0-1 0 0,4-40 0 0 0,-8 46-3426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9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18825,'0'4948'0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0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1 290 3685 0 0,'13'-14'12226'0'0,"-12"14"-11843"0"0,14-1 5367 0 0,-7 4-8134 0 0,-4-1 2384 0 0,0 0 0 0 0,-1 0 0 0 0,0 1 0 0 0,1-1 0 0 0,-1 1 0 0 0,0 0 0 0 0,0 0 0 0 0,3 5 0 0 0,20 29 0 0 0,29 53 0 0 0,-33-55 0 0 0,-14-22 0 0 0,0 0 0 0 0,0-1 0 0 0,18 20 0 0 0,-22-28 0 0 0,-1-1 0 0 0,1 1 0 0 0,0-1 0 0 0,0 0 0 0 0,0 0 0 0 0,0-1 0 0 0,0 1 0 0 0,1-1 0 0 0,4 2 0 0 0,-6-3 0 0 0,-1-1 0 0 0,0 1 0 0 0,0-1 0 0 0,0 0 0 0 0,0 0 0 0 0,0 0 0 0 0,1 0 0 0 0,-1-1 0 0 0,0 1 0 0 0,0 0 0 0 0,0-1 0 0 0,0 1 0 0 0,0-1 0 0 0,0 0 0 0 0,0 0 0 0 0,0 0 0 0 0,0 0 0 0 0,0 0 0 0 0,0 0 0 0 0,-1-1 0 0 0,1 1 0 0 0,0 0 0 0 0,-1-1 0 0 0,2-2 0 0 0,5-4-19 0 0,-1-1 0 0 0,0 0 0 0 0,0 0-1 0 0,-1-1 1 0 0,5-10 0 0 0,22-54-1090 0 0,-23 47 361 0 0,5-12-206 0 0,-2-1 1 0 0,-2-1 0 0 0,7-50 0 0 0,-16 73 886 0 0,-1-1 0 0 0,-1 1 0 0 0,-2-24 0 0 0,-1-10-420 0 0,5 27 126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1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17004,'0'4773'0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3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1 292 3917 0 0,'1'-6'13485'0'0,"12"16"-11227"0"0,47 63-2258 0 0,27 43 0 0 0,-78-104-361 0 0,0-1 0 0 0,1 1 0 0 0,0-2 0 0 0,1 1 1 0 0,15 10-1 0 0,-25-20 129 0 0,0 0 1 0 0,1 0 0 0 0,-1 0 0 0 0,0-1 0 0 0,1 1 0 0 0,-1 0 0 0 0,1 0-1 0 0,-1-1 1 0 0,1 1 0 0 0,-1-1 0 0 0,1 0 0 0 0,0 1 0 0 0,-1-1 0 0 0,1 0-1 0 0,-1 0 1 0 0,1 0 0 0 0,2 0 0 0 0,-3-1 247 0 0,1 1 0 0 0,0-1 0 0 0,0 1 0 0 0,-1-1 0 0 0,1 0 0 0 0,-1 0 0 0 0,1 0 0 0 0,-1 0 0 0 0,1 0 0 0 0,-1 0 0 0 0,1 0 0 0 0,-1-1 0 0 0,2-1 0 0 0,2-4 875 0 0,0-1 0 0 0,0 1-1 0 0,0-1 1 0 0,6-17-1 0 0,-7 14-602 0 0,86-202-5332 0 0,-79 188 4959 0 0,-1-1 0 0 0,-1 0 0 0 0,-2 0 0 0 0,0 0 0 0 0,-2-1 0 0 0,-1 0 0 0 0,2-49 0 0 0,-6 58-151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4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17272,'0'4898'0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5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0 252 7418 0 0,'3'6'5815'0'0,"5"1"-3677"0"0,3 5-956 0 0,34 70 2198 0 0,0-1-3653 0 0,-36-63 273 0 0,1-1 0 0 0,1 0 0 0 0,22 27 0 0 0,-31-41 0 0 0,0 0 0 0 0,0-1 0 0 0,1 1 0 0 0,0-1 0 0 0,-1 0 0 0 0,1 0 0 0 0,0 0 0 0 0,0 0 0 0 0,0 0 0 0 0,0 0 0 0 0,1-1 0 0 0,-1 0 0 0 0,0 1 0 0 0,1-1 0 0 0,-1-1 0 0 0,1 1 0 0 0,-1 0 0 0 0,1-1 0 0 0,-1 0 0 0 0,1 0 0 0 0,-1 0 0 0 0,1 0 0 0 0,-1 0 0 0 0,1-1 0 0 0,-1 1 0 0 0,1-1 0 0 0,-1 0 0 0 0,0 0 0 0 0,1-1 0 0 0,-1 1 0 0 0,0 0 0 0 0,0-1 0 0 0,0 0 0 0 0,0 0 0 0 0,0 0 0 0 0,0 0 0 0 0,0-1 0 0 0,4-4 0 0 0,15-17 0 0 0,-1 0 0 0 0,20-31 0 0 0,30-56 0 0 0,-68 105 0 0 0,70-131-16 0 0,-67 120 8 0 0,0-1 0 0 0,-1 1 0 0 0,0-1 0 0 0,-2 0 0 0 0,3-24 0 0 0,7 2-70 0 0,-14 27 140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7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18745,'0'4721'0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8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3 212 4837 0 0,'-2'-9'7417'0'0,"35"51"-961"0"0,-7-3-5506 0 0,45 87-950 0 0,-69-121 0 0 0,8 14 0 0 0,17 23 0 0 0,-25-38 0 0 0,1 0 0 0 0,0-1 0 0 0,0 1 0 0 0,0-1 0 0 0,1 0 0 0 0,-1 0 0 0 0,1 0 0 0 0,0 0 0 0 0,0 0 0 0 0,-1-1 0 0 0,2 0 0 0 0,5 3 0 0 0,-7-5 0 0 0,0 1 0 0 0,-1-1 0 0 0,1 0 0 0 0,0 0 0 0 0,-1-1 0 0 0,1 1 0 0 0,0-1 0 0 0,-1 1 0 0 0,1-1 0 0 0,0 0 0 0 0,-1 0 0 0 0,1 0 0 0 0,-1 0 0 0 0,1 0 0 0 0,-1 0 0 0 0,0-1 0 0 0,0 1 0 0 0,1-1 0 0 0,-1 0 0 0 0,0 0 0 0 0,2-3 0 0 0,2-1 0 0 0,0-1 0 0 0,0 1 0 0 0,-1-1 0 0 0,0 0 0 0 0,6-11 0 0 0,14-39-306 0 0,-1-2 0 0 0,-4 0 0 0 0,19-83 0 0 0,-37 128-451 0 0,0 0 0 0 0,0 0 0 0 0,-2-15 0 0 0,1-3-4345 0 0,2 7 604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32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19164,'0'4590'0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34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4837 0 0,'-1'-2'12821'0'0,"2"1"-12716"0"0,0 1 1 0 0,0 0-1 0 0,-1 0 1 0 0,1-1-1 0 0,0 1 0 0 0,0 0 1 0 0,0 0-1 0 0,-1 0 0 0 0,1 0 1 0 0,0 0-1 0 0,0 0 1 0 0,0 0-1 0 0,-1 0 0 0 0,1 0 1 0 0,0 0-1 0 0,0 1 0 0 0,-1-1 1 0 0,3 1-1 0 0,41 13-105 0 0,-42-13 0 0 0,1 1 0 0 0,-1-1 0 0 0,1 0 0 0 0,-1 1 0 0 0,0-1 0 0 0,0 1 0 0 0,0 0 0 0 0,0 0 0 0 0,0 0 0 0 0,-1 0 0 0 0,1 0 0 0 0,0 0 0 0 0,-1 0 0 0 0,2 4 0 0 0,2 2 0 0 0,7 10 0 0 0,-1 1 0 0 0,16 40 0 0 0,-9-18 0 0 0,-9-20 0 0 0,8 31 0 0 0,-13-35 0 0 0,2 0 0 0 0,0-1 0 0 0,13 24 0 0 0,-18-38 0 0 0,0 0 0 0 0,0 0 0 0 0,0 0 0 0 0,1 0 0 0 0,-1-1 0 0 0,1 1 0 0 0,-1-1 0 0 0,1 1 0 0 0,-1-1 0 0 0,1 1 0 0 0,0-1 0 0 0,0 0 0 0 0,0 0 0 0 0,0 0 0 0 0,0 0 0 0 0,4 1 0 0 0,-5-1 0 0 0,1-1 0 0 0,0 0 0 0 0,-1 0 0 0 0,1 0 0 0 0,0-1 0 0 0,-1 1 0 0 0,1 0 0 0 0,0-1 0 0 0,-1 1 0 0 0,1-1 0 0 0,-1 1 0 0 0,1-1 0 0 0,-1 0 0 0 0,1 1 0 0 0,-1-1 0 0 0,0 0 0 0 0,1 0 0 0 0,-1 0 0 0 0,0 0 0 0 0,0-1 0 0 0,1 1 0 0 0,-1 0 0 0 0,1-2 0 0 0,19-25 0 0 0,-2 0 0 0 0,-1-2 0 0 0,20-43 0 0 0,-13 25 0 0 0,-13 25-623 0 0,0 0 0 0 0,-1-2-1 0 0,-1 1 1 0 0,8-33-1 0 0,-15 43-370 0 0,-1 7 541 0 0,-1 1 0 0 0,1-1 0 0 0,-1 0 0 0 0,-1 0 0 0 0,1 0 1 0 0,-2-13-1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3:38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18149,'4854'6627'0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3:40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27 376 4145 0 0,'-27'-7'15258'0'0,"35"8"-15001"0"0,9 2-257 0 0,-1 2 0 0 0,1 0 0 0 0,-1 2 0 0 0,18 8 0 0 0,189 99 0 0 0,-218-112 0 0 0,28 13 0 0 0,-31-15 0 0 0,0 1 0 0 0,0 0 0 0 0,1-1 0 0 0,-1 1 0 0 0,0-1 0 0 0,1 0 0 0 0,-1 0 0 0 0,1 0 0 0 0,-1 0 0 0 0,0 0 0 0 0,1-1 0 0 0,2 0 0 0 0,-4 0 0 0 0,1-1 0 0 0,-1 1 0 0 0,1-1 0 0 0,-1 0 0 0 0,0 0 0 0 0,0 1 0 0 0,0-1 0 0 0,0 0 0 0 0,0 0 0 0 0,0 0 0 0 0,-1 0 0 0 0,1 0 0 0 0,-1 0 0 0 0,1-3 0 0 0,0 1 0 0 0,1-8-83 0 0,0-1-1 0 0,-1 0 1 0 0,-1 0 0 0 0,0 1-1 0 0,-3-26 1 0 0,1 9-481 0 0,-15-94-3859 0 0,10 83 3777 0 0,-3-76 1 0 0,12 44 38 0 0,-1 51 311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4:26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17261,'9624'6624'0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4:27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38 498 6913 0 0,'-2'2'451'0'0,"-18"8"4912"0"0,18-11-5112 0 0,1-1 0 0 0,-1 1 0 0 0,1-1 0 0 0,0 1 0 0 0,-1-1 0 0 0,1 0 0 0 0,0 0 0 0 0,0 1 0 0 0,0-1 0 0 0,0 0 0 0 0,0-5 1333 0 0,9 5-987 0 0,-1 0-272 0 0,-2 1-140 0 0,1-1 0 0 0,-1 1 0 0 0,1 0 0 0 0,-1 1 1 0 0,1-1-1 0 0,-1 1 0 0 0,1 0 0 0 0,6 1 0 0 0,155 20-286 0 0,-153-19 119 0 0,0-2 0 0 0,0 1 0 0 0,0-2 0 0 0,14-2 0 0 0,-7 1-7 0 0,-16 2-11 0 0,0-1 0 0 0,-1 1 0 0 0,1-1 0 0 0,-1 0 0 0 0,1-1 0 0 0,-1 1 0 0 0,1-1 0 0 0,-1 0 0 0 0,0 0 0 0 0,0 0 0 0 0,5-4 0 0 0,-7 5 0 0 0,0-2 0 0 0,1 1 0 0 0,-1 0 0 0 0,0 0 0 0 0,0-1 0 0 0,-1 1 0 0 0,1-1 0 0 0,0 1 0 0 0,-1-1 0 0 0,0 0 0 0 0,1 0 0 0 0,-1 0 0 0 0,0 0 0 0 0,-1 0 0 0 0,1 0 0 0 0,0 0 0 0 0,0-4 0 0 0,-1 0-93 0 0,0 1 0 0 0,0-1-1 0 0,-1 0 1 0 0,0 1 0 0 0,0-1 0 0 0,-3-11 0 0 0,-18-37-2484 0 0,10 28 2926 0 0,2 6 257 0 0,-1 0 0 0 0,-1 1-1 0 0,-21-26 1 0 0,-19-32-2721 0 0,19 18-287 0 0,17 24 1559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4:38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17122,'14513'6516'0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4:40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19 644 1152 0 0,'-18'19'18341'0'0,"27"-21"-18841"0"0,1 0 301 0 0,-1 1 0 0 0,1 1 0 0 0,0 0 0 0 0,-1 0 0 0 0,1 1 0 0 0,16 3 0 0 0,132 47 2101 0 0,-28-7-2223 0 0,-111-40-4597 0 0,-16-3 5046 0 0,0-1 0 0 0,-1 0-1 0 0,1 0 1 0 0,0 0 0 0 0,-1 0 0 0 0,1 0-1 0 0,4-1 1 0 0,-6 0 12 0 0,1 1 0 0 0,-1-1-1 0 0,0 1 1 0 0,0-1 0 0 0,0 0 0 0 0,1 0-1 0 0,-1 1 1 0 0,0-1 0 0 0,0 0 0 0 0,0 0-1 0 0,0 0 1 0 0,0 0 0 0 0,-1 0 0 0 0,1 0-1 0 0,0-1 1 0 0,0 1 0 0 0,-1 0 0 0 0,1 0-1 0 0,-1 0 1 0 0,1-1 0 0 0,-1 1 0 0 0,1 0-1 0 0,-1-1 1 0 0,0 1 0 0 0,0 0 0 0 0,0-1-1 0 0,0 1 1 0 0,0 0 0 0 0,0-1 0 0 0,0-2 0 0 0,-1-9-155 0 0,-1-1 0 0 0,-1 0 1 0 0,0 1-1 0 0,-1-1 0 0 0,0 1 1 0 0,-8-15-1 0 0,-2-11 160 0 0,-105-314-145 0 0,101 306-77 0 0,-1 1 0 0 0,-31-52 0 0 0,42 81-3 0 0,1 1-225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42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4271 0 18554,'-4270'6333'0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43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40 2304 0 0,'-21'-39'17114'0'0,"26"42"-16872"0"0,0 2-242 0 0,-1-1 0 0 0,1 1 0 0 0,-1 0 0 0 0,-1 0 0 0 0,1 1 0 0 0,-1-1 0 0 0,0 1 0 0 0,0 0 0 0 0,4 11 0 0 0,4 25 0 0 0,12 62 0 0 0,5 58 0 0 0,-27-154 0 0 0,1-1 0 0 0,0 1 0 0 0,0 0 0 0 0,0-1 0 0 0,5 12 0 0 0,-6-18 0 0 0,0 1 0 0 0,-1-1 0 0 0,1 1 0 0 0,0-1 0 0 0,0 1 0 0 0,0-1 0 0 0,0 0 0 0 0,0 0 0 0 0,1 1 0 0 0,-1-1 0 0 0,0 0 0 0 0,0 0 0 0 0,1 0 0 0 0,-1 0 0 0 0,1 0 0 0 0,-1 0 0 0 0,1-1 0 0 0,-1 1 0 0 0,1 0 0 0 0,0-1 0 0 0,-1 1 0 0 0,1-1 0 0 0,-1 0 0 0 0,1 0 0 0 0,0 1 0 0 0,0-1 0 0 0,-1 0 0 0 0,1 0 0 0 0,0 0 0 0 0,-1-1 0 0 0,3 1 0 0 0,2-2 0 0 0,0 0 0 0 0,0-1 0 0 0,-1 1 0 0 0,0-1 0 0 0,1 0 0 0 0,-1 0 0 0 0,0-1 0 0 0,0 0 0 0 0,4-4 0 0 0,8-8 0 0 0,15-20 0 0 0,-7 7 0 0 0,86-83-1762 0 0,-79 83-505 0 0,60-42 1 0 0,-90 70 2213 0 0,77-48-606 0 0,-51 31 393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49.6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 17321,'0'6418'0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50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10 193 5989 0 0,'-10'-22'14925'0'0,"17"16"-16300"0"0,-6 6 1381 0 0,-1 0 1 0 0,1-1 0 0 0,0 1-1 0 0,-1 0 1 0 0,1-1-1 0 0,0 1 1 0 0,0 0-1 0 0,-1 0 1 0 0,1 0-1 0 0,0 0 1 0 0,0 0-1 0 0,0 0 1 0 0,-1 0-1 0 0,1 0 1 0 0,0 0-1 0 0,0 0 1 0 0,0 1-1 0 0,5-1-5 0 0,0 1-1 0 0,0 0 0 0 0,-1 0 0 0 0,1 1 1 0 0,0 0-1 0 0,-1 0 0 0 0,1 0 1 0 0,-1 1-1 0 0,0-1 0 0 0,0 1 1 0 0,0 0-1 0 0,9 8 0 0 0,-2 1 0 0 0,0 0 0 0 0,-1 1 0 0 0,-1 1 0 0 0,14 21 0 0 0,28 63 0 0 0,-38-70 0 0 0,-8-16 0 0 0,1 0 0 0 0,14 21 0 0 0,-19-30 0 0 0,0-1 0 0 0,0 0 0 0 0,0 1 0 0 0,0-1 0 0 0,1 0 0 0 0,-1 0 0 0 0,0 0 0 0 0,1 0 0 0 0,-1-1 0 0 0,1 1 0 0 0,0-1 0 0 0,0 0 0 0 0,0 1 0 0 0,-1-1 0 0 0,1 0 0 0 0,0-1 0 0 0,0 1 0 0 0,6 0 0 0 0,-7-1 0 0 0,0-1 0 0 0,0 0 0 0 0,0 1 0 0 0,0-1 0 0 0,0 0 0 0 0,0 0 0 0 0,0 0 0 0 0,0 0 0 0 0,0-1 0 0 0,0 1 0 0 0,-1 0 0 0 0,1-1 0 0 0,-1 1 0 0 0,1-1 0 0 0,-1 0 0 0 0,1 1 0 0 0,-1-1 0 0 0,1-2 0 0 0,5-6 0 0 0,11-21 0 0 0,42-112 69 0 0,-21 46-879 0 0,-4 1-1351 0 0,-8 17-422 0 0,-21 63-1721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53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18812,'4945'6453'0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5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0 476 6449 0 0,'0'4'1609'0'0,"30"-11"8437"0"0,-16 8-9787 0 0,0 0 1 0 0,0 1-1 0 0,0 1 0 0 0,0 0 1 0 0,17 6-1 0 0,96 50-259 0 0,22 8 0 0 0,-146-65 1 0 0,1-1-1 0 0,-1 0 1 0 0,1 0 0 0 0,0 0-1 0 0,-1 0 1 0 0,1-1 0 0 0,0 1-1 0 0,0-1 1 0 0,-1 0 0 0 0,1 0-1 0 0,0 0 1 0 0,0-1-1 0 0,6-1 1 0 0,-7 1-6 0 0,-1 0-1 0 0,1 0 1 0 0,-1-1-1 0 0,0 1 1 0 0,1-1-1 0 0,-1 1 1 0 0,0-1-1 0 0,0 0 1 0 0,0 0-1 0 0,0 0 1 0 0,0 0-1 0 0,-1 0 1 0 0,1-1-1 0 0,0 1 1 0 0,-1 0-1 0 0,0-1 1 0 0,0 1-1 0 0,1-1 1 0 0,0-3-1 0 0,1-4-281 0 0,-1 1 0 0 0,0-1-1 0 0,0 0 1 0 0,0 0 0 0 0,-1-14-1 0 0,-4-52-2050 0 0,0 36 518 0 0,0-12 1500 0 0,-3 0-1 0 0,-3 1 1 0 0,-1-1-1 0 0,-3 2 1 0 0,-27-71 0 0 0,34 108-3925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0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18090,'9515'6659'0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01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16 538 2993 0 0,'-15'-13'11385'0'0,"22"9"-9646"0"0,24-15 1138 0 0,-29 18-2838 0 0,0 0-1 0 0,0 0 1 0 0,0 0-1 0 0,0 0 1 0 0,0 1-1 0 0,0-1 0 0 0,1 1 1 0 0,-1 0-1 0 0,0-1 1 0 0,0 1-1 0 0,1 0 1 0 0,-1 0-1 0 0,0 0 0 0 0,0 1 1 0 0,4 0-1 0 0,2 0 13 0 0,57 7-5476 0 0,30 10 9486 0 0,-32-5-2697 0 0,-39-8-1447 0 0,30 0-1 0 0,-45-4 101 0 0,-1-1 0 0 0,1 0 0 0 0,-1-1-1 0 0,1 0 1 0 0,-1-1 0 0 0,1 0 0 0 0,9-3 0 0 0,-16 4-16 0 0,-1 1 0 0 0,1-1 0 0 0,0 0 0 0 0,0 0 0 0 0,0-1 0 0 0,-1 1 0 0 0,1 0 0 0 0,0-1 0 0 0,-1 1 0 0 0,0-1 0 0 0,1 1 1 0 0,-1-1-1 0 0,0 1 0 0 0,0-1 0 0 0,2-3 0 0 0,-1 1 4 0 0,-1 0-1 0 0,1 0 1 0 0,-1 0 0 0 0,0 0 0 0 0,-1 0-1 0 0,1 0 1 0 0,0-7 0 0 0,-2-2-56 0 0,1 1 1 0 0,-2-1-1 0 0,0 1 1 0 0,-5-18-1 0 0,-36-97-347 0 0,28 88-763 0 0,2 6 164 0 0,-1 0-1 0 0,-1 2 1 0 0,-26-40 0 0 0,36 65 813 0 0,1-1 1 0 0,1 1-1 0 0,-7-15 0 0 0,4 1-80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13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9140 0 17473,'-9140'6640'0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1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59 3225 0 0,'-1'-1'435'0'0,"0"0"1"0"0,1-1 0 0 0,-1 1-1 0 0,0 0 1 0 0,1 0 0 0 0,-1 0-1 0 0,1 0 1 0 0,-1 0-1 0 0,1-1 1 0 0,0 1 0 0 0,-1 0-1 0 0,1 0 1 0 0,0-1 0 0 0,0 1-1 0 0,0 0 1 0 0,0-1 0 0 0,0 1-1 0 0,0 0 1 0 0,0 0-1 0 0,0-1 1 0 0,1 1 0 0 0,-1 0-1 0 0,0 0 1 0 0,1-1 0 0 0,-1 1-1 0 0,1 0 1 0 0,-1 0 0 0 0,2-2-1 0 0,-1 1 97 0 0,0 1 0 0 0,1-1-1 0 0,-1 1 1 0 0,0-1 0 0 0,1 1-1 0 0,-1-1 1 0 0,0 1 0 0 0,1-1-1 0 0,0 1 1 0 0,2-1 0 0 0,11-2-2579 0 0,-14 4 2047 0 0,0 0 0 0 0,0 0 0 0 0,0 0 0 0 0,0 1 0 0 0,1-1 0 0 0,-1 1 0 0 0,0-1 0 0 0,0 0 0 0 0,0 1 0 0 0,0 0 0 0 0,-1-1 0 0 0,1 1 0 0 0,0 0 0 0 0,0-1 0 0 0,0 1 0 0 0,0 0 0 0 0,-1 0 0 0 0,1 0 0 0 0,0 0 0 0 0,-1 0 0 0 0,1 0 0 0 0,-1 0 0 0 0,1 0 0 0 0,-1 0 0 0 0,1 0 0 0 0,-1 0 0 0 0,0 0 0 0 0,1 1 0 0 0,0 4 0 0 0,1 0 0 0 0,-1 1 0 0 0,0 8 0 0 0,0 4 0 0 0,-1-1 0 0 0,-1 1 0 0 0,-5 26 0 0 0,-15 54 0 0 0,12-68 0 0 0,2 0 0 0 0,2 1 0 0 0,-3 49 0 0 0,8-80 0 0 0,0 0 0 0 0,0 1 0 0 0,0-1 0 0 0,0 0 0 0 0,0 0 0 0 0,0 1 0 0 0,0-1 0 0 0,0 0 0 0 0,1 1 0 0 0,-1-1 0 0 0,0 0 0 0 0,1 0 0 0 0,-1 0 0 0 0,1 1 0 0 0,0-1 0 0 0,-1 0 0 0 0,1 0 0 0 0,0 0 0 0 0,-1 0 0 0 0,1 0 0 0 0,0 0 0 0 0,0 0 0 0 0,0 0 0 0 0,2 1 0 0 0,-2-2 0 0 0,1 0 0 0 0,0 1 0 0 0,-1-1 0 0 0,1 0 0 0 0,0 0 0 0 0,-1 1 0 0 0,1-1 0 0 0,0-1 0 0 0,0 1 0 0 0,-1 0 0 0 0,1 0 0 0 0,0-1 0 0 0,-1 1 0 0 0,1-1 0 0 0,2 0 0 0 0,7-5 0 0 0,0 1 0 0 0,-1-1 0 0 0,18-14 0 0 0,-27 20 0 0 0,15-12-21 0 0,34-15 0 0 0,-29 16-270 0 0,-8 4 11 0 0,25-15-1724 0 0,1 3 0 0 0,63-22 0 0 0,-28 24 1160 0 0,-55 11 528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18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4585 1 19008,'-4584'6683'0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19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2072 0 0,'10'-37'17318'0'0,"-8"46"-17073"0"0,2 5-241 0 0,-1 1 1 0 0,-1 0-1 0 0,0-1 0 0 0,-1 1 0 0 0,0 18 0 0 0,-6 19-4 0 0,2-23 0 0 0,1 1 0 0 0,3 45 0 0 0,-1-72 0 0 0,1 0 0 0 0,-1-1 0 0 0,1 1 0 0 0,-1 0 0 0 0,1 0 0 0 0,0-1 0 0 0,0 1 0 0 0,0 0 0 0 0,0-1 0 0 0,1 1 0 0 0,-1-1 0 0 0,1 0 0 0 0,-1 1 0 0 0,1-1 0 0 0,0 0 0 0 0,0 0 0 0 0,0 0 0 0 0,0 0 0 0 0,0 0 0 0 0,0 0 0 0 0,1-1 0 0 0,-1 1 0 0 0,0-1 0 0 0,1 0 0 0 0,0 1 0 0 0,-1-1 0 0 0,1 0 0 0 0,0-1 0 0 0,-1 1 0 0 0,1 0 0 0 0,3 0 0 0 0,2-1 0 0 0,-1 0 0 0 0,1 0 0 0 0,0 0 0 0 0,-1-1 0 0 0,1 0 0 0 0,-1 0 0 0 0,1-1 0 0 0,-1 0 0 0 0,0 0 0 0 0,12-5 0 0 0,36-22-2071 0 0,-1-1 0 0 0,93-70 0 0 0,-132 87 1887 0 0,25-26-1 0 0,2-2-212 0 0,-33 32 67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3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17823,'0'6461'0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33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24 144 4837 0 0,'-3'-1'657'0'0,"-8"-4"-222"0"0,3-5 3548 0 0,8 8-3121 0 0,-1-1 1 0 0,1 1 0 0 0,0 0 0 0 0,0-1 0 0 0,0 1-1 0 0,0 0 1 0 0,0-1 0 0 0,1 1 0 0 0,-1 0-1 0 0,1-4 1 0 0,4-2-605 0 0,-4 8-258 0 0,-1 0 0 0 0,1 0 0 0 0,-1 0 0 0 0,1 0 0 0 0,-1 1 0 0 0,1-1 0 0 0,-1 0 0 0 0,1 0 0 0 0,0 0 0 0 0,-1 0 0 0 0,1 1 0 0 0,-1-1 0 0 0,1 0 0 0 0,-1 0 0 0 0,0 1 0 0 0,1-1 0 0 0,-1 0 0 0 0,1 1 0 0 0,-1-1 0 0 0,1 0 0 0 0,-1 1 0 0 0,0-1 0 0 0,1 1 0 0 0,-1-1 0 0 0,0 1 0 0 0,0-1 0 0 0,1 1 0 0 0,-1-1 0 0 0,0 1 0 0 0,0 0 0 0 0,10 20 0 0 0,-8-17 0 0 0,32 84 0 0 0,-15-37 0 0 0,-5-21 0 0 0,21 35 0 0 0,-31-59 0 0 0,-2 0 0 0 0,2-1 0 0 0,-1 0 0 0 0,1 0 0 0 0,-1 0 0 0 0,1-1 0 0 0,1 1 0 0 0,7 6 0 0 0,-10-10 0 0 0,0 1 0 0 0,0-1 0 0 0,0 0 0 0 0,0 0 0 0 0,0 0 0 0 0,1-1 0 0 0,-1 1 0 0 0,0 0 0 0 0,0-1 0 0 0,0 1 0 0 0,1-1 0 0 0,-1 0 0 0 0,0 0 0 0 0,1 0 0 0 0,-1 0 0 0 0,0 0 0 0 0,0 0 0 0 0,1-1 0 0 0,-1 1 0 0 0,0-1 0 0 0,0 1 0 0 0,1-1 0 0 0,1-1 0 0 0,4-2-5 0 0,-1 0 0 0 0,0 0-1 0 0,0-1 1 0 0,0 0 0 0 0,0-1-1 0 0,-1 1 1 0 0,0-1 0 0 0,0 0-1 0 0,6-9 1 0 0,-3 2-132 0 0,0 0 0 0 0,-1-1 0 0 0,-1 0 0 0 0,6-14 0 0 0,38-82-4095 0 0,-7 15 3202 0 0,-38 80 730 0 0,8-27 0 0 0,-11 30 1343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40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19022,'4633'6528'0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42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26 556 1380 0 0,'-23'-33'16642'0'0,"21"26"-15004"0"0,2 6-1638 0 0,0 0 0 0 0,0-1 0 0 0,0 1 0 0 0,0 0 0 0 0,-1 0 0 0 0,2 0 0 0 0,-1-1 0 0 0,0 1 0 0 0,0 0 0 0 0,0 0 0 0 0,1 0 0 0 0,-1 0 0 0 0,0-1 0 0 0,1 0 0 0 0,0 1 0 0 0,-1 1 0 0 0,1-1 0 0 0,-1 1 0 0 0,0-1 0 0 0,1 1 0 0 0,-1 0 0 0 0,1-1 0 0 0,-1 1 0 0 0,1-1 0 0 0,0 1 0 0 0,-1 0 0 0 0,1-1 0 0 0,-1 1 0 0 0,1 0 0 0 0,0 0 0 0 0,-1 0 0 0 0,1-1 0 0 0,-1 1 0 0 0,2 0 0 0 0,0 0 0 0 0,0 0 0 0 0,1 0 0 0 0,-1 1 0 0 0,0-1 0 0 0,0 1 0 0 0,1-1 0 0 0,-1 1 0 0 0,0 0 0 0 0,0-1 0 0 0,0 1 0 0 0,0 0 0 0 0,0 0 0 0 0,3 3 0 0 0,86 59-572 0 0,-63-46-1369 0 0,41 19 0 0 0,-66-34 1870 0 0,1-1 1 0 0,-1 0-1 0 0,0 0 1 0 0,0 0-1 0 0,1 0 1 0 0,-1 0-1 0 0,1-1 1 0 0,-1 0 0 0 0,0 1-1 0 0,1-1 1 0 0,-1-1-1 0 0,1 1 1 0 0,-1 0-1 0 0,1-1 1 0 0,-1 0-1 0 0,0 0 1 0 0,1 0-1 0 0,-1 0 1 0 0,0 0-1 0 0,0-1 1 0 0,0 1 0 0 0,3-3-1 0 0,-1 0 109 0 0,0 1 0 0 0,-1-1 0 0 0,0 0 0 0 0,0 0 0 0 0,0-1 0 0 0,-1 1 0 0 0,0-1 0 0 0,1 0 0 0 0,-1 0 0 0 0,-1 0 0 0 0,1 0 0 0 0,2-8 0 0 0,1-8 37 0 0,0 1 0 0 0,-2-2 1 0 0,0 1-1 0 0,2-40 0 0 0,-2 14 83 0 0,15-66 0 0 0,3-25-100 0 0,-21 130 167 0 0,-1 0 0 0 0,-1 0 0 0 0,1 0 0 0 0,-3-13 0 0 0,-6-13-2365 0 0,3 18-2585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45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14022 0 18417,'-14022'6566'0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48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3685 0 0,'11'-24'12895'0'0,"-5"16"-11283"0"0,0-1-186 0 0,-5 8-1421 0 0,0-1-1 0 0,0 1 0 0 0,0-1 0 0 0,0 1 0 0 0,0 0 0 0 0,0-1 0 0 0,0 1 0 0 0,1 0 0 0 0,-1 0 0 0 0,2-1 1 0 0,-2 2-6 0 0,-1 0 1 0 0,1-1 0 0 0,-1 1 0 0 0,1 0 0 0 0,-1 0 0 0 0,1 0 0 0 0,-1 0 0 0 0,1 0 0 0 0,-1 0 0 0 0,1 0-1 0 0,-1 0 1 0 0,1 0 0 0 0,0 0 0 0 0,-1 0 0 0 0,1 0 0 0 0,-1 0 0 0 0,1 1 0 0 0,-1-1 0 0 0,1 0 0 0 0,-1 0-1 0 0,1 1 1 0 0,-1-1 0 0 0,1 0 0 0 0,-1 1 0 0 0,0-1 0 0 0,1 0 0 0 0,-1 1 0 0 0,1-1 0 0 0,-1 0 0 0 0,0 1-1 0 0,1-1 1 0 0,-1 1 0 0 0,1 0 0 0 0,-1-1 0 0 0,0 0 0 0 0,0 1 0 0 0,1-1 0 0 0,-1 0 0 0 0,0 1 0 0 0,1-1 0 0 0,-1 0 0 0 0,1 0 0 0 0,-1 0 0 0 0,0 1 0 0 0,1-1 0 0 0,-1 0 0 0 0,1 0 0 0 0,-1 0 0 0 0,0 0 0 0 0,1 0 0 0 0,-1 0 0 0 0,1 0 0 0 0,-1 0 0 0 0,1 0 0 0 0,-1 0 0 0 0,0 0 0 0 0,1 0 0 0 0,-1 0 0 0 0,1 0 0 0 0,-1 0 0 0 0,1 0 0 0 0,0 0 0 0 0,-1-1 0 0 0,0 1 0 0 0,0 0 0 0 0,1 0 0 0 0,-1 0 0 0 0,0 0 0 0 0,0 0 0 0 0,1 0 0 0 0,-1 0 0 0 0,0 0 0 0 0,0 0 0 0 0,1 0 0 0 0,-1 0 0 0 0,0 0 0 0 0,1 0 0 0 0,-1 0 0 0 0,0 0 0 0 0,0 0 0 0 0,1 0 0 0 0,-1 0 0 0 0,0 0 0 0 0,0 0 0 0 0,1 0 0 0 0,-1 1 0 0 0,0-1 0 0 0,0 0 0 0 0,1 0 0 0 0,-1 0 0 0 0,0 0 0 0 0,0 1 0 0 0,0-1 0 0 0,1 0 0 0 0,-1 0 0 0 0,0 0 0 0 0,0 1 0 0 0,0-1 0 0 0,0 0 0 0 0,1 0 0 0 0,-1 1 0 0 0,0-1 0 0 0,0 1 0 0 0,4 12 0 0 0,-1 0 0 0 0,0 0 0 0 0,-1 1 0 0 0,-1-1 0 0 0,0 1 0 0 0,-1-1 0 0 0,-1 17 0 0 0,0 1 0 0 0,-3 50 0 0 0,2-55 0 0 0,1 0 0 0 0,0 0 0 0 0,6 42 0 0 0,-3-59 0 0 0,0 1 0 0 0,1-1 0 0 0,0 0 0 0 0,0 0 0 0 0,1-1 0 0 0,0 1 0 0 0,0-1 0 0 0,6 9 0 0 0,-6-12 0 0 0,-1-1 0 0 0,1 1 0 0 0,0 0 0 0 0,1-1 0 0 0,-1 0 0 0 0,1 0 0 0 0,0 0 0 0 0,0-1 0 0 0,0 1 0 0 0,0-1 0 0 0,0-1 0 0 0,1 1 0 0 0,8 2 0 0 0,-1 0 0 0 0,-4-2 0 0 0,0-1 0 0 0,1 0 0 0 0,12 2 0 0 0,204 2-12 0 0,-171-6-38 0 0,-13 3-992 0 0,-24 0-3327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1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9376 1 18664,'-9376'6736'0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53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64 5297 0 0,'-1'-1'322'0'0,"1"0"-1"0"0,-1 0 0 0 0,0 1 1 0 0,1-1-1 0 0,-1 0 1 0 0,1 0-1 0 0,-1 0 0 0 0,1 0 1 0 0,-1 0-1 0 0,1 0 1 0 0,0 0-1 0 0,-1 0 0 0 0,1 0 1 0 0,0 0-1 0 0,0 0 1 0 0,0 0-1 0 0,0 0 0 0 0,0 0 1 0 0,0 0-1 0 0,0 0 1 0 0,0 0-1 0 0,0-1 1 0 0,0 1-1 0 0,0 0 0 0 0,1 0 1 0 0,0-1-1 0 0,1-3 816 0 0,0 1 0 0 0,1 0 0 0 0,-1 0 0 0 0,7-7 0 0 0,-9 11-1137 0 0,0-1 0 0 0,1 1 0 0 0,-1-1 0 0 0,0 1 0 0 0,1-1 0 0 0,-1 1 0 0 0,1-1 0 0 0,-1 1 0 0 0,0 0 0 0 0,1-1 0 0 0,-1 1 0 0 0,1 0 0 0 0,0-1 0 0 0,-1 1 0 0 0,1 0 0 0 0,-1 0 0 0 0,1-1 0 0 0,-1 1 0 0 0,1 0 0 0 0,0 0 0 0 0,0 0 0 0 0,-1 0 0 0 0,0 0 0 0 0,1 1 0 0 0,-1-1 0 0 0,0 0 0 0 0,0 0 0 0 0,1 0 0 0 0,-1 1 0 0 0,0-1 0 0 0,1 0 0 0 0,-1 0 0 0 0,0 1 0 0 0,0-1 0 0 0,0 0 0 0 0,1 1 0 0 0,-1-1 0 0 0,0 0 0 0 0,0 1 0 0 0,0-1 0 0 0,0 0 0 0 0,1 1 0 0 0,-1-1 0 0 0,0 1 0 0 0,2 24 0 0 0,-4 25-849 0 0,-13 71-1 0 0,8-81-483 0 0,2 0 1 0 0,2 0-1 0 0,2 50 1 0 0,1-84 1361 0 0,1-1 1 0 0,-1 1 0 0 0,2 0-1 0 0,-1-1 1 0 0,1 1-1 0 0,-1-1 1 0 0,1 0 0 0 0,1 1-1 0 0,-1-1 1 0 0,1 0 0 0 0,5 7-1 0 0,-6-9-10 0 0,1 0-1 0 0,-1-1 0 0 0,1 1 1 0 0,0-1-1 0 0,0 0 1 0 0,0 0-1 0 0,0 0 1 0 0,0 0-1 0 0,0 0 0 0 0,0-1 1 0 0,1 1-1 0 0,-1-1 1 0 0,1 0-1 0 0,-1 0 1 0 0,1 0-1 0 0,-1-1 1 0 0,1 1-1 0 0,-1-1 0 0 0,6 0 1 0 0,4 0 29 0 0,-2 0 8 0 0,0 0 0 0 0,19-3-1 0 0,17-4 999 0 0,-26 4-815 0 0,0 0-1 0 0,0-2 1 0 0,36-12 0 0 0,33-27-316 0 0,-40 17-1032 0 0,-38 22-919 0 0,1 1-1841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6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4212 0 17657,'-4212'6612'0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57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4377 0 0,'-28'-21'14394'0'0,"54"-4"-13505"0"0,-26 24-889 0 0,0 1 0 0 0,0 0 0 0 0,0-1 0 0 0,1 1 0 0 0,-1 0 0 0 0,0 0 0 0 0,1-1 0 0 0,-1 1 0 0 0,0 0 0 0 0,0 0 0 0 0,1 0 0 0 0,-1-1 0 0 0,0 1 0 0 0,1 0 0 0 0,-1 0 0 0 0,0 0 0 0 0,1 0 0 0 0,-1 0 0 0 0,1-1 0 0 0,-1 1 0 0 0,0 0 0 0 0,1 0 0 0 0,-1 0 0 0 0,0 0 0 0 0,1 0 0 0 0,-1 0 0 0 0,1 0 0 0 0,-1 1 0 0 0,0-1 0 0 0,1 0 0 0 0,-1 0 0 0 0,0 0 0 0 0,1 0 0 0 0,-1 0 0 0 0,0 0 0 0 0,1 1 0 0 0,-1-1 0 0 0,0 0 0 0 0,1 0 0 0 0,-1 1 0 0 0,0-1 0 0 0,0 0 0 0 0,1 0 0 0 0,-1 1 0 0 0,0-1 0 0 0,6 16 0 0 0,-5-13 0 0 0,16 54 0 0 0,-13-38 0 0 0,1-1 0 0 0,1 0 0 0 0,1-1 0 0 0,0 0 0 0 0,2 0 0 0 0,11 19 0 0 0,-18-35 0 0 0,-1 1 0 0 0,1 0 0 0 0,0 0 0 0 0,0-1 0 0 0,0 1 0 0 0,0-1 0 0 0,0 1 0 0 0,1-1 0 0 0,-1 0 0 0 0,0 0 0 0 0,1 0 0 0 0,-1 0 0 0 0,1 0 0 0 0,-1-1 0 0 0,1 1 0 0 0,-1-1 0 0 0,1 1 0 0 0,-1-1 0 0 0,1 0 0 0 0,-1 0 0 0 0,1 0 0 0 0,0-1 0 0 0,-1 1 0 0 0,1 0 0 0 0,4-2 0 0 0,4-2 0 0 0,0 1 0 0 0,0-1 0 0 0,0-1 0 0 0,12-7 0 0 0,-13 6 0 0 0,0 0 0 0 0,14-13 0 0 0,-2 2 0 0 0,58-43 0 0 0,-41 26-5 0 0,-34 28-71 0 0,1 0 0 0 0,0 0 0 0 0,0 1 0 0 0,1 0 0 0 0,0 0 0 0 0,0 1 0 0 0,0 0 0 0 0,0 0 0 0 0,13-4 0 0 0,-3 2 841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9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17920,'0'6360'0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8:01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3 171 2304 0 0,'-3'-18'8945'0'0,"12"23"-7446"0"0,-5-2-730 0 0,5 3 255 0 0,0 0 0 0 0,0 1 0 0 0,-1 0 0 0 0,0 0-1 0 0,11 14 1 0 0,10 17-1024 0 0,54 54 0 0 0,-76-86 0 0 0,0 0 0 0 0,0 0 0 0 0,1 0 0 0 0,-1-1 0 0 0,1 0 0 0 0,1 0 0 0 0,-1-1 0 0 0,1 0 0 0 0,13 4 0 0 0,-18-7 3 0 0,-1-1 0 0 0,1 0 0 0 0,-1 0 0 0 0,0 0 0 0 0,1 0 0 0 0,-1-1 0 0 0,0 1 0 0 0,1-1 0 0 0,-1 0 0 0 0,0 0 0 0 0,0 0 0 0 0,1-1 0 0 0,-1 1 0 0 0,0-1-1 0 0,0 0 1 0 0,-1 1 0 0 0,1-1 0 0 0,0 0 0 0 0,-1-1 0 0 0,1 1 0 0 0,3-4 0 0 0,4-6-238 0 0,-1 0 0 0 0,0 0-1 0 0,10-19 1 0 0,-16 27 36 0 0,41-74-3585 0 0,-25 42 3421 0 0,17-49 0 0 0,-32 77 352 0 0,2-9-215 0 0,0 0-1 0 0,4-24 0 0 0,-2 22-1316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22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2" Type="http://schemas.openxmlformats.org/officeDocument/2006/relationships/customXml" Target="../ink/ink17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1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30.xml"/><Relationship Id="rId10" Type="http://schemas.openxmlformats.org/officeDocument/2006/relationships/customXml" Target="../ink/ink21.xml"/><Relationship Id="rId19" Type="http://schemas.openxmlformats.org/officeDocument/2006/relationships/image" Target="../media/image25.png"/><Relationship Id="rId31" Type="http://schemas.openxmlformats.org/officeDocument/2006/relationships/image" Target="../media/image31.png"/><Relationship Id="rId4" Type="http://schemas.openxmlformats.org/officeDocument/2006/relationships/customXml" Target="../ink/ink18.xml"/><Relationship Id="rId9" Type="http://schemas.openxmlformats.org/officeDocument/2006/relationships/image" Target="../media/image20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29.png"/><Relationship Id="rId30" Type="http://schemas.openxmlformats.org/officeDocument/2006/relationships/customXml" Target="../ink/ink31.xml"/><Relationship Id="rId8" Type="http://schemas.openxmlformats.org/officeDocument/2006/relationships/customXml" Target="../ink/ink2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customXml" Target="../ink/ink41.xml"/><Relationship Id="rId26" Type="http://schemas.openxmlformats.org/officeDocument/2006/relationships/customXml" Target="../ink/ink45.xml"/><Relationship Id="rId3" Type="http://schemas.openxmlformats.org/officeDocument/2006/relationships/image" Target="../media/image33.png"/><Relationship Id="rId21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customXml" Target="../ink/ink38.xml"/><Relationship Id="rId17" Type="http://schemas.openxmlformats.org/officeDocument/2006/relationships/image" Target="../media/image40.png"/><Relationship Id="rId25" Type="http://schemas.openxmlformats.org/officeDocument/2006/relationships/image" Target="../media/image44.png"/><Relationship Id="rId33" Type="http://schemas.openxmlformats.org/officeDocument/2006/relationships/image" Target="../media/image48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37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46.xml"/><Relationship Id="rId10" Type="http://schemas.openxmlformats.org/officeDocument/2006/relationships/customXml" Target="../ink/ink37.xml"/><Relationship Id="rId19" Type="http://schemas.openxmlformats.org/officeDocument/2006/relationships/image" Target="../media/image41.png"/><Relationship Id="rId31" Type="http://schemas.openxmlformats.org/officeDocument/2006/relationships/image" Target="../media/image47.png"/><Relationship Id="rId4" Type="http://schemas.openxmlformats.org/officeDocument/2006/relationships/customXml" Target="../ink/ink34.xml"/><Relationship Id="rId9" Type="http://schemas.openxmlformats.org/officeDocument/2006/relationships/image" Target="../media/image36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image" Target="../media/image45.png"/><Relationship Id="rId30" Type="http://schemas.openxmlformats.org/officeDocument/2006/relationships/customXml" Target="../ink/ink47.xml"/><Relationship Id="rId8" Type="http://schemas.openxmlformats.org/officeDocument/2006/relationships/customXml" Target="../ink/ink3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" Type="http://schemas.openxmlformats.org/officeDocument/2006/relationships/image" Target="../media/image49.png"/><Relationship Id="rId21" Type="http://schemas.openxmlformats.org/officeDocument/2006/relationships/image" Target="../media/image58.png"/><Relationship Id="rId7" Type="http://schemas.openxmlformats.org/officeDocument/2006/relationships/image" Target="../media/image51.png"/><Relationship Id="rId12" Type="http://schemas.openxmlformats.org/officeDocument/2006/relationships/customXml" Target="../ink/ink54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53.png"/><Relationship Id="rId24" Type="http://schemas.openxmlformats.org/officeDocument/2006/relationships/customXml" Target="../ink/ink60.xml"/><Relationship Id="rId32" Type="http://schemas.openxmlformats.org/officeDocument/2006/relationships/customXml" Target="../ink/ink64.xml"/><Relationship Id="rId5" Type="http://schemas.openxmlformats.org/officeDocument/2006/relationships/image" Target="../media/image50.png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62.xml"/><Relationship Id="rId10" Type="http://schemas.openxmlformats.org/officeDocument/2006/relationships/customXml" Target="../ink/ink53.xml"/><Relationship Id="rId19" Type="http://schemas.openxmlformats.org/officeDocument/2006/relationships/image" Target="../media/image57.png"/><Relationship Id="rId31" Type="http://schemas.openxmlformats.org/officeDocument/2006/relationships/image" Target="../media/image63.png"/><Relationship Id="rId4" Type="http://schemas.openxmlformats.org/officeDocument/2006/relationships/customXml" Target="../ink/ink50.xml"/><Relationship Id="rId9" Type="http://schemas.openxmlformats.org/officeDocument/2006/relationships/image" Target="../media/image52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61.png"/><Relationship Id="rId30" Type="http://schemas.openxmlformats.org/officeDocument/2006/relationships/customXml" Target="../ink/ink63.xml"/><Relationship Id="rId8" Type="http://schemas.openxmlformats.org/officeDocument/2006/relationships/customXml" Target="../ink/ink5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.xml"/><Relationship Id="rId21" Type="http://schemas.openxmlformats.org/officeDocument/2006/relationships/image" Target="../media/image74.png"/><Relationship Id="rId42" Type="http://schemas.openxmlformats.org/officeDocument/2006/relationships/customXml" Target="../ink/ink85.xml"/><Relationship Id="rId47" Type="http://schemas.openxmlformats.org/officeDocument/2006/relationships/image" Target="../media/image87.png"/><Relationship Id="rId63" Type="http://schemas.openxmlformats.org/officeDocument/2006/relationships/image" Target="../media/image95.png"/><Relationship Id="rId68" Type="http://schemas.openxmlformats.org/officeDocument/2006/relationships/customXml" Target="../ink/ink98.xml"/><Relationship Id="rId16" Type="http://schemas.openxmlformats.org/officeDocument/2006/relationships/customXml" Target="../ink/ink72.xml"/><Relationship Id="rId11" Type="http://schemas.openxmlformats.org/officeDocument/2006/relationships/image" Target="../media/image69.png"/><Relationship Id="rId32" Type="http://schemas.openxmlformats.org/officeDocument/2006/relationships/customXml" Target="../ink/ink80.xml"/><Relationship Id="rId37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customXml" Target="../ink/ink93.xml"/><Relationship Id="rId74" Type="http://schemas.openxmlformats.org/officeDocument/2006/relationships/customXml" Target="../ink/ink101.xml"/><Relationship Id="rId79" Type="http://schemas.openxmlformats.org/officeDocument/2006/relationships/image" Target="../media/image103.png"/><Relationship Id="rId5" Type="http://schemas.openxmlformats.org/officeDocument/2006/relationships/image" Target="../media/image66.png"/><Relationship Id="rId61" Type="http://schemas.openxmlformats.org/officeDocument/2006/relationships/image" Target="../media/image94.png"/><Relationship Id="rId19" Type="http://schemas.openxmlformats.org/officeDocument/2006/relationships/image" Target="../media/image73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../media/image77.png"/><Relationship Id="rId30" Type="http://schemas.openxmlformats.org/officeDocument/2006/relationships/customXml" Target="../ink/ink79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64" Type="http://schemas.openxmlformats.org/officeDocument/2006/relationships/customXml" Target="../ink/ink96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68.xml"/><Relationship Id="rId51" Type="http://schemas.openxmlformats.org/officeDocument/2006/relationships/image" Target="../media/image89.png"/><Relationship Id="rId72" Type="http://schemas.openxmlformats.org/officeDocument/2006/relationships/customXml" Target="../ink/ink100.xml"/><Relationship Id="rId80" Type="http://schemas.openxmlformats.org/officeDocument/2006/relationships/customXml" Target="../ink/ink104.xml"/><Relationship Id="rId3" Type="http://schemas.openxmlformats.org/officeDocument/2006/relationships/image" Target="../media/image65.png"/><Relationship Id="rId12" Type="http://schemas.openxmlformats.org/officeDocument/2006/relationships/customXml" Target="../ink/ink70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59" Type="http://schemas.openxmlformats.org/officeDocument/2006/relationships/image" Target="../media/image93.png"/><Relationship Id="rId67" Type="http://schemas.openxmlformats.org/officeDocument/2006/relationships/image" Target="../media/image97.png"/><Relationship Id="rId20" Type="http://schemas.openxmlformats.org/officeDocument/2006/relationships/customXml" Target="../ink/ink74.xml"/><Relationship Id="rId41" Type="http://schemas.openxmlformats.org/officeDocument/2006/relationships/image" Target="../media/image84.png"/><Relationship Id="rId54" Type="http://schemas.openxmlformats.org/officeDocument/2006/relationships/customXml" Target="../ink/ink91.xml"/><Relationship Id="rId62" Type="http://schemas.openxmlformats.org/officeDocument/2006/relationships/customXml" Target="../ink/ink95.xml"/><Relationship Id="rId70" Type="http://schemas.openxmlformats.org/officeDocument/2006/relationships/customXml" Target="../ink/ink99.xml"/><Relationship Id="rId75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78.xml"/><Relationship Id="rId36" Type="http://schemas.openxmlformats.org/officeDocument/2006/relationships/customXml" Target="../ink/ink82.xml"/><Relationship Id="rId49" Type="http://schemas.openxmlformats.org/officeDocument/2006/relationships/image" Target="../media/image88.png"/><Relationship Id="rId57" Type="http://schemas.openxmlformats.org/officeDocument/2006/relationships/image" Target="../media/image92.png"/><Relationship Id="rId10" Type="http://schemas.openxmlformats.org/officeDocument/2006/relationships/customXml" Target="../ink/ink69.xml"/><Relationship Id="rId31" Type="http://schemas.openxmlformats.org/officeDocument/2006/relationships/image" Target="../media/image79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60" Type="http://schemas.openxmlformats.org/officeDocument/2006/relationships/customXml" Target="../ink/ink94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103.xml"/><Relationship Id="rId81" Type="http://schemas.openxmlformats.org/officeDocument/2006/relationships/image" Target="../media/image104.png"/><Relationship Id="rId4" Type="http://schemas.openxmlformats.org/officeDocument/2006/relationships/customXml" Target="../ink/ink66.xml"/><Relationship Id="rId9" Type="http://schemas.openxmlformats.org/officeDocument/2006/relationships/image" Target="../media/image68.png"/><Relationship Id="rId13" Type="http://schemas.openxmlformats.org/officeDocument/2006/relationships/image" Target="../media/image70.png"/><Relationship Id="rId18" Type="http://schemas.openxmlformats.org/officeDocument/2006/relationships/customXml" Target="../ink/ink73.xml"/><Relationship Id="rId39" Type="http://schemas.openxmlformats.org/officeDocument/2006/relationships/image" Target="../media/image83.png"/><Relationship Id="rId34" Type="http://schemas.openxmlformats.org/officeDocument/2006/relationships/customXml" Target="../ink/ink81.xml"/><Relationship Id="rId50" Type="http://schemas.openxmlformats.org/officeDocument/2006/relationships/customXml" Target="../ink/ink89.xml"/><Relationship Id="rId55" Type="http://schemas.openxmlformats.org/officeDocument/2006/relationships/image" Target="../media/image91.png"/><Relationship Id="rId76" Type="http://schemas.openxmlformats.org/officeDocument/2006/relationships/customXml" Target="../ink/ink102.xml"/><Relationship Id="rId7" Type="http://schemas.openxmlformats.org/officeDocument/2006/relationships/image" Target="../media/image67.png"/><Relationship Id="rId71" Type="http://schemas.openxmlformats.org/officeDocument/2006/relationships/image" Target="../media/image99.png"/><Relationship Id="rId2" Type="http://schemas.openxmlformats.org/officeDocument/2006/relationships/customXml" Target="../ink/ink65.xml"/><Relationship Id="rId29" Type="http://schemas.openxmlformats.org/officeDocument/2006/relationships/image" Target="../media/image78.png"/><Relationship Id="rId24" Type="http://schemas.openxmlformats.org/officeDocument/2006/relationships/customXml" Target="../ink/ink76.xml"/><Relationship Id="rId40" Type="http://schemas.openxmlformats.org/officeDocument/2006/relationships/customXml" Target="../ink/ink84.xml"/><Relationship Id="rId45" Type="http://schemas.openxmlformats.org/officeDocument/2006/relationships/image" Target="../media/image86.png"/><Relationship Id="rId66" Type="http://schemas.openxmlformats.org/officeDocument/2006/relationships/customXml" Target="../ink/ink9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.xml"/><Relationship Id="rId21" Type="http://schemas.openxmlformats.org/officeDocument/2006/relationships/image" Target="../media/image114.png"/><Relationship Id="rId42" Type="http://schemas.openxmlformats.org/officeDocument/2006/relationships/customXml" Target="../ink/ink125.xml"/><Relationship Id="rId47" Type="http://schemas.openxmlformats.org/officeDocument/2006/relationships/image" Target="../media/image127.png"/><Relationship Id="rId63" Type="http://schemas.openxmlformats.org/officeDocument/2006/relationships/image" Target="../media/image135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16" Type="http://schemas.openxmlformats.org/officeDocument/2006/relationships/customXml" Target="../ink/ink112.xml"/><Relationship Id="rId11" Type="http://schemas.openxmlformats.org/officeDocument/2006/relationships/image" Target="../media/image109.png"/><Relationship Id="rId32" Type="http://schemas.openxmlformats.org/officeDocument/2006/relationships/customXml" Target="../ink/ink120.xml"/><Relationship Id="rId37" Type="http://schemas.openxmlformats.org/officeDocument/2006/relationships/image" Target="../media/image122.png"/><Relationship Id="rId53" Type="http://schemas.openxmlformats.org/officeDocument/2006/relationships/image" Target="../media/image130.png"/><Relationship Id="rId58" Type="http://schemas.openxmlformats.org/officeDocument/2006/relationships/customXml" Target="../ink/ink133.xml"/><Relationship Id="rId74" Type="http://schemas.openxmlformats.org/officeDocument/2006/relationships/customXml" Target="../ink/ink141.xml"/><Relationship Id="rId79" Type="http://schemas.openxmlformats.org/officeDocument/2006/relationships/image" Target="../media/image143.png"/><Relationship Id="rId5" Type="http://schemas.openxmlformats.org/officeDocument/2006/relationships/image" Target="../media/image106.png"/><Relationship Id="rId19" Type="http://schemas.openxmlformats.org/officeDocument/2006/relationships/image" Target="../media/image113.png"/><Relationship Id="rId14" Type="http://schemas.openxmlformats.org/officeDocument/2006/relationships/customXml" Target="../ink/ink111.xml"/><Relationship Id="rId22" Type="http://schemas.openxmlformats.org/officeDocument/2006/relationships/customXml" Target="../ink/ink115.xml"/><Relationship Id="rId27" Type="http://schemas.openxmlformats.org/officeDocument/2006/relationships/image" Target="../media/image117.png"/><Relationship Id="rId30" Type="http://schemas.openxmlformats.org/officeDocument/2006/relationships/customXml" Target="../ink/ink119.xml"/><Relationship Id="rId35" Type="http://schemas.openxmlformats.org/officeDocument/2006/relationships/image" Target="../media/image121.png"/><Relationship Id="rId43" Type="http://schemas.openxmlformats.org/officeDocument/2006/relationships/image" Target="../media/image125.png"/><Relationship Id="rId48" Type="http://schemas.openxmlformats.org/officeDocument/2006/relationships/customXml" Target="../ink/ink128.xml"/><Relationship Id="rId56" Type="http://schemas.openxmlformats.org/officeDocument/2006/relationships/customXml" Target="../ink/ink132.xml"/><Relationship Id="rId64" Type="http://schemas.openxmlformats.org/officeDocument/2006/relationships/customXml" Target="../ink/ink136.xml"/><Relationship Id="rId69" Type="http://schemas.openxmlformats.org/officeDocument/2006/relationships/image" Target="../media/image138.png"/><Relationship Id="rId77" Type="http://schemas.openxmlformats.org/officeDocument/2006/relationships/image" Target="../media/image142.png"/><Relationship Id="rId8" Type="http://schemas.openxmlformats.org/officeDocument/2006/relationships/customXml" Target="../ink/ink108.xml"/><Relationship Id="rId51" Type="http://schemas.openxmlformats.org/officeDocument/2006/relationships/image" Target="../media/image129.png"/><Relationship Id="rId72" Type="http://schemas.openxmlformats.org/officeDocument/2006/relationships/customXml" Target="../ink/ink140.xml"/><Relationship Id="rId80" Type="http://schemas.openxmlformats.org/officeDocument/2006/relationships/customXml" Target="../ink/ink144.xml"/><Relationship Id="rId85" Type="http://schemas.openxmlformats.org/officeDocument/2006/relationships/image" Target="../media/image146.png"/><Relationship Id="rId3" Type="http://schemas.openxmlformats.org/officeDocument/2006/relationships/image" Target="../media/image105.png"/><Relationship Id="rId12" Type="http://schemas.openxmlformats.org/officeDocument/2006/relationships/customXml" Target="../ink/ink110.xml"/><Relationship Id="rId17" Type="http://schemas.openxmlformats.org/officeDocument/2006/relationships/image" Target="../media/image112.png"/><Relationship Id="rId25" Type="http://schemas.openxmlformats.org/officeDocument/2006/relationships/image" Target="../media/image116.png"/><Relationship Id="rId33" Type="http://schemas.openxmlformats.org/officeDocument/2006/relationships/image" Target="../media/image120.png"/><Relationship Id="rId38" Type="http://schemas.openxmlformats.org/officeDocument/2006/relationships/customXml" Target="../ink/ink123.xml"/><Relationship Id="rId46" Type="http://schemas.openxmlformats.org/officeDocument/2006/relationships/customXml" Target="../ink/ink127.xml"/><Relationship Id="rId59" Type="http://schemas.openxmlformats.org/officeDocument/2006/relationships/image" Target="../media/image133.png"/><Relationship Id="rId67" Type="http://schemas.openxmlformats.org/officeDocument/2006/relationships/image" Target="../media/image137.png"/><Relationship Id="rId20" Type="http://schemas.openxmlformats.org/officeDocument/2006/relationships/customXml" Target="../ink/ink114.xml"/><Relationship Id="rId41" Type="http://schemas.openxmlformats.org/officeDocument/2006/relationships/image" Target="../media/image124.png"/><Relationship Id="rId54" Type="http://schemas.openxmlformats.org/officeDocument/2006/relationships/customXml" Target="../ink/ink131.xml"/><Relationship Id="rId62" Type="http://schemas.openxmlformats.org/officeDocument/2006/relationships/customXml" Target="../ink/ink135.xml"/><Relationship Id="rId70" Type="http://schemas.openxmlformats.org/officeDocument/2006/relationships/customXml" Target="../ink/ink139.xml"/><Relationship Id="rId75" Type="http://schemas.openxmlformats.org/officeDocument/2006/relationships/image" Target="../media/image141.png"/><Relationship Id="rId83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7.xml"/><Relationship Id="rId15" Type="http://schemas.openxmlformats.org/officeDocument/2006/relationships/image" Target="../media/image111.png"/><Relationship Id="rId23" Type="http://schemas.openxmlformats.org/officeDocument/2006/relationships/image" Target="../media/image115.png"/><Relationship Id="rId28" Type="http://schemas.openxmlformats.org/officeDocument/2006/relationships/customXml" Target="../ink/ink118.xml"/><Relationship Id="rId36" Type="http://schemas.openxmlformats.org/officeDocument/2006/relationships/customXml" Target="../ink/ink122.xml"/><Relationship Id="rId49" Type="http://schemas.openxmlformats.org/officeDocument/2006/relationships/image" Target="../media/image128.png"/><Relationship Id="rId57" Type="http://schemas.openxmlformats.org/officeDocument/2006/relationships/image" Target="../media/image132.png"/><Relationship Id="rId10" Type="http://schemas.openxmlformats.org/officeDocument/2006/relationships/customXml" Target="../ink/ink109.xml"/><Relationship Id="rId31" Type="http://schemas.openxmlformats.org/officeDocument/2006/relationships/image" Target="../media/image119.png"/><Relationship Id="rId44" Type="http://schemas.openxmlformats.org/officeDocument/2006/relationships/customXml" Target="../ink/ink126.xml"/><Relationship Id="rId52" Type="http://schemas.openxmlformats.org/officeDocument/2006/relationships/customXml" Target="../ink/ink130.xml"/><Relationship Id="rId60" Type="http://schemas.openxmlformats.org/officeDocument/2006/relationships/customXml" Target="../ink/ink134.xml"/><Relationship Id="rId65" Type="http://schemas.openxmlformats.org/officeDocument/2006/relationships/image" Target="../media/image136.png"/><Relationship Id="rId73" Type="http://schemas.openxmlformats.org/officeDocument/2006/relationships/image" Target="../media/image140.png"/><Relationship Id="rId78" Type="http://schemas.openxmlformats.org/officeDocument/2006/relationships/customXml" Target="../ink/ink143.xml"/><Relationship Id="rId81" Type="http://schemas.openxmlformats.org/officeDocument/2006/relationships/image" Target="../media/image144.png"/><Relationship Id="rId86" Type="http://schemas.openxmlformats.org/officeDocument/2006/relationships/customXml" Target="../ink/ink147.xml"/><Relationship Id="rId4" Type="http://schemas.openxmlformats.org/officeDocument/2006/relationships/customXml" Target="../ink/ink106.xml"/><Relationship Id="rId9" Type="http://schemas.openxmlformats.org/officeDocument/2006/relationships/image" Target="../media/image108.png"/><Relationship Id="rId13" Type="http://schemas.openxmlformats.org/officeDocument/2006/relationships/image" Target="../media/image110.png"/><Relationship Id="rId18" Type="http://schemas.openxmlformats.org/officeDocument/2006/relationships/customXml" Target="../ink/ink113.xml"/><Relationship Id="rId39" Type="http://schemas.openxmlformats.org/officeDocument/2006/relationships/image" Target="../media/image123.png"/><Relationship Id="rId34" Type="http://schemas.openxmlformats.org/officeDocument/2006/relationships/customXml" Target="../ink/ink121.xml"/><Relationship Id="rId50" Type="http://schemas.openxmlformats.org/officeDocument/2006/relationships/customXml" Target="../ink/ink129.xml"/><Relationship Id="rId55" Type="http://schemas.openxmlformats.org/officeDocument/2006/relationships/image" Target="../media/image131.png"/><Relationship Id="rId76" Type="http://schemas.openxmlformats.org/officeDocument/2006/relationships/customXml" Target="../ink/ink142.xml"/><Relationship Id="rId7" Type="http://schemas.openxmlformats.org/officeDocument/2006/relationships/image" Target="../media/image107.png"/><Relationship Id="rId71" Type="http://schemas.openxmlformats.org/officeDocument/2006/relationships/image" Target="../media/image139.png"/><Relationship Id="rId2" Type="http://schemas.openxmlformats.org/officeDocument/2006/relationships/customXml" Target="../ink/ink105.xml"/><Relationship Id="rId29" Type="http://schemas.openxmlformats.org/officeDocument/2006/relationships/image" Target="../media/image118.png"/><Relationship Id="rId24" Type="http://schemas.openxmlformats.org/officeDocument/2006/relationships/customXml" Target="../ink/ink116.xml"/><Relationship Id="rId40" Type="http://schemas.openxmlformats.org/officeDocument/2006/relationships/customXml" Target="../ink/ink124.xml"/><Relationship Id="rId45" Type="http://schemas.openxmlformats.org/officeDocument/2006/relationships/image" Target="../media/image126.png"/><Relationship Id="rId66" Type="http://schemas.openxmlformats.org/officeDocument/2006/relationships/customXml" Target="../ink/ink137.xml"/><Relationship Id="rId87" Type="http://schemas.openxmlformats.org/officeDocument/2006/relationships/image" Target="../media/image147.png"/><Relationship Id="rId61" Type="http://schemas.openxmlformats.org/officeDocument/2006/relationships/image" Target="../media/image134.png"/><Relationship Id="rId82" Type="http://schemas.openxmlformats.org/officeDocument/2006/relationships/customXml" Target="../ink/ink145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4.png"/><Relationship Id="rId21" Type="http://schemas.openxmlformats.org/officeDocument/2006/relationships/image" Target="../media/image157.png"/><Relationship Id="rId42" Type="http://schemas.openxmlformats.org/officeDocument/2006/relationships/customXml" Target="../ink/ink168.xml"/><Relationship Id="rId47" Type="http://schemas.openxmlformats.org/officeDocument/2006/relationships/image" Target="../media/image21.png"/><Relationship Id="rId63" Type="http://schemas.openxmlformats.org/officeDocument/2006/relationships/image" Target="../media/image177.png"/><Relationship Id="rId68" Type="http://schemas.openxmlformats.org/officeDocument/2006/relationships/customXml" Target="../ink/ink181.xml"/><Relationship Id="rId84" Type="http://schemas.openxmlformats.org/officeDocument/2006/relationships/customXml" Target="../ink/ink189.xml"/><Relationship Id="rId89" Type="http://schemas.openxmlformats.org/officeDocument/2006/relationships/image" Target="../media/image190.png"/><Relationship Id="rId112" Type="http://schemas.openxmlformats.org/officeDocument/2006/relationships/customXml" Target="../ink/ink203.xml"/><Relationship Id="rId16" Type="http://schemas.openxmlformats.org/officeDocument/2006/relationships/customXml" Target="../ink/ink155.xml"/><Relationship Id="rId107" Type="http://schemas.openxmlformats.org/officeDocument/2006/relationships/image" Target="../media/image199.png"/><Relationship Id="rId11" Type="http://schemas.openxmlformats.org/officeDocument/2006/relationships/image" Target="../media/image152.png"/><Relationship Id="rId32" Type="http://schemas.openxmlformats.org/officeDocument/2006/relationships/customXml" Target="../ink/ink163.xml"/><Relationship Id="rId37" Type="http://schemas.openxmlformats.org/officeDocument/2006/relationships/image" Target="../media/image165.png"/><Relationship Id="rId53" Type="http://schemas.openxmlformats.org/officeDocument/2006/relationships/image" Target="../media/image172.png"/><Relationship Id="rId58" Type="http://schemas.openxmlformats.org/officeDocument/2006/relationships/customXml" Target="../ink/ink176.xml"/><Relationship Id="rId74" Type="http://schemas.openxmlformats.org/officeDocument/2006/relationships/customXml" Target="../ink/ink184.xml"/><Relationship Id="rId79" Type="http://schemas.openxmlformats.org/officeDocument/2006/relationships/image" Target="../media/image185.png"/><Relationship Id="rId102" Type="http://schemas.openxmlformats.org/officeDocument/2006/relationships/customXml" Target="../ink/ink198.xml"/><Relationship Id="rId123" Type="http://schemas.openxmlformats.org/officeDocument/2006/relationships/image" Target="../media/image207.png"/><Relationship Id="rId128" Type="http://schemas.openxmlformats.org/officeDocument/2006/relationships/customXml" Target="../ink/ink211.xml"/><Relationship Id="rId5" Type="http://schemas.openxmlformats.org/officeDocument/2006/relationships/image" Target="../media/image149.png"/><Relationship Id="rId90" Type="http://schemas.openxmlformats.org/officeDocument/2006/relationships/customXml" Target="../ink/ink192.xml"/><Relationship Id="rId95" Type="http://schemas.openxmlformats.org/officeDocument/2006/relationships/image" Target="../media/image193.png"/><Relationship Id="rId22" Type="http://schemas.openxmlformats.org/officeDocument/2006/relationships/customXml" Target="../ink/ink158.xml"/><Relationship Id="rId27" Type="http://schemas.openxmlformats.org/officeDocument/2006/relationships/image" Target="../media/image160.png"/><Relationship Id="rId43" Type="http://schemas.openxmlformats.org/officeDocument/2006/relationships/image" Target="../media/image168.png"/><Relationship Id="rId48" Type="http://schemas.openxmlformats.org/officeDocument/2006/relationships/customXml" Target="../ink/ink171.xml"/><Relationship Id="rId64" Type="http://schemas.openxmlformats.org/officeDocument/2006/relationships/customXml" Target="../ink/ink179.xml"/><Relationship Id="rId69" Type="http://schemas.openxmlformats.org/officeDocument/2006/relationships/image" Target="../media/image180.png"/><Relationship Id="rId113" Type="http://schemas.openxmlformats.org/officeDocument/2006/relationships/image" Target="../media/image202.png"/><Relationship Id="rId118" Type="http://schemas.openxmlformats.org/officeDocument/2006/relationships/customXml" Target="../ink/ink206.xml"/><Relationship Id="rId80" Type="http://schemas.openxmlformats.org/officeDocument/2006/relationships/customXml" Target="../ink/ink187.xml"/><Relationship Id="rId85" Type="http://schemas.openxmlformats.org/officeDocument/2006/relationships/image" Target="../media/image188.png"/><Relationship Id="rId12" Type="http://schemas.openxmlformats.org/officeDocument/2006/relationships/customXml" Target="../ink/ink153.xml"/><Relationship Id="rId17" Type="http://schemas.openxmlformats.org/officeDocument/2006/relationships/image" Target="../media/image155.png"/><Relationship Id="rId33" Type="http://schemas.openxmlformats.org/officeDocument/2006/relationships/image" Target="../media/image163.png"/><Relationship Id="rId38" Type="http://schemas.openxmlformats.org/officeDocument/2006/relationships/customXml" Target="../ink/ink166.xml"/><Relationship Id="rId59" Type="http://schemas.openxmlformats.org/officeDocument/2006/relationships/image" Target="../media/image175.png"/><Relationship Id="rId103" Type="http://schemas.openxmlformats.org/officeDocument/2006/relationships/image" Target="../media/image197.png"/><Relationship Id="rId108" Type="http://schemas.openxmlformats.org/officeDocument/2006/relationships/customXml" Target="../ink/ink201.xml"/><Relationship Id="rId124" Type="http://schemas.openxmlformats.org/officeDocument/2006/relationships/customXml" Target="../ink/ink209.xml"/><Relationship Id="rId129" Type="http://schemas.openxmlformats.org/officeDocument/2006/relationships/image" Target="../media/image210.png"/><Relationship Id="rId54" Type="http://schemas.openxmlformats.org/officeDocument/2006/relationships/customXml" Target="../ink/ink174.xml"/><Relationship Id="rId70" Type="http://schemas.openxmlformats.org/officeDocument/2006/relationships/customXml" Target="../ink/ink182.xml"/><Relationship Id="rId75" Type="http://schemas.openxmlformats.org/officeDocument/2006/relationships/image" Target="../media/image183.png"/><Relationship Id="rId91" Type="http://schemas.openxmlformats.org/officeDocument/2006/relationships/image" Target="../media/image191.png"/><Relationship Id="rId96" Type="http://schemas.openxmlformats.org/officeDocument/2006/relationships/customXml" Target="../ink/ink1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23" Type="http://schemas.openxmlformats.org/officeDocument/2006/relationships/image" Target="../media/image158.png"/><Relationship Id="rId28" Type="http://schemas.openxmlformats.org/officeDocument/2006/relationships/customXml" Target="../ink/ink161.xml"/><Relationship Id="rId49" Type="http://schemas.openxmlformats.org/officeDocument/2006/relationships/image" Target="../media/image170.png"/><Relationship Id="rId114" Type="http://schemas.openxmlformats.org/officeDocument/2006/relationships/customXml" Target="../ink/ink204.xml"/><Relationship Id="rId119" Type="http://schemas.openxmlformats.org/officeDocument/2006/relationships/image" Target="../media/image205.png"/><Relationship Id="rId44" Type="http://schemas.openxmlformats.org/officeDocument/2006/relationships/customXml" Target="../ink/ink169.xml"/><Relationship Id="rId60" Type="http://schemas.openxmlformats.org/officeDocument/2006/relationships/customXml" Target="../ink/ink177.xml"/><Relationship Id="rId65" Type="http://schemas.openxmlformats.org/officeDocument/2006/relationships/image" Target="../media/image178.png"/><Relationship Id="rId81" Type="http://schemas.openxmlformats.org/officeDocument/2006/relationships/image" Target="../media/image186.png"/><Relationship Id="rId86" Type="http://schemas.openxmlformats.org/officeDocument/2006/relationships/customXml" Target="../ink/ink190.xml"/><Relationship Id="rId13" Type="http://schemas.openxmlformats.org/officeDocument/2006/relationships/image" Target="../media/image153.png"/><Relationship Id="rId18" Type="http://schemas.openxmlformats.org/officeDocument/2006/relationships/customXml" Target="../ink/ink156.xml"/><Relationship Id="rId39" Type="http://schemas.openxmlformats.org/officeDocument/2006/relationships/image" Target="../media/image166.png"/><Relationship Id="rId109" Type="http://schemas.openxmlformats.org/officeDocument/2006/relationships/image" Target="../media/image200.png"/><Relationship Id="rId34" Type="http://schemas.openxmlformats.org/officeDocument/2006/relationships/customXml" Target="../ink/ink164.xml"/><Relationship Id="rId50" Type="http://schemas.openxmlformats.org/officeDocument/2006/relationships/customXml" Target="../ink/ink172.xml"/><Relationship Id="rId55" Type="http://schemas.openxmlformats.org/officeDocument/2006/relationships/image" Target="../media/image173.png"/><Relationship Id="rId76" Type="http://schemas.openxmlformats.org/officeDocument/2006/relationships/customXml" Target="../ink/ink185.xml"/><Relationship Id="rId97" Type="http://schemas.openxmlformats.org/officeDocument/2006/relationships/image" Target="../media/image194.png"/><Relationship Id="rId104" Type="http://schemas.openxmlformats.org/officeDocument/2006/relationships/customXml" Target="../ink/ink199.xml"/><Relationship Id="rId120" Type="http://schemas.openxmlformats.org/officeDocument/2006/relationships/customXml" Target="../ink/ink207.xml"/><Relationship Id="rId125" Type="http://schemas.openxmlformats.org/officeDocument/2006/relationships/image" Target="../media/image208.png"/><Relationship Id="rId7" Type="http://schemas.openxmlformats.org/officeDocument/2006/relationships/image" Target="../media/image150.png"/><Relationship Id="rId71" Type="http://schemas.openxmlformats.org/officeDocument/2006/relationships/image" Target="../media/image181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29" Type="http://schemas.openxmlformats.org/officeDocument/2006/relationships/image" Target="../media/image161.png"/><Relationship Id="rId24" Type="http://schemas.openxmlformats.org/officeDocument/2006/relationships/customXml" Target="../ink/ink159.xml"/><Relationship Id="rId40" Type="http://schemas.openxmlformats.org/officeDocument/2006/relationships/customXml" Target="../ink/ink167.xml"/><Relationship Id="rId45" Type="http://schemas.openxmlformats.org/officeDocument/2006/relationships/image" Target="../media/image169.png"/><Relationship Id="rId66" Type="http://schemas.openxmlformats.org/officeDocument/2006/relationships/customXml" Target="../ink/ink180.xml"/><Relationship Id="rId87" Type="http://schemas.openxmlformats.org/officeDocument/2006/relationships/image" Target="../media/image189.png"/><Relationship Id="rId110" Type="http://schemas.openxmlformats.org/officeDocument/2006/relationships/customXml" Target="../ink/ink202.xml"/><Relationship Id="rId115" Type="http://schemas.openxmlformats.org/officeDocument/2006/relationships/image" Target="../media/image203.png"/><Relationship Id="rId61" Type="http://schemas.openxmlformats.org/officeDocument/2006/relationships/image" Target="../media/image176.png"/><Relationship Id="rId82" Type="http://schemas.openxmlformats.org/officeDocument/2006/relationships/customXml" Target="../ink/ink188.xml"/><Relationship Id="rId19" Type="http://schemas.openxmlformats.org/officeDocument/2006/relationships/image" Target="../media/image156.png"/><Relationship Id="rId14" Type="http://schemas.openxmlformats.org/officeDocument/2006/relationships/customXml" Target="../ink/ink154.xml"/><Relationship Id="rId30" Type="http://schemas.openxmlformats.org/officeDocument/2006/relationships/customXml" Target="../ink/ink162.xml"/><Relationship Id="rId35" Type="http://schemas.openxmlformats.org/officeDocument/2006/relationships/image" Target="../media/image164.png"/><Relationship Id="rId56" Type="http://schemas.openxmlformats.org/officeDocument/2006/relationships/customXml" Target="../ink/ink175.xml"/><Relationship Id="rId77" Type="http://schemas.openxmlformats.org/officeDocument/2006/relationships/image" Target="../media/image184.png"/><Relationship Id="rId100" Type="http://schemas.openxmlformats.org/officeDocument/2006/relationships/customXml" Target="../ink/ink197.xml"/><Relationship Id="rId105" Type="http://schemas.openxmlformats.org/officeDocument/2006/relationships/image" Target="../media/image198.png"/><Relationship Id="rId126" Type="http://schemas.openxmlformats.org/officeDocument/2006/relationships/customXml" Target="../ink/ink210.xml"/><Relationship Id="rId8" Type="http://schemas.openxmlformats.org/officeDocument/2006/relationships/customXml" Target="../ink/ink151.xml"/><Relationship Id="rId51" Type="http://schemas.openxmlformats.org/officeDocument/2006/relationships/image" Target="../media/image171.png"/><Relationship Id="rId72" Type="http://schemas.openxmlformats.org/officeDocument/2006/relationships/customXml" Target="../ink/ink183.xml"/><Relationship Id="rId93" Type="http://schemas.openxmlformats.org/officeDocument/2006/relationships/image" Target="../media/image192.png"/><Relationship Id="rId98" Type="http://schemas.openxmlformats.org/officeDocument/2006/relationships/customXml" Target="../ink/ink196.xml"/><Relationship Id="rId121" Type="http://schemas.openxmlformats.org/officeDocument/2006/relationships/image" Target="../media/image206.png"/><Relationship Id="rId3" Type="http://schemas.openxmlformats.org/officeDocument/2006/relationships/image" Target="../media/image148.png"/><Relationship Id="rId25" Type="http://schemas.openxmlformats.org/officeDocument/2006/relationships/image" Target="../media/image159.png"/><Relationship Id="rId46" Type="http://schemas.openxmlformats.org/officeDocument/2006/relationships/customXml" Target="../ink/ink170.xml"/><Relationship Id="rId67" Type="http://schemas.openxmlformats.org/officeDocument/2006/relationships/image" Target="../media/image179.png"/><Relationship Id="rId116" Type="http://schemas.openxmlformats.org/officeDocument/2006/relationships/customXml" Target="../ink/ink205.xml"/><Relationship Id="rId20" Type="http://schemas.openxmlformats.org/officeDocument/2006/relationships/customXml" Target="../ink/ink157.xml"/><Relationship Id="rId41" Type="http://schemas.openxmlformats.org/officeDocument/2006/relationships/image" Target="../media/image167.png"/><Relationship Id="rId62" Type="http://schemas.openxmlformats.org/officeDocument/2006/relationships/customXml" Target="../ink/ink178.xml"/><Relationship Id="rId83" Type="http://schemas.openxmlformats.org/officeDocument/2006/relationships/image" Target="../media/image187.png"/><Relationship Id="rId88" Type="http://schemas.openxmlformats.org/officeDocument/2006/relationships/customXml" Target="../ink/ink191.xml"/><Relationship Id="rId111" Type="http://schemas.openxmlformats.org/officeDocument/2006/relationships/image" Target="../media/image201.png"/><Relationship Id="rId15" Type="http://schemas.openxmlformats.org/officeDocument/2006/relationships/image" Target="../media/image154.png"/><Relationship Id="rId36" Type="http://schemas.openxmlformats.org/officeDocument/2006/relationships/customXml" Target="../ink/ink165.xml"/><Relationship Id="rId57" Type="http://schemas.openxmlformats.org/officeDocument/2006/relationships/image" Target="../media/image174.png"/><Relationship Id="rId106" Type="http://schemas.openxmlformats.org/officeDocument/2006/relationships/customXml" Target="../ink/ink200.xml"/><Relationship Id="rId127" Type="http://schemas.openxmlformats.org/officeDocument/2006/relationships/image" Target="../media/image209.png"/><Relationship Id="rId10" Type="http://schemas.openxmlformats.org/officeDocument/2006/relationships/customXml" Target="../ink/ink152.xml"/><Relationship Id="rId31" Type="http://schemas.openxmlformats.org/officeDocument/2006/relationships/image" Target="../media/image162.png"/><Relationship Id="rId52" Type="http://schemas.openxmlformats.org/officeDocument/2006/relationships/customXml" Target="../ink/ink173.xml"/><Relationship Id="rId73" Type="http://schemas.openxmlformats.org/officeDocument/2006/relationships/image" Target="../media/image182.png"/><Relationship Id="rId78" Type="http://schemas.openxmlformats.org/officeDocument/2006/relationships/customXml" Target="../ink/ink186.xml"/><Relationship Id="rId94" Type="http://schemas.openxmlformats.org/officeDocument/2006/relationships/customXml" Target="../ink/ink194.xml"/><Relationship Id="rId99" Type="http://schemas.openxmlformats.org/officeDocument/2006/relationships/image" Target="../media/image195.png"/><Relationship Id="rId101" Type="http://schemas.openxmlformats.org/officeDocument/2006/relationships/image" Target="../media/image196.png"/><Relationship Id="rId122" Type="http://schemas.openxmlformats.org/officeDocument/2006/relationships/customXml" Target="../ink/ink208.xml"/><Relationship Id="rId4" Type="http://schemas.openxmlformats.org/officeDocument/2006/relationships/customXml" Target="../ink/ink149.xml"/><Relationship Id="rId9" Type="http://schemas.openxmlformats.org/officeDocument/2006/relationships/image" Target="../media/image151.png"/><Relationship Id="rId26" Type="http://schemas.openxmlformats.org/officeDocument/2006/relationships/customXml" Target="../ink/ink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Collective Communication with Distributed 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/>
              <a:t>CS 5/4473 Parallel Distributed and Network Programming</a:t>
            </a:r>
          </a:p>
          <a:p>
            <a:pPr algn="l"/>
            <a:r>
              <a:rPr lang="en-US" dirty="0"/>
              <a:t>Dr. Richard Veras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algn="l"/>
            <a:r>
              <a:rPr lang="en-US" dirty="0">
                <a:highlight>
                  <a:srgbClr val="FFFF00"/>
                </a:highlight>
              </a:rPr>
              <a:t>Joy Mosisa</a:t>
            </a:r>
          </a:p>
        </p:txBody>
      </p:sp>
    </p:spTree>
    <p:extLst>
      <p:ext uri="{BB962C8B-B14F-4D97-AF65-F5344CB8AC3E}">
        <p14:creationId xmlns:p14="http://schemas.microsoft.com/office/powerpoint/2010/main" val="382201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BB20-A08C-1F16-017D-869C3129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3725-85F5-64E8-E3BB-E45B44C8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each problem in the code (XX.Z) draw the data movement (add all of the arrows) 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shared_mem</a:t>
            </a:r>
            <a:r>
              <a:rPr lang="en-US" dirty="0"/>
              <a:t> --&gt; </a:t>
            </a:r>
            <a:r>
              <a:rPr lang="en-US" dirty="0" err="1"/>
              <a:t>dst</a:t>
            </a:r>
            <a:endParaRPr lang="en-US" dirty="0"/>
          </a:p>
          <a:p>
            <a:r>
              <a:rPr lang="en-US" dirty="0"/>
              <a:t>You can use this template, but you are not required to use it.</a:t>
            </a:r>
          </a:p>
          <a:p>
            <a:r>
              <a:rPr lang="en-US" dirty="0"/>
              <a:t>rid is </a:t>
            </a:r>
            <a:r>
              <a:rPr lang="en-US" dirty="0" err="1"/>
              <a:t>tid</a:t>
            </a:r>
            <a:r>
              <a:rPr lang="en-US" dirty="0"/>
              <a:t> here</a:t>
            </a:r>
          </a:p>
          <a:p>
            <a:r>
              <a:rPr lang="en-US" dirty="0"/>
              <a:t>Assume </a:t>
            </a:r>
            <a:r>
              <a:rPr lang="en-US" dirty="0" err="1"/>
              <a:t>root_rid</a:t>
            </a:r>
            <a:r>
              <a:rPr lang="en-US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7981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9629-FE82-E8AF-BEE8-147A79C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E0335D5-CEBD-DCDF-FF20-8AE628116EE5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2A45A-4ED3-2D67-D3A6-A8F5FC84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01: Broadcast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F9A181-8236-E6A7-BB4D-2F1B11C4368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83ACF-6BE1-500C-154E-B0C9769FD7FC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47F172-88FF-F745-BEF2-75F3FE4C837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21F70B-A9AB-DBBF-01ED-43540C5C1B4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BE937-51F5-0287-6A79-9F645ADE3E1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47C48-832A-EB74-33F8-C972A3718FA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4B7B1C-0179-E78C-AA38-5E3FA1230EBD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7EB760-CEDB-14F1-9AD0-4E575D762ACB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8951ABD-B84B-7CB3-0A42-7AF99718B0D0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65FACA-AEE8-CB0A-6572-DED19A1B53C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FC6B0C2-EB4E-E77D-497B-34156C9FDEC7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3AE9C9E-5BB2-7A95-C7C1-790A56AFC129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682DD87-CFDD-2D72-1AF6-49D66B6DF99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728BEED-4D41-F96C-5E0E-7EC9DFEF31C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30EE939-7B8C-2965-ED0C-F1F9690BB8CE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07CA003-3F7D-A1F2-9350-ED8B0CEB9FC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83E944B-72E5-A466-EFF5-F333C74870ED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DA7479-13C3-0D26-34E2-9B9B2215BD5C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575697C-1CC6-4692-35C1-4A4AEF67BC21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2C40705-DA4C-6D5D-FAB4-04A5308E7F4B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8CD2FA-E635-0A5B-A75E-B5E1178B424F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E672DC-2E76-6E20-0293-9F903314ED3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041C44-F0E4-C491-69B2-FE20711DE170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0833F-5B29-9B39-B868-5DF64C1521D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C7F4D-7F13-5BA0-5E6C-FFC8E929DB53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53774-6F46-4EA2-6676-5B3DC7238491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3D5C3-0B9F-3162-B265-2B3AAECADC8C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19569A0-3B3C-A6D8-C7A9-7BB5B8936CFE}"/>
                  </a:ext>
                </a:extLst>
              </p14:cNvPr>
              <p14:cNvContentPartPr/>
              <p14:nvPr/>
            </p14:nvContentPartPr>
            <p14:xfrm>
              <a:off x="2008643" y="1705377"/>
              <a:ext cx="17640" cy="1757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19569A0-3B3C-A6D8-C7A9-7BB5B8936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0643" y="1687377"/>
                <a:ext cx="53280" cy="17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5C0287-AE69-30E7-90E1-E534834B10A9}"/>
                  </a:ext>
                </a:extLst>
              </p14:cNvPr>
              <p14:cNvContentPartPr/>
              <p14:nvPr/>
            </p14:nvContentPartPr>
            <p14:xfrm>
              <a:off x="1968683" y="3366777"/>
              <a:ext cx="114480" cy="122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5C0287-AE69-30E7-90E1-E534834B10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0683" y="3349137"/>
                <a:ext cx="150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DCAEC1-5AE1-A80D-6609-13688E3FC6E3}"/>
                  </a:ext>
                </a:extLst>
              </p14:cNvPr>
              <p14:cNvContentPartPr/>
              <p14:nvPr/>
            </p14:nvContentPartPr>
            <p14:xfrm>
              <a:off x="2097203" y="1644537"/>
              <a:ext cx="2160000" cy="191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DCAEC1-5AE1-A80D-6609-13688E3FC6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9203" y="1626537"/>
                <a:ext cx="2195640" cy="19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E15E0E-9C3D-34CE-AFE0-15A1E4E9041D}"/>
                  </a:ext>
                </a:extLst>
              </p14:cNvPr>
              <p14:cNvContentPartPr/>
              <p14:nvPr/>
            </p14:nvContentPartPr>
            <p14:xfrm>
              <a:off x="4161803" y="3467577"/>
              <a:ext cx="105120" cy="13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E15E0E-9C3D-34CE-AFE0-15A1E4E904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4163" y="3449577"/>
                <a:ext cx="1407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2CC5477-CE80-C6C0-BBD6-7004707E35C6}"/>
                  </a:ext>
                </a:extLst>
              </p14:cNvPr>
              <p14:cNvContentPartPr/>
              <p14:nvPr/>
            </p14:nvContentPartPr>
            <p14:xfrm>
              <a:off x="2185763" y="1548057"/>
              <a:ext cx="4481640" cy="2047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2CC5477-CE80-C6C0-BBD6-7004707E35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7763" y="1530057"/>
                <a:ext cx="4517280" cy="20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B718EB-C8A0-8FCA-B830-01BD78093E7F}"/>
                  </a:ext>
                </a:extLst>
              </p14:cNvPr>
              <p14:cNvContentPartPr/>
              <p14:nvPr/>
            </p14:nvContentPartPr>
            <p14:xfrm>
              <a:off x="6563723" y="3548217"/>
              <a:ext cx="121680" cy="7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B718EB-C8A0-8FCA-B830-01BD78093E7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45723" y="3530577"/>
                <a:ext cx="1573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56A9573-6DD1-52DD-5068-90D7543F8AC7}"/>
                  </a:ext>
                </a:extLst>
              </p14:cNvPr>
              <p14:cNvContentPartPr/>
              <p14:nvPr/>
            </p14:nvContentPartPr>
            <p14:xfrm>
              <a:off x="2273552" y="1506864"/>
              <a:ext cx="6770880" cy="2115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56A9573-6DD1-52DD-5068-90D7543F8A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55552" y="1488864"/>
                <a:ext cx="6806520" cy="21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BEDA810-2618-524B-0F8B-4C2E63737477}"/>
                  </a:ext>
                </a:extLst>
              </p14:cNvPr>
              <p14:cNvContentPartPr/>
              <p14:nvPr/>
            </p14:nvContentPartPr>
            <p14:xfrm>
              <a:off x="8962712" y="3494424"/>
              <a:ext cx="129960" cy="151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BEDA810-2618-524B-0F8B-4C2E637374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45072" y="3476784"/>
                <a:ext cx="165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C1A164A-1302-D485-8772-78987A453467}"/>
                  </a:ext>
                </a:extLst>
              </p14:cNvPr>
              <p14:cNvContentPartPr/>
              <p14:nvPr/>
            </p14:nvContentPartPr>
            <p14:xfrm>
              <a:off x="2154095" y="4149626"/>
              <a:ext cx="720" cy="2117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C1A164A-1302-D485-8772-78987A4534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18815" y="4131626"/>
                <a:ext cx="72000" cy="21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40B6EE1-4B5A-3368-5FDC-162B165E710B}"/>
                  </a:ext>
                </a:extLst>
              </p14:cNvPr>
              <p14:cNvContentPartPr/>
              <p14:nvPr/>
            </p14:nvContentPartPr>
            <p14:xfrm>
              <a:off x="2066552" y="6092544"/>
              <a:ext cx="158040" cy="165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40B6EE1-4B5A-3368-5FDC-162B165E71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48552" y="6074904"/>
                <a:ext cx="1936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2E50268-6611-B25D-1CA6-71B37B550653}"/>
                  </a:ext>
                </a:extLst>
              </p14:cNvPr>
              <p14:cNvContentPartPr/>
              <p14:nvPr/>
            </p14:nvContentPartPr>
            <p14:xfrm>
              <a:off x="4489352" y="4148904"/>
              <a:ext cx="720" cy="2062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2E50268-6611-B25D-1CA6-71B37B5506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53352" y="4130904"/>
                <a:ext cx="72000" cy="20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EA2D776-E498-DA02-2527-788BF906D9AA}"/>
                  </a:ext>
                </a:extLst>
              </p14:cNvPr>
              <p14:cNvContentPartPr/>
              <p14:nvPr/>
            </p14:nvContentPartPr>
            <p14:xfrm>
              <a:off x="4395032" y="6067704"/>
              <a:ext cx="172080" cy="142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EA2D776-E498-DA02-2527-788BF906D9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77392" y="6049704"/>
                <a:ext cx="2077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DBDC1F3-8D82-65A8-CAE7-F51ACF1778E0}"/>
                  </a:ext>
                </a:extLst>
              </p14:cNvPr>
              <p14:cNvContentPartPr/>
              <p14:nvPr/>
            </p14:nvContentPartPr>
            <p14:xfrm>
              <a:off x="7027352" y="4240704"/>
              <a:ext cx="720" cy="1968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DBDC1F3-8D82-65A8-CAE7-F51ACF1778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91352" y="4222704"/>
                <a:ext cx="72000" cy="20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EFCDE7-8A35-9FB3-87B9-AB9BA641373D}"/>
                  </a:ext>
                </a:extLst>
              </p14:cNvPr>
              <p14:cNvContentPartPr/>
              <p14:nvPr/>
            </p14:nvContentPartPr>
            <p14:xfrm>
              <a:off x="6920432" y="6061584"/>
              <a:ext cx="143280" cy="127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EFCDE7-8A35-9FB3-87B9-AB9BA641373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02792" y="6043584"/>
                <a:ext cx="1789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EA7E6A6-3C2F-5154-3CC0-51A6B490E54A}"/>
                  </a:ext>
                </a:extLst>
              </p14:cNvPr>
              <p14:cNvContentPartPr/>
              <p14:nvPr/>
            </p14:nvContentPartPr>
            <p14:xfrm>
              <a:off x="9365552" y="4238904"/>
              <a:ext cx="720" cy="2000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EA7E6A6-3C2F-5154-3CC0-51A6B490E5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29552" y="4220904"/>
                <a:ext cx="72000" cy="20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C30866-7C0E-1F97-A9F8-D1C8DAE91570}"/>
                  </a:ext>
                </a:extLst>
              </p14:cNvPr>
              <p14:cNvContentPartPr/>
              <p14:nvPr/>
            </p14:nvContentPartPr>
            <p14:xfrm>
              <a:off x="9266912" y="6063024"/>
              <a:ext cx="179280" cy="175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C30866-7C0E-1F97-A9F8-D1C8DAE915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49272" y="6045384"/>
                <a:ext cx="214920" cy="21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0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2BB9-9DC6-B481-2E56-E30468E2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2649421F-5180-FDC7-E7BF-6608CA11F79A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C329-F229-D2F0-5AAD-AAC6A994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02: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349FBF-C963-3336-8FC3-B90FE12B7619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0D9567-8990-9750-808D-BCD9A1028419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76954-7290-6964-08A4-8A1733C713E7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80B3BF-155E-0045-7335-93249BC24B53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D3F5E1-4816-D4C9-B96C-6E6ACD65625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372AF-2353-A11F-7E35-8B46BCD26815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E1A8DC-E3FB-7E03-AE6E-E1E5171BACA8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2D2BA7-1D2C-53E6-D3EE-DE85C5F08A41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08859D-B7A9-8D3A-C58E-1632A6A823E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4384267-809E-4B1B-1AFA-B788BFFE3963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B1247C1-AC58-FB5C-70CA-F659B8E3CDAA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1FA1EB0-4C3D-635E-AB48-11FA68ACBA94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03FE6FA-5E06-94D3-C45D-B3005A961AC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378B58E-2ECF-D871-4540-8DC6111B41AD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CC809C-86D3-03F6-8E41-4E96E6354830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7F7F96C-8FED-A9AC-BC5F-517A7F0E08D8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93A03E-E8F9-AFD0-E21D-5D493E3A2ADA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51220E-1F2B-1B92-85B1-0F27CCE9C1C7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BEEC91-857F-F00E-4524-58B1F15BA678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7D4F70-2C2A-1ADB-8E33-2C6B9AA68C5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510E70-9890-2518-0981-FB7A62E239A8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019451-2504-907A-0996-68FBE45828F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779E2F-BC53-C51F-C2C9-B4BD216AE22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69134-266F-51F3-B347-7277E9C56179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81F8C-078B-B529-F267-74B18E8632D5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49901-28DE-6F4D-50D3-B74D733C6448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B9A25-37B8-E431-61B5-46FB1266ABED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BD67A5-6D49-D5B4-77A9-CD02B9314EF2}"/>
                  </a:ext>
                </a:extLst>
              </p14:cNvPr>
              <p14:cNvContentPartPr/>
              <p14:nvPr/>
            </p14:nvContentPartPr>
            <p14:xfrm>
              <a:off x="2004547" y="1736506"/>
              <a:ext cx="720" cy="1645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BD67A5-6D49-D5B4-77A9-CD02B9314E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8547" y="1718506"/>
                <a:ext cx="72000" cy="16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72570C-9E1D-D3D0-D159-019381F2CB1B}"/>
                  </a:ext>
                </a:extLst>
              </p14:cNvPr>
              <p14:cNvContentPartPr/>
              <p14:nvPr/>
            </p14:nvContentPartPr>
            <p14:xfrm>
              <a:off x="1945147" y="3209266"/>
              <a:ext cx="172440" cy="19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72570C-9E1D-D3D0-D159-019381F2CB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147" y="3191266"/>
                <a:ext cx="2080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D65FCE-C10E-D4C9-88FA-57B68D5744D2}"/>
                  </a:ext>
                </a:extLst>
              </p14:cNvPr>
              <p14:cNvContentPartPr/>
              <p14:nvPr/>
            </p14:nvContentPartPr>
            <p14:xfrm>
              <a:off x="4413667" y="1733266"/>
              <a:ext cx="720" cy="1690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D65FCE-C10E-D4C9-88FA-57B68D5744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7667" y="1715266"/>
                <a:ext cx="72000" cy="17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AD336F-67FA-A523-71B5-1A31B6FEE20D}"/>
                  </a:ext>
                </a:extLst>
              </p14:cNvPr>
              <p14:cNvContentPartPr/>
              <p14:nvPr/>
            </p14:nvContentPartPr>
            <p14:xfrm>
              <a:off x="4294147" y="3217906"/>
              <a:ext cx="170280" cy="172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AD336F-67FA-A523-71B5-1A31B6FEE2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6147" y="3200266"/>
                <a:ext cx="205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DFE938-A7B1-9E1D-10F1-5D446E84402A}"/>
                  </a:ext>
                </a:extLst>
              </p14:cNvPr>
              <p14:cNvContentPartPr/>
              <p14:nvPr/>
            </p14:nvContentPartPr>
            <p14:xfrm>
              <a:off x="6791827" y="1698706"/>
              <a:ext cx="720" cy="1721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DFE938-A7B1-9E1D-10F1-5D446E8440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5827" y="1680706"/>
                <a:ext cx="72000" cy="17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1DC11C-3A46-4218-92DE-B50EDE198C68}"/>
                  </a:ext>
                </a:extLst>
              </p14:cNvPr>
              <p14:cNvContentPartPr/>
              <p14:nvPr/>
            </p14:nvContentPartPr>
            <p14:xfrm>
              <a:off x="6725947" y="3212506"/>
              <a:ext cx="188280" cy="221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1DC11C-3A46-4218-92DE-B50EDE198C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07947" y="3194506"/>
                <a:ext cx="2239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A1EA610-D1D9-FAE9-74E9-8D19072EDC87}"/>
                  </a:ext>
                </a:extLst>
              </p14:cNvPr>
              <p14:cNvContentPartPr/>
              <p14:nvPr/>
            </p14:nvContentPartPr>
            <p14:xfrm>
              <a:off x="9282667" y="1778986"/>
              <a:ext cx="720" cy="1641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A1EA610-D1D9-FAE9-74E9-8D19072EDC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46667" y="1760986"/>
                <a:ext cx="72000" cy="16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71A7303-8CBE-3B79-961C-B39497F3F520}"/>
                  </a:ext>
                </a:extLst>
              </p14:cNvPr>
              <p14:cNvContentPartPr/>
              <p14:nvPr/>
            </p14:nvContentPartPr>
            <p14:xfrm>
              <a:off x="9139747" y="3211426"/>
              <a:ext cx="234360" cy="222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71A7303-8CBE-3B79-961C-B39497F3F52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21747" y="3193426"/>
                <a:ext cx="270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DDE3BD5-8803-4E1F-357C-973C43F17DE1}"/>
                  </a:ext>
                </a:extLst>
              </p14:cNvPr>
              <p14:cNvContentPartPr/>
              <p14:nvPr/>
            </p14:nvContentPartPr>
            <p14:xfrm>
              <a:off x="2082667" y="4264426"/>
              <a:ext cx="720" cy="1904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DDE3BD5-8803-4E1F-357C-973C43F17D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46667" y="4246426"/>
                <a:ext cx="72000" cy="19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8AB9ECD-EDFB-A9CF-CA77-A75151369B9A}"/>
                  </a:ext>
                </a:extLst>
              </p14:cNvPr>
              <p14:cNvContentPartPr/>
              <p14:nvPr/>
            </p14:nvContentPartPr>
            <p14:xfrm>
              <a:off x="2008867" y="5986306"/>
              <a:ext cx="180000" cy="190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8AB9ECD-EDFB-A9CF-CA77-A75151369B9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1227" y="5968666"/>
                <a:ext cx="2156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FE35E54-BF56-F61C-D43B-13280D56DBBB}"/>
                  </a:ext>
                </a:extLst>
              </p14:cNvPr>
              <p14:cNvContentPartPr/>
              <p14:nvPr/>
            </p14:nvContentPartPr>
            <p14:xfrm>
              <a:off x="2257267" y="4179466"/>
              <a:ext cx="2030400" cy="2030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FE35E54-BF56-F61C-D43B-13280D56DBB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39627" y="4161466"/>
                <a:ext cx="2066040" cy="20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86E8137-E60E-A58B-EDA9-75C4DAE66A1C}"/>
                  </a:ext>
                </a:extLst>
              </p14:cNvPr>
              <p14:cNvContentPartPr/>
              <p14:nvPr/>
            </p14:nvContentPartPr>
            <p14:xfrm>
              <a:off x="2274907" y="6075946"/>
              <a:ext cx="161280" cy="197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86E8137-E60E-A58B-EDA9-75C4DAE66A1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56907" y="6058306"/>
                <a:ext cx="1969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5F4D65C-8028-432D-9583-265B2C0FF2BE}"/>
                  </a:ext>
                </a:extLst>
              </p14:cNvPr>
              <p14:cNvContentPartPr/>
              <p14:nvPr/>
            </p14:nvContentPartPr>
            <p14:xfrm>
              <a:off x="2451667" y="3953746"/>
              <a:ext cx="4287960" cy="2462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5F4D65C-8028-432D-9583-265B2C0FF2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33667" y="3935746"/>
                <a:ext cx="4323600" cy="24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77D85DB-FDD7-0BF3-6F70-76D0A9CCABFB}"/>
                  </a:ext>
                </a:extLst>
              </p14:cNvPr>
              <p14:cNvContentPartPr/>
              <p14:nvPr/>
            </p14:nvContentPartPr>
            <p14:xfrm>
              <a:off x="2447707" y="6262786"/>
              <a:ext cx="126360" cy="183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77D85DB-FDD7-0BF3-6F70-76D0A9CCAB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29707" y="6244786"/>
                <a:ext cx="1620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FBDCBF9-39AD-4E5B-4382-66ABEF7DA2EB}"/>
                  </a:ext>
                </a:extLst>
              </p14:cNvPr>
              <p14:cNvContentPartPr/>
              <p14:nvPr/>
            </p14:nvContentPartPr>
            <p14:xfrm>
              <a:off x="2461747" y="3935746"/>
              <a:ext cx="6805800" cy="2596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FBDCBF9-39AD-4E5B-4382-66ABEF7DA2E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43747" y="3917746"/>
                <a:ext cx="6841440" cy="26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8FC97C3-1CEE-81CD-B5F0-DD071C2FA9EE}"/>
                  </a:ext>
                </a:extLst>
              </p14:cNvPr>
              <p14:cNvContentPartPr/>
              <p14:nvPr/>
            </p14:nvContentPartPr>
            <p14:xfrm>
              <a:off x="2423587" y="6425866"/>
              <a:ext cx="249840" cy="129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8FC97C3-1CEE-81CD-B5F0-DD071C2FA9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05947" y="6408226"/>
                <a:ext cx="2854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15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D884-D4C1-5242-EAEB-307A57E1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C89E374-B774-BB6A-FF67-9E7053FBA69C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01DD8-1233-DEDD-F738-E11618D3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03: Scatter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0E0C84-9D77-628D-AEC1-7BBDB9A15767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353F19-8998-323B-ACB3-5D67E548B29B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BEAE1-1B92-C7A7-A6BF-E6E7D7209F0E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1B523-0532-BF2F-0B77-6FB0C32A9B1E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45827-E238-3AEF-9C71-06805E3C245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D76DE-7118-E318-79E6-B5DE9A45BA2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B76E45-06D8-9963-C4BD-B24030E76B2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74366F-AEFD-4038-A7FC-34CC066B75A6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79A0D1-F7AC-E7F7-E544-26E638CD262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6D34AA-E97C-A1E1-1995-DD20C85215F8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D9602C-E835-586B-F364-2DD6259593D2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62FD6-8D51-84D5-81BB-7510F51BB0F5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54E472-EE0D-A75D-CA94-C500580624FF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6544F2-5D7E-7A65-BF6B-94382994B246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DB55D1A-6942-8A61-915B-ECA85C11188A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55AD5C5-546C-151C-A3B3-BC7A0D96B246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62BF6C1-E77C-721E-55AA-D09F71D0EAE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31A9A90-54AA-BC25-82DB-63ADAAB01562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E68E137-D9BC-48BE-1F84-3791538DE4E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012D1D-AF20-F4E3-1947-EEC9E39EA9B0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948099-6AF6-C9D5-DEE0-2776BEA06CD0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83CFBC-700A-F064-E61E-86EAE2DF9E2B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9E34831-8065-D23F-DF02-E4D952F56ED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5E347-5B1C-C8D9-A152-474D691199DC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6E48D-9FEF-04DE-6070-B50AB9EAC5B9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759CD-EBE5-3DBC-EC87-7C3AB0D4759E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3EBC2-07C8-4C78-9E60-A3A77F3F604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500A57-D631-95D4-8E5F-9AD492030F6B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14F38C-43C8-7E23-FB88-E124EE4CC444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72A79A-9215-8B3A-7438-974B27A0FFC5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CF405A-6A8D-771E-10A6-0A1EA223A9DC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D8E45B8-370C-B419-F8AE-A6177374E5F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ECB2BA-1507-18B1-279A-C77A02D615D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FB6E06-6569-309F-5D2C-788F3DDA96B7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382D4FA-65D3-D557-B323-48ED5D83F566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1B57985-FA0F-024A-4761-7ADC7F7E2B7B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E29F4BD-DF32-715D-D132-3717B9428137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4F0D398-FC75-9DBD-1E92-CE9D4374F891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05ABAFF-01B0-D311-E4CD-423A60BAED7A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B4E34F2-42EB-C010-9F9C-D830AB89F45E}"/>
                  </a:ext>
                </a:extLst>
              </p14:cNvPr>
              <p14:cNvContentPartPr/>
              <p14:nvPr/>
            </p14:nvContentPartPr>
            <p14:xfrm>
              <a:off x="2025787" y="1733266"/>
              <a:ext cx="720" cy="1668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B4E34F2-42EB-C010-9F9C-D830AB89F4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787" y="1715266"/>
                <a:ext cx="72000" cy="17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A73F8E0-B09D-A3F0-EF9E-4A55FE87BFB8}"/>
                  </a:ext>
                </a:extLst>
              </p14:cNvPr>
              <p14:cNvContentPartPr/>
              <p14:nvPr/>
            </p14:nvContentPartPr>
            <p14:xfrm>
              <a:off x="1949467" y="3205666"/>
              <a:ext cx="184680" cy="216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A73F8E0-B09D-A3F0-EF9E-4A55FE87BF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1827" y="3188026"/>
                <a:ext cx="220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AE1740C-114C-6D0B-F0C5-6F650DAC53CB}"/>
                  </a:ext>
                </a:extLst>
              </p14:cNvPr>
              <p14:cNvContentPartPr/>
              <p14:nvPr/>
            </p14:nvContentPartPr>
            <p14:xfrm>
              <a:off x="2703307" y="1660546"/>
              <a:ext cx="1452600" cy="177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AE1740C-114C-6D0B-F0C5-6F650DAC53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5307" y="1642546"/>
                <a:ext cx="1488240" cy="18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FBDFACA-BC70-6A60-E08F-C00319E5C162}"/>
                  </a:ext>
                </a:extLst>
              </p14:cNvPr>
              <p14:cNvContentPartPr/>
              <p14:nvPr/>
            </p14:nvContentPartPr>
            <p14:xfrm>
              <a:off x="3994267" y="3263986"/>
              <a:ext cx="190440" cy="214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FBDFACA-BC70-6A60-E08F-C00319E5C1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76627" y="3245986"/>
                <a:ext cx="226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5FFB0E6-4F2C-909A-6893-12AC1BD52E9F}"/>
                  </a:ext>
                </a:extLst>
              </p14:cNvPr>
              <p14:cNvContentPartPr/>
              <p14:nvPr/>
            </p14:nvContentPartPr>
            <p14:xfrm>
              <a:off x="3332587" y="1701946"/>
              <a:ext cx="3327480" cy="1876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5FFB0E6-4F2C-909A-6893-12AC1BD52E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14587" y="1683946"/>
                <a:ext cx="3363120" cy="19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3019F57-5F2E-A28D-55CB-E7AEC1593B56}"/>
                  </a:ext>
                </a:extLst>
              </p14:cNvPr>
              <p14:cNvContentPartPr/>
              <p14:nvPr/>
            </p14:nvContentPartPr>
            <p14:xfrm>
              <a:off x="6489787" y="3372346"/>
              <a:ext cx="183960" cy="209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3019F57-5F2E-A28D-55CB-E7AEC1593B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72147" y="3354706"/>
                <a:ext cx="219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C8BFD3F-3254-BB7E-0D24-239B6520BA27}"/>
                  </a:ext>
                </a:extLst>
              </p14:cNvPr>
              <p14:cNvContentPartPr/>
              <p14:nvPr/>
            </p14:nvContentPartPr>
            <p14:xfrm>
              <a:off x="4004347" y="1717786"/>
              <a:ext cx="4972320" cy="1757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C8BFD3F-3254-BB7E-0D24-239B6520BA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86347" y="1699786"/>
                <a:ext cx="5007960" cy="17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803FA54-CF22-F22F-9D0F-9289478431B5}"/>
                  </a:ext>
                </a:extLst>
              </p14:cNvPr>
              <p14:cNvContentPartPr/>
              <p14:nvPr/>
            </p14:nvContentPartPr>
            <p14:xfrm>
              <a:off x="8856427" y="3344266"/>
              <a:ext cx="151560" cy="165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803FA54-CF22-F22F-9D0F-9289478431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38787" y="3326626"/>
                <a:ext cx="1872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20B33CC-CD7B-3E65-EC70-A5763625A30A}"/>
                  </a:ext>
                </a:extLst>
              </p14:cNvPr>
              <p14:cNvContentPartPr/>
              <p14:nvPr/>
            </p14:nvContentPartPr>
            <p14:xfrm>
              <a:off x="2062507" y="4226626"/>
              <a:ext cx="720" cy="19270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20B33CC-CD7B-3E65-EC70-A5763625A3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26507" y="4208626"/>
                <a:ext cx="72000" cy="19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F2997B-BBDA-0478-3BF2-6CA65728C159}"/>
                  </a:ext>
                </a:extLst>
              </p14:cNvPr>
              <p14:cNvContentPartPr/>
              <p14:nvPr/>
            </p14:nvContentPartPr>
            <p14:xfrm>
              <a:off x="1982587" y="5971906"/>
              <a:ext cx="166320" cy="170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F2997B-BBDA-0478-3BF2-6CA65728C15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64947" y="5953906"/>
                <a:ext cx="2019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BDCFF1C-7B14-33DE-6CA2-32CDCD7DC61A}"/>
                  </a:ext>
                </a:extLst>
              </p14:cNvPr>
              <p14:cNvContentPartPr/>
              <p14:nvPr/>
            </p14:nvContentPartPr>
            <p14:xfrm>
              <a:off x="4478467" y="4184146"/>
              <a:ext cx="720" cy="1962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BDCFF1C-7B14-33DE-6CA2-32CDCD7DC6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42467" y="4166146"/>
                <a:ext cx="72000" cy="19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DE6B89B-9C1C-B4F7-13D0-4622CF804E31}"/>
                  </a:ext>
                </a:extLst>
              </p14:cNvPr>
              <p14:cNvContentPartPr/>
              <p14:nvPr/>
            </p14:nvContentPartPr>
            <p14:xfrm>
              <a:off x="4419427" y="5983066"/>
              <a:ext cx="186120" cy="160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DE6B89B-9C1C-B4F7-13D0-4622CF804E3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01427" y="5965066"/>
                <a:ext cx="221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F8C1546-7D1C-9263-4FFA-45809E0E46DD}"/>
                  </a:ext>
                </a:extLst>
              </p14:cNvPr>
              <p14:cNvContentPartPr/>
              <p14:nvPr/>
            </p14:nvContentPartPr>
            <p14:xfrm>
              <a:off x="6991987" y="4254346"/>
              <a:ext cx="720" cy="1932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F8C1546-7D1C-9263-4FFA-45809E0E46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55987" y="4236346"/>
                <a:ext cx="72000" cy="19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6E7ABB1-C756-2D42-91AD-53BC1C22AA4C}"/>
                  </a:ext>
                </a:extLst>
              </p14:cNvPr>
              <p14:cNvContentPartPr/>
              <p14:nvPr/>
            </p14:nvContentPartPr>
            <p14:xfrm>
              <a:off x="6907387" y="6010786"/>
              <a:ext cx="194400" cy="173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6E7ABB1-C756-2D42-91AD-53BC1C22AA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889387" y="5993146"/>
                <a:ext cx="2300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D2DC37B-FD03-7727-4BA8-A158C666525D}"/>
                  </a:ext>
                </a:extLst>
              </p14:cNvPr>
              <p14:cNvContentPartPr/>
              <p14:nvPr/>
            </p14:nvContentPartPr>
            <p14:xfrm>
              <a:off x="9280507" y="4253266"/>
              <a:ext cx="720" cy="1969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D2DC37B-FD03-7727-4BA8-A158C666525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44507" y="4235266"/>
                <a:ext cx="72000" cy="20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B61604D-B3AC-42C6-0947-E24FF4503214}"/>
                  </a:ext>
                </a:extLst>
              </p14:cNvPr>
              <p14:cNvContentPartPr/>
              <p14:nvPr/>
            </p14:nvContentPartPr>
            <p14:xfrm>
              <a:off x="9207787" y="6087106"/>
              <a:ext cx="204840" cy="1400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B61604D-B3AC-42C6-0947-E24FF45032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90147" y="6069106"/>
                <a:ext cx="240480" cy="1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97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C192-06BB-EB2E-4065-7FD20ECD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6DF3074F-C898-A489-7139-F8D852D2B03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ED72E-A006-20C4-B18A-57BE3E0B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04: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6EF82-0752-BE4D-D194-12102BD1740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B6FA58-B684-93E1-A4AA-29B707A09C51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E14F29-E108-90D2-6170-3F269B6DC8F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C8038F-4567-1677-D4D0-4458142D997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C19DA-0009-D4B9-4745-4069AFD6872A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65483D-4254-18BC-548D-DA1AE08C046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DD9CC1-6929-3049-D454-C9D90E3D62D3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C221210-BFF6-D637-0B89-492ED950C7AE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2265E8-8FD2-8005-5668-28F7A375ECE6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1DB24E1-A733-6E5D-9F9C-761D09DF8455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2ACCAC8-F328-8320-D4A5-99EDCDFDA27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DA04A6F-7CA2-6D9E-74CE-A69AFEB57A18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C01B09-8533-380E-CB39-AF9A176EE719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3607D6-C728-4AA5-460B-9C686D845381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307B12-96C5-7CFC-FBDA-59C76EF5A69B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CFA9333-AA2A-A463-DDCD-1C11E2C89612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ABD7AA6-D1CB-1BEC-B177-F996CCCFBED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D951624-EAA1-80D6-D940-0712491DC143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2A8FC04-01A9-07FF-D25B-650AC6FD34F5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F6DBB47-0164-C6FC-34D3-319040CB66F2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77F7BD-C9AB-29E9-317D-DA7FFC35075C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A679350-E3AB-926C-AE9D-7C04C4F2A61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690454F-7C1D-DD92-0921-726FCD237A85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41F9C6D-ECF0-1B1F-3EF0-F74D647F58F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9690F77-DD21-D4CA-438E-F4E6A5A0EE2F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9070A29-0EBA-7D06-C6ED-5FAAB9BBE0A3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17AEA74-03A9-6A17-2652-7172E7AEA59B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B3BF94E-4EFB-2081-C162-ABF772107574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F96417-CCB7-26BB-04CC-C64D06A7685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A97EA23-44A6-C820-7E5B-D5C5D70554F3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23187E3-9470-35A6-BD98-E1D357FF200F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78BA43E-F664-0F9B-D933-EA4FBC73682B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68A783A-30DE-1A97-A0DA-A06276C80546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FF2A78-DF17-33EB-706C-8FE2C7D47702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46BE6-6D73-F54F-C584-4E51B488FEC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9F7F68-9194-BF32-F464-24C30BF76ABE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6875A-DA6C-A278-0AE8-3FBC88F6464D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DD5B5-AD09-857B-810A-A7D5472D6D4B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BD81A5-31E7-D057-117B-607904715C37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BEB25-3AFB-DF95-C897-08B18CE0C740}"/>
              </a:ext>
            </a:extLst>
          </p:cNvPr>
          <p:cNvSpPr txBox="1"/>
          <p:nvPr/>
        </p:nvSpPr>
        <p:spPr>
          <a:xfrm>
            <a:off x="1611778" y="6071502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462727-05DF-2583-AB0B-C7C0B09F713E}"/>
                  </a:ext>
                </a:extLst>
              </p14:cNvPr>
              <p14:cNvContentPartPr/>
              <p14:nvPr/>
            </p14:nvContentPartPr>
            <p14:xfrm>
              <a:off x="2025787" y="1703026"/>
              <a:ext cx="720" cy="1698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462727-05DF-2583-AB0B-C7C0B09F71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787" y="1685026"/>
                <a:ext cx="72000" cy="17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D66392-7882-F63D-DB56-A2B2B39BD6C4}"/>
                  </a:ext>
                </a:extLst>
              </p14:cNvPr>
              <p14:cNvContentPartPr/>
              <p14:nvPr/>
            </p14:nvContentPartPr>
            <p14:xfrm>
              <a:off x="1906627" y="3248146"/>
              <a:ext cx="177480" cy="16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D66392-7882-F63D-DB56-A2B2B39BD6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987" y="3230506"/>
                <a:ext cx="2131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78399A3-5B46-446A-2C97-32A631D704E5}"/>
                  </a:ext>
                </a:extLst>
              </p14:cNvPr>
              <p14:cNvContentPartPr/>
              <p14:nvPr/>
            </p14:nvContentPartPr>
            <p14:xfrm>
              <a:off x="4401427" y="1816066"/>
              <a:ext cx="720" cy="1619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78399A3-5B46-446A-2C97-32A631D704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5427" y="1798066"/>
                <a:ext cx="72000" cy="16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8B3A16-0BAC-058E-8CFD-76DC5A2B6606}"/>
                  </a:ext>
                </a:extLst>
              </p14:cNvPr>
              <p14:cNvContentPartPr/>
              <p14:nvPr/>
            </p14:nvContentPartPr>
            <p14:xfrm>
              <a:off x="4329787" y="3271546"/>
              <a:ext cx="180360" cy="145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8B3A16-0BAC-058E-8CFD-76DC5A2B66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2147" y="3253906"/>
                <a:ext cx="2160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43E115C-E0D9-FF0F-958D-1019D4EB1A43}"/>
                  </a:ext>
                </a:extLst>
              </p14:cNvPr>
              <p14:cNvContentPartPr/>
              <p14:nvPr/>
            </p14:nvContentPartPr>
            <p14:xfrm>
              <a:off x="6798667" y="1751266"/>
              <a:ext cx="720" cy="1655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43E115C-E0D9-FF0F-958D-1019D4EB1A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62667" y="1733266"/>
                <a:ext cx="72000" cy="16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E2DC794-B7EC-7145-B378-4315345B365A}"/>
                  </a:ext>
                </a:extLst>
              </p14:cNvPr>
              <p14:cNvContentPartPr/>
              <p14:nvPr/>
            </p14:nvContentPartPr>
            <p14:xfrm>
              <a:off x="6712627" y="3234826"/>
              <a:ext cx="194400" cy="210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E2DC794-B7EC-7145-B378-4315345B36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4987" y="3217186"/>
                <a:ext cx="2300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2D55B94-BBE8-297A-EAE9-4F379A225A7E}"/>
                  </a:ext>
                </a:extLst>
              </p14:cNvPr>
              <p14:cNvContentPartPr/>
              <p14:nvPr/>
            </p14:nvContentPartPr>
            <p14:xfrm>
              <a:off x="9217867" y="1746586"/>
              <a:ext cx="720" cy="1665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2D55B94-BBE8-297A-EAE9-4F379A225A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81867" y="1728586"/>
                <a:ext cx="72000" cy="170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4A0DE26-B926-D557-42C4-1A6D9509C739}"/>
                  </a:ext>
                </a:extLst>
              </p14:cNvPr>
              <p14:cNvContentPartPr/>
              <p14:nvPr/>
            </p14:nvContentPartPr>
            <p14:xfrm>
              <a:off x="9110947" y="3290626"/>
              <a:ext cx="211320" cy="211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4A0DE26-B926-D557-42C4-1A6D9509C7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3307" y="3272986"/>
                <a:ext cx="2469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7B4C5F3-2039-4237-3EB6-AB6DEC9D0CE9}"/>
                  </a:ext>
                </a:extLst>
              </p14:cNvPr>
              <p14:cNvContentPartPr/>
              <p14:nvPr/>
            </p14:nvContentPartPr>
            <p14:xfrm>
              <a:off x="2082307" y="4131586"/>
              <a:ext cx="720" cy="2083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7B4C5F3-2039-4237-3EB6-AB6DEC9D0C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47027" y="4113586"/>
                <a:ext cx="72000" cy="21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D95BBFC-FE39-872C-CFB0-799FFFAEEA29}"/>
                  </a:ext>
                </a:extLst>
              </p14:cNvPr>
              <p14:cNvContentPartPr/>
              <p14:nvPr/>
            </p14:nvContentPartPr>
            <p14:xfrm>
              <a:off x="2029747" y="6027706"/>
              <a:ext cx="169560" cy="182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D95BBFC-FE39-872C-CFB0-799FFFAEEA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11747" y="6010066"/>
                <a:ext cx="2052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C1E3280-C9F4-634F-D1E1-C4DAAAC93AE0}"/>
                  </a:ext>
                </a:extLst>
              </p14:cNvPr>
              <p14:cNvContentPartPr/>
              <p14:nvPr/>
            </p14:nvContentPartPr>
            <p14:xfrm>
              <a:off x="2902027" y="4153906"/>
              <a:ext cx="1420200" cy="2048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C1E3280-C9F4-634F-D1E1-C4DAAAC93A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84387" y="4135906"/>
                <a:ext cx="1455840" cy="20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27DE00-F753-1455-0C0C-CE078C29DBF6}"/>
                  </a:ext>
                </a:extLst>
              </p14:cNvPr>
              <p14:cNvContentPartPr/>
              <p14:nvPr/>
            </p14:nvContentPartPr>
            <p14:xfrm>
              <a:off x="2846947" y="6029146"/>
              <a:ext cx="170640" cy="158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27DE00-F753-1455-0C0C-CE078C29DB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29307" y="6011506"/>
                <a:ext cx="206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71EA1F4-EE08-259F-DD3D-C8A2CE1327F8}"/>
                  </a:ext>
                </a:extLst>
              </p14:cNvPr>
              <p14:cNvContentPartPr/>
              <p14:nvPr/>
            </p14:nvContentPartPr>
            <p14:xfrm>
              <a:off x="3471187" y="3870946"/>
              <a:ext cx="3235680" cy="2352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71EA1F4-EE08-259F-DD3D-C8A2CE1327F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53547" y="3852946"/>
                <a:ext cx="3271320" cy="23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9FF7528-A78E-4152-D6EA-1E13F52C5B34}"/>
                  </a:ext>
                </a:extLst>
              </p14:cNvPr>
              <p14:cNvContentPartPr/>
              <p14:nvPr/>
            </p14:nvContentPartPr>
            <p14:xfrm>
              <a:off x="3457867" y="6072346"/>
              <a:ext cx="146880" cy="147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9FF7528-A78E-4152-D6EA-1E13F52C5B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39867" y="6054346"/>
                <a:ext cx="1825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CD8C688-D353-77A9-954D-C327A16013F1}"/>
                  </a:ext>
                </a:extLst>
              </p14:cNvPr>
              <p14:cNvContentPartPr/>
              <p14:nvPr/>
            </p14:nvContentPartPr>
            <p14:xfrm>
              <a:off x="4127467" y="3876706"/>
              <a:ext cx="4975560" cy="234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CD8C688-D353-77A9-954D-C327A16013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09827" y="3858706"/>
                <a:ext cx="5011200" cy="23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129BE7E-6911-7925-CC63-2AB43D18ACCC}"/>
                  </a:ext>
                </a:extLst>
              </p14:cNvPr>
              <p14:cNvContentPartPr/>
              <p14:nvPr/>
            </p14:nvContentPartPr>
            <p14:xfrm>
              <a:off x="4097227" y="6033466"/>
              <a:ext cx="144720" cy="248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129BE7E-6911-7925-CC63-2AB43D18ACC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79587" y="6015466"/>
                <a:ext cx="180360" cy="2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71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5A29-96CE-F4BD-E555-148C0A9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5FDF37D-1333-520B-67B5-3C249337EA6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D6685-D6CC-4408-C94F-CDB6D75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05: All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14C6E-1940-478B-B891-5441B2CD0AD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F02A8-5DD0-D5EB-CE6D-C5B88009C4F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1ADC4-174D-1015-A086-DB75096D6605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28105C-CEE3-904F-6CA3-6BB4D3C41DE4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02466-97B4-AF41-8B4B-9E80E2041EB1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9DB55-B4E3-4E9A-BAE3-9050C79BF8EB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0A681A-642D-F159-BD6C-9FE3F57A9E02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346763-8141-4706-D595-754FDB189888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7418584-9887-ED85-EFDC-BB7A03C09326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E75903-AEC2-F4B7-8A44-63690DA932F4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E7BA7C-B128-14D4-CCE7-1735CD5234D8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AD2E52-C939-DE64-93F5-B16967C38F2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0EFE5B-5D00-2972-2B3A-9C3341CDDB8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8234054-46EC-1E87-AA75-F720CFFD2BA8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091BD4-7F01-85C8-DFBB-3FA66DE8858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99C835D-63D6-BF2E-BB9F-163FDC96033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E5C2F-9985-7F41-8CA9-3E693BA5CB5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5D1DF1-7A25-2A9F-CDF6-CF65D71D367A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F37CEE-8DEC-0BD6-B44A-4B92C99DADFD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5EBDDE-F70B-04AE-D9CE-F01C94FFA4C1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5AF32E-1BA0-26B6-FF8A-96002E8C5C95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3CF6836-9437-9B93-1DA4-7C72EFF286A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B5F610-DC0E-ECB9-A6B4-98416123E11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F4EA1-91FA-10E2-3A49-77617D046208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9BCDD-12C0-19EC-790A-1CC34D07E1B6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5B1D7-C9E2-9209-2691-02F3C59C8406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365D9-6A65-C2B1-3A8E-2D25DDD71A5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4BFBD9-AB15-B45E-CEEA-24650CC415EC}"/>
                  </a:ext>
                </a:extLst>
              </p14:cNvPr>
              <p14:cNvContentPartPr/>
              <p14:nvPr/>
            </p14:nvContentPartPr>
            <p14:xfrm>
              <a:off x="1994467" y="1741186"/>
              <a:ext cx="720" cy="1639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4BFBD9-AB15-B45E-CEEA-24650CC415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227" y="1735066"/>
                <a:ext cx="2520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DF5577-DEDF-3443-B940-BA121618E9DA}"/>
                  </a:ext>
                </a:extLst>
              </p14:cNvPr>
              <p14:cNvContentPartPr/>
              <p14:nvPr/>
            </p14:nvContentPartPr>
            <p14:xfrm>
              <a:off x="1924987" y="3203506"/>
              <a:ext cx="152640" cy="197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DF5577-DEDF-3443-B940-BA121618E9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8867" y="3197386"/>
                <a:ext cx="1648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677F83-60B3-DF49-D187-FFA9B44E5C35}"/>
                  </a:ext>
                </a:extLst>
              </p14:cNvPr>
              <p14:cNvContentPartPr/>
              <p14:nvPr/>
            </p14:nvContentPartPr>
            <p14:xfrm>
              <a:off x="2006347" y="4158226"/>
              <a:ext cx="720" cy="204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677F83-60B3-DF49-D187-FFA9B44E5C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4107" y="4152106"/>
                <a:ext cx="25200" cy="20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59C2A07-AD89-A3C7-F8E0-E5BBD055C67C}"/>
                  </a:ext>
                </a:extLst>
              </p14:cNvPr>
              <p14:cNvContentPartPr/>
              <p14:nvPr/>
            </p14:nvContentPartPr>
            <p14:xfrm>
              <a:off x="1946227" y="6006466"/>
              <a:ext cx="181440" cy="221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59C2A07-AD89-A3C7-F8E0-E5BBD055C6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0107" y="6000346"/>
                <a:ext cx="1936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CC5B124-ED21-97F7-6548-BC38E87B1E97}"/>
                  </a:ext>
                </a:extLst>
              </p14:cNvPr>
              <p14:cNvContentPartPr/>
              <p14:nvPr/>
            </p14:nvContentPartPr>
            <p14:xfrm>
              <a:off x="2111827" y="4108186"/>
              <a:ext cx="2206800" cy="2206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CC5B124-ED21-97F7-6548-BC38E87B1E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05707" y="4102066"/>
                <a:ext cx="221904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14B66CA-0213-39E5-3777-918EAB460594}"/>
                  </a:ext>
                </a:extLst>
              </p14:cNvPr>
              <p14:cNvContentPartPr/>
              <p14:nvPr/>
            </p14:nvContentPartPr>
            <p14:xfrm>
              <a:off x="4211707" y="6145066"/>
              <a:ext cx="146520" cy="208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14B66CA-0213-39E5-3777-918EAB4605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05587" y="6138946"/>
                <a:ext cx="1587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0FA89A0-BB4A-4342-DC81-C488B52ACBC9}"/>
                  </a:ext>
                </a:extLst>
              </p14:cNvPr>
              <p14:cNvContentPartPr/>
              <p14:nvPr/>
            </p14:nvContentPartPr>
            <p14:xfrm>
              <a:off x="2403427" y="4122586"/>
              <a:ext cx="4328280" cy="2183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0FA89A0-BB4A-4342-DC81-C488B52ACB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97307" y="4116466"/>
                <a:ext cx="4340520" cy="21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003B965-312A-C197-F6E4-9D894F435432}"/>
                  </a:ext>
                </a:extLst>
              </p14:cNvPr>
              <p14:cNvContentPartPr/>
              <p14:nvPr/>
            </p14:nvContentPartPr>
            <p14:xfrm>
              <a:off x="6656467" y="6210946"/>
              <a:ext cx="163080" cy="150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003B965-312A-C197-F6E4-9D894F4354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50347" y="6204826"/>
                <a:ext cx="1753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CC86BA3-59C2-2E4D-EFB7-D59F811DFD1E}"/>
                  </a:ext>
                </a:extLst>
              </p14:cNvPr>
              <p14:cNvContentPartPr/>
              <p14:nvPr/>
            </p14:nvContentPartPr>
            <p14:xfrm>
              <a:off x="2467147" y="3925666"/>
              <a:ext cx="6720840" cy="2366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CC86BA3-59C2-2E4D-EFB7-D59F811DFD1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61027" y="3919546"/>
                <a:ext cx="6733080" cy="23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DA71207-DDE7-0AE5-047F-358EB579C384}"/>
                  </a:ext>
                </a:extLst>
              </p14:cNvPr>
              <p14:cNvContentPartPr/>
              <p14:nvPr/>
            </p14:nvContentPartPr>
            <p14:xfrm>
              <a:off x="9074947" y="6202306"/>
              <a:ext cx="138960" cy="142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DA71207-DDE7-0AE5-047F-358EB579C3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68827" y="6196186"/>
                <a:ext cx="1512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DCB468-0541-898C-D10E-25A8975CCAC5}"/>
                  </a:ext>
                </a:extLst>
              </p14:cNvPr>
              <p14:cNvContentPartPr/>
              <p14:nvPr/>
            </p14:nvContentPartPr>
            <p14:xfrm>
              <a:off x="4411507" y="1778986"/>
              <a:ext cx="720" cy="1679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DCB468-0541-898C-D10E-25A8975CCAC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99267" y="1772866"/>
                <a:ext cx="25200" cy="16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4D2D1B6-EBE0-940E-8EA8-BE52A25714BE}"/>
                  </a:ext>
                </a:extLst>
              </p14:cNvPr>
              <p14:cNvContentPartPr/>
              <p14:nvPr/>
            </p14:nvContentPartPr>
            <p14:xfrm>
              <a:off x="4297387" y="3227986"/>
              <a:ext cx="216000" cy="219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4D2D1B6-EBE0-940E-8EA8-BE52A25714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91267" y="3221866"/>
                <a:ext cx="2282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10BB0A1-4CB4-EA35-B6C8-37BE10282A9C}"/>
                  </a:ext>
                </a:extLst>
              </p14:cNvPr>
              <p14:cNvContentPartPr/>
              <p14:nvPr/>
            </p14:nvContentPartPr>
            <p14:xfrm>
              <a:off x="2283907" y="3988306"/>
              <a:ext cx="1970280" cy="2290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10BB0A1-4CB4-EA35-B6C8-37BE10282A9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77787" y="3982186"/>
                <a:ext cx="1982520" cy="23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6F29EBD-7094-50E1-7F6F-0185477F1599}"/>
                  </a:ext>
                </a:extLst>
              </p14:cNvPr>
              <p14:cNvContentPartPr/>
              <p14:nvPr/>
            </p14:nvContentPartPr>
            <p14:xfrm>
              <a:off x="2278147" y="6114466"/>
              <a:ext cx="152280" cy="16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6F29EBD-7094-50E1-7F6F-0185477F15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72027" y="6108346"/>
                <a:ext cx="164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3335D9-4F06-BDED-846E-D78477971D01}"/>
                  </a:ext>
                </a:extLst>
              </p14:cNvPr>
              <p14:cNvContentPartPr/>
              <p14:nvPr/>
            </p14:nvContentPartPr>
            <p14:xfrm>
              <a:off x="4477387" y="4191706"/>
              <a:ext cx="720" cy="2026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3335D9-4F06-BDED-846E-D78477971D0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65147" y="4185586"/>
                <a:ext cx="25200" cy="20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6E5CC80-4E22-AE3E-8DCD-B77A69917D06}"/>
                  </a:ext>
                </a:extLst>
              </p14:cNvPr>
              <p14:cNvContentPartPr/>
              <p14:nvPr/>
            </p14:nvContentPartPr>
            <p14:xfrm>
              <a:off x="4422667" y="6062266"/>
              <a:ext cx="138960" cy="1440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6E5CC80-4E22-AE3E-8DCD-B77A69917D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6547" y="6056146"/>
                <a:ext cx="1512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45C71F1-A85D-CEFA-08C7-CA5BDE01E783}"/>
                  </a:ext>
                </a:extLst>
              </p14:cNvPr>
              <p14:cNvContentPartPr/>
              <p14:nvPr/>
            </p14:nvContentPartPr>
            <p14:xfrm>
              <a:off x="4608427" y="4217626"/>
              <a:ext cx="2262240" cy="1953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45C71F1-A85D-CEFA-08C7-CA5BDE01E7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2307" y="4211506"/>
                <a:ext cx="2274480" cy="19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87FDD90-50BE-0D2E-7EAF-4C656B6AB611}"/>
                  </a:ext>
                </a:extLst>
              </p14:cNvPr>
              <p14:cNvContentPartPr/>
              <p14:nvPr/>
            </p14:nvContentPartPr>
            <p14:xfrm>
              <a:off x="6716587" y="6005386"/>
              <a:ext cx="149400" cy="169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87FDD90-50BE-0D2E-7EAF-4C656B6AB6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10467" y="5999266"/>
                <a:ext cx="1616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AD9C4EF-95BE-2D38-05C5-A213263B5C3E}"/>
                  </a:ext>
                </a:extLst>
              </p14:cNvPr>
              <p14:cNvContentPartPr/>
              <p14:nvPr/>
            </p14:nvContentPartPr>
            <p14:xfrm>
              <a:off x="4941427" y="4135906"/>
              <a:ext cx="4139280" cy="22230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AD9C4EF-95BE-2D38-05C5-A213263B5C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35307" y="4129786"/>
                <a:ext cx="4151520" cy="22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E8A72F7-5E31-28CA-3513-8E798D97D9A6}"/>
                  </a:ext>
                </a:extLst>
              </p14:cNvPr>
              <p14:cNvContentPartPr/>
              <p14:nvPr/>
            </p14:nvContentPartPr>
            <p14:xfrm>
              <a:off x="8896027" y="6248026"/>
              <a:ext cx="198360" cy="173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E8A72F7-5E31-28CA-3513-8E798D97D9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89907" y="6241906"/>
                <a:ext cx="2106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D65A565-70D5-67D7-08AE-CBA67E11EEC4}"/>
                  </a:ext>
                </a:extLst>
              </p14:cNvPr>
              <p14:cNvContentPartPr/>
              <p14:nvPr/>
            </p14:nvContentPartPr>
            <p14:xfrm>
              <a:off x="6805147" y="1709866"/>
              <a:ext cx="19440" cy="1701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D65A565-70D5-67D7-08AE-CBA67E11EE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799027" y="1703746"/>
                <a:ext cx="3168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7FD4920-1B34-FC65-5A58-6767090B1BA2}"/>
                  </a:ext>
                </a:extLst>
              </p14:cNvPr>
              <p14:cNvContentPartPr/>
              <p14:nvPr/>
            </p14:nvContentPartPr>
            <p14:xfrm>
              <a:off x="6722347" y="3229066"/>
              <a:ext cx="187200" cy="185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7FD4920-1B34-FC65-5A58-6767090B1B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16227" y="3222946"/>
                <a:ext cx="199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5C8C0E9-F3CC-DB98-3A20-BA64E60EF655}"/>
                  </a:ext>
                </a:extLst>
              </p14:cNvPr>
              <p14:cNvContentPartPr/>
              <p14:nvPr/>
            </p14:nvContentPartPr>
            <p14:xfrm>
              <a:off x="2488387" y="3847546"/>
              <a:ext cx="4245480" cy="2490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5C8C0E9-F3CC-DB98-3A20-BA64E60EF6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82267" y="3841426"/>
                <a:ext cx="4257720" cy="250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4797CFB-9777-23DA-138A-B3BF6A9610A0}"/>
                  </a:ext>
                </a:extLst>
              </p14:cNvPr>
              <p14:cNvContentPartPr/>
              <p14:nvPr/>
            </p14:nvContentPartPr>
            <p14:xfrm>
              <a:off x="2446627" y="6151546"/>
              <a:ext cx="205560" cy="234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4797CFB-9777-23DA-138A-B3BF6A9610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40507" y="6145426"/>
                <a:ext cx="217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067DD98-AA80-1C72-2B75-CFE214032945}"/>
                  </a:ext>
                </a:extLst>
              </p14:cNvPr>
              <p14:cNvContentPartPr/>
              <p14:nvPr/>
            </p14:nvContentPartPr>
            <p14:xfrm>
              <a:off x="4698787" y="3939346"/>
              <a:ext cx="2036160" cy="234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067DD98-AA80-1C72-2B75-CFE21403294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92667" y="3933226"/>
                <a:ext cx="2048400" cy="23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0FA94E6-AF72-C94B-AA00-B4A04805566A}"/>
                  </a:ext>
                </a:extLst>
              </p14:cNvPr>
              <p14:cNvContentPartPr/>
              <p14:nvPr/>
            </p14:nvContentPartPr>
            <p14:xfrm>
              <a:off x="4669987" y="6109426"/>
              <a:ext cx="180360" cy="188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0FA94E6-AF72-C94B-AA00-B4A0480556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63867" y="6103306"/>
                <a:ext cx="192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AA42B03-C947-2D0C-5F47-6D9EA6660926}"/>
                  </a:ext>
                </a:extLst>
              </p14:cNvPr>
              <p14:cNvContentPartPr/>
              <p14:nvPr/>
            </p14:nvContentPartPr>
            <p14:xfrm>
              <a:off x="6806227" y="4163986"/>
              <a:ext cx="47520" cy="1701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AA42B03-C947-2D0C-5F47-6D9EA66609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00107" y="4157866"/>
                <a:ext cx="5976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A5928B8-6909-7F24-773A-281BA1C55603}"/>
                  </a:ext>
                </a:extLst>
              </p14:cNvPr>
              <p14:cNvContentPartPr/>
              <p14:nvPr/>
            </p14:nvContentPartPr>
            <p14:xfrm>
              <a:off x="6769147" y="5700106"/>
              <a:ext cx="195120" cy="172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A5928B8-6909-7F24-773A-281BA1C5560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3027" y="5693986"/>
                <a:ext cx="2073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59B9C89-1493-1EE3-E69A-6DF15C2EF293}"/>
                  </a:ext>
                </a:extLst>
              </p14:cNvPr>
              <p14:cNvContentPartPr/>
              <p14:nvPr/>
            </p14:nvContentPartPr>
            <p14:xfrm>
              <a:off x="7047787" y="4285666"/>
              <a:ext cx="2193840" cy="1876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59B9C89-1493-1EE3-E69A-6DF15C2EF29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41667" y="4279546"/>
                <a:ext cx="2206080" cy="18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8F8C55F-CC1F-12AF-DC91-EB2979750F93}"/>
                  </a:ext>
                </a:extLst>
              </p14:cNvPr>
              <p14:cNvContentPartPr/>
              <p14:nvPr/>
            </p14:nvContentPartPr>
            <p14:xfrm>
              <a:off x="9122467" y="5971906"/>
              <a:ext cx="163800" cy="226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8F8C55F-CC1F-12AF-DC91-EB2979750F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16347" y="5965786"/>
                <a:ext cx="1760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27DB21D-13B5-487F-A8A0-4CE41F326750}"/>
                  </a:ext>
                </a:extLst>
              </p14:cNvPr>
              <p14:cNvContentPartPr/>
              <p14:nvPr/>
            </p14:nvContentPartPr>
            <p14:xfrm>
              <a:off x="9198787" y="1682866"/>
              <a:ext cx="720" cy="1790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27DB21D-13B5-487F-A8A0-4CE41F3267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86547" y="1676746"/>
                <a:ext cx="25200" cy="18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10D7F61-CAB8-2DBB-17FE-9410A58379D0}"/>
                  </a:ext>
                </a:extLst>
              </p14:cNvPr>
              <p14:cNvContentPartPr/>
              <p14:nvPr/>
            </p14:nvContentPartPr>
            <p14:xfrm>
              <a:off x="9117427" y="3304306"/>
              <a:ext cx="192600" cy="179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10D7F61-CAB8-2DBB-17FE-9410A58379D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11307" y="3298186"/>
                <a:ext cx="2048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A8262C2-E44A-27A4-B962-050772C8210F}"/>
                  </a:ext>
                </a:extLst>
              </p14:cNvPr>
              <p14:cNvContentPartPr/>
              <p14:nvPr/>
            </p14:nvContentPartPr>
            <p14:xfrm>
              <a:off x="2822827" y="3851866"/>
              <a:ext cx="6333840" cy="2516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A8262C2-E44A-27A4-B962-050772C821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16707" y="3845746"/>
                <a:ext cx="6346080" cy="25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63BCA4B-76DA-D508-A5BE-0FD559A9050A}"/>
                  </a:ext>
                </a:extLst>
              </p14:cNvPr>
              <p14:cNvContentPartPr/>
              <p14:nvPr/>
            </p14:nvContentPartPr>
            <p14:xfrm>
              <a:off x="2808067" y="6227866"/>
              <a:ext cx="201960" cy="258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63BCA4B-76DA-D508-A5BE-0FD559A9050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01947" y="6221746"/>
                <a:ext cx="2142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22A215F-6E45-4392-7A14-AD6D63C3FF13}"/>
                  </a:ext>
                </a:extLst>
              </p14:cNvPr>
              <p14:cNvContentPartPr/>
              <p14:nvPr/>
            </p14:nvContentPartPr>
            <p14:xfrm>
              <a:off x="4866547" y="3925666"/>
              <a:ext cx="4365000" cy="2455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22A215F-6E45-4392-7A14-AD6D63C3FF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60427" y="3919546"/>
                <a:ext cx="4377240" cy="24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5F6484E-E93F-AD02-0E5C-B55EF7F0EE61}"/>
                  </a:ext>
                </a:extLst>
              </p14:cNvPr>
              <p14:cNvContentPartPr/>
              <p14:nvPr/>
            </p14:nvContentPartPr>
            <p14:xfrm>
              <a:off x="4826947" y="6222106"/>
              <a:ext cx="207720" cy="229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5F6484E-E93F-AD02-0E5C-B55EF7F0EE6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20827" y="6215986"/>
                <a:ext cx="2199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DD4F4C1-F01A-5D15-3296-60DAAC7E7237}"/>
                  </a:ext>
                </a:extLst>
              </p14:cNvPr>
              <p14:cNvContentPartPr/>
              <p14:nvPr/>
            </p14:nvContentPartPr>
            <p14:xfrm>
              <a:off x="7156147" y="4030786"/>
              <a:ext cx="2048400" cy="2296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DD4F4C1-F01A-5D15-3296-60DAAC7E72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50027" y="4024666"/>
                <a:ext cx="2060640" cy="23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189DE34-FEE3-1FA0-2935-9A0A990319A2}"/>
                  </a:ext>
                </a:extLst>
              </p14:cNvPr>
              <p14:cNvContentPartPr/>
              <p14:nvPr/>
            </p14:nvContentPartPr>
            <p14:xfrm>
              <a:off x="7130587" y="6178546"/>
              <a:ext cx="173520" cy="143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189DE34-FEE3-1FA0-2935-9A0A990319A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24467" y="6172426"/>
                <a:ext cx="1857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FC5FB73-9E33-4497-D1B4-7A1CDDF55981}"/>
                  </a:ext>
                </a:extLst>
              </p14:cNvPr>
              <p14:cNvContentPartPr/>
              <p14:nvPr/>
            </p14:nvContentPartPr>
            <p14:xfrm>
              <a:off x="9308587" y="4243186"/>
              <a:ext cx="720" cy="16243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FC5FB73-9E33-4497-D1B4-7A1CDDF5598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96347" y="4237066"/>
                <a:ext cx="25200" cy="16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78A9E2C-5426-8D01-F57B-F7914D4C8DE3}"/>
                  </a:ext>
                </a:extLst>
              </p14:cNvPr>
              <p14:cNvContentPartPr/>
              <p14:nvPr/>
            </p14:nvContentPartPr>
            <p14:xfrm>
              <a:off x="9234427" y="5681746"/>
              <a:ext cx="158400" cy="199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78A9E2C-5426-8D01-F57B-F7914D4C8DE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28307" y="5675626"/>
                <a:ext cx="170640" cy="2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74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0473-E4F5-A699-AB67-C3C7B8B0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BA8EB6C-ED84-E439-FDCB-9AE59391AA7B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B37AE-0EC3-FCED-E96F-1701CD96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06: All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B02C-988D-9D39-B1E1-4B720EF36C00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100AD6-4F41-92F6-E3A0-79991AC6109E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547D1-47BE-94B1-6890-2FCB57E4D315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A9C552-E2B5-B038-10EA-06F8CC630F9E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C5C42D-86EE-6FB7-DCB2-B87D659C8713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4E7C5C-0E65-E2E5-FAEB-0679739181D9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DCC647-37B3-78D0-AF8E-1224A8E8F455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EA9EDD-352E-E1D3-DC24-4685F70DF1E8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D00AB4-B7E9-FC0F-3F3B-E25613EC401A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70002D-A8C9-7103-1093-450270A300B9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557A3-07E6-EE62-4DA9-40AF51563A4E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97EEE-7DA4-1EBA-12A6-C1C4046F0F26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B522F2-18F6-D67F-3395-0589B7848AB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517BB5-9DA6-9705-6077-D19647B2B1E6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E69A11-A650-67B2-2116-DECEDEBD172E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7DEC1F-D501-E822-BF8E-60C5366040F0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CCEEB3-D6E6-C698-2273-2831ACC494A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AA2D1D-1691-DC4C-A832-4239BC82FA38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7F02EA-795B-8378-7D0C-A1E40267E1F0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F2EF39-304E-F5B7-1595-18CAA5B1400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D7D3D3D-AD8C-36C2-FB3F-5F6814547C1F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CBCD5AC-EB34-3F60-FFCA-CA8CF1E3E6F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2D9B04-4F93-0BAB-095A-01A16722B1AD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36919CE-F567-B6C1-78DE-683AE808EEB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2B029A6-33EA-9A47-4227-5B580A049061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2D2CF0-85FA-2A7D-9D7D-7D8998109928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A867094-C1A1-CD6D-2041-ACECEB4476BA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F68C0E1-77BD-F18A-1C5B-9149B6DE4586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9683DE-5AD1-CB16-B750-E0BACA35933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AA11FD-9920-C469-54E8-B17E89AEC29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C25F437-85D1-A0C7-5EAD-434A0B54B25F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859D1B-34F0-2DB3-39DE-197509B313A0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9847B7E-D98F-B5D4-9403-DABC723099A4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37C225B-94F9-BF6D-ACB6-96C75B11FA4D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FC98D9A-8E3D-406D-8AF8-DCE7B5C1A351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E7FD540-08A2-31A5-F671-290CF8191CD4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246FDC5-EE64-F166-5169-63AB9F62E727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70754B3-692E-0584-CCFF-89D3D0A19B9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ECAF8-FFD8-1DE8-C7F9-A42558A14C80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0AD3DC-49C7-8F93-8AFB-30CB4C9A90BE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04D8C0A-8004-1FC6-E2F2-768AC674F11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04DE47-7188-2A40-8207-6FB207073E3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C104939-FB86-3CF4-22A4-5AAEDA44C93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322CB2-6865-BBDF-8461-00701E825E99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C6519E5-E2F9-0EC3-1CC3-088D6B04319C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CA1117F-EF20-1C1D-A59F-E208AF710E9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EDF11F-8227-CB3E-12B7-00A308216CD4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44B24-2633-88FB-A030-E55A260C1992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0FF83-9210-273E-BC34-65361937CB8C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7B732-73D7-891E-8295-1BCC0713D130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E8831-0127-49EF-C972-E00409E0C212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4C51743-1BE5-94EF-269E-F9108B3FFD77}"/>
                  </a:ext>
                </a:extLst>
              </p14:cNvPr>
              <p14:cNvContentPartPr/>
              <p14:nvPr/>
            </p14:nvContentPartPr>
            <p14:xfrm>
              <a:off x="3954307" y="1667386"/>
              <a:ext cx="5256360" cy="1868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4C51743-1BE5-94EF-269E-F9108B3FFD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8187" y="1661266"/>
                <a:ext cx="5268600" cy="18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3FE1A2-6655-6928-73CC-10277F2446E4}"/>
                  </a:ext>
                </a:extLst>
              </p14:cNvPr>
              <p14:cNvContentPartPr/>
              <p14:nvPr/>
            </p14:nvContentPartPr>
            <p14:xfrm>
              <a:off x="9051187" y="3371266"/>
              <a:ext cx="149760" cy="214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3FE1A2-6655-6928-73CC-10277F2446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5067" y="3365146"/>
                <a:ext cx="162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1F9B822-9511-D55C-900D-724A08CCAABE}"/>
                  </a:ext>
                </a:extLst>
              </p14:cNvPr>
              <p14:cNvContentPartPr/>
              <p14:nvPr/>
            </p14:nvContentPartPr>
            <p14:xfrm>
              <a:off x="4175707" y="3814066"/>
              <a:ext cx="4982040" cy="247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1F9B822-9511-D55C-900D-724A08CCAA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9587" y="3807946"/>
                <a:ext cx="4994280" cy="24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AF311B9-EDB4-0028-7154-A2F8706C0E94}"/>
                  </a:ext>
                </a:extLst>
              </p14:cNvPr>
              <p14:cNvContentPartPr/>
              <p14:nvPr/>
            </p14:nvContentPartPr>
            <p14:xfrm>
              <a:off x="4118827" y="6146506"/>
              <a:ext cx="181080" cy="174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AF311B9-EDB4-0028-7154-A2F8706C0E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12707" y="6140386"/>
                <a:ext cx="1933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4BF680-3F6F-B380-B65E-96F98A2378DD}"/>
                  </a:ext>
                </a:extLst>
              </p14:cNvPr>
              <p14:cNvContentPartPr/>
              <p14:nvPr/>
            </p14:nvContentPartPr>
            <p14:xfrm>
              <a:off x="6472147" y="3885706"/>
              <a:ext cx="2725920" cy="231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4BF680-3F6F-B380-B65E-96F98A2378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66027" y="3879586"/>
                <a:ext cx="2738160" cy="23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FEBA307-7A9A-8809-9C69-6E2D6DB2F5AC}"/>
                  </a:ext>
                </a:extLst>
              </p14:cNvPr>
              <p14:cNvContentPartPr/>
              <p14:nvPr/>
            </p14:nvContentPartPr>
            <p14:xfrm>
              <a:off x="6431827" y="6048946"/>
              <a:ext cx="169200" cy="180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FEBA307-7A9A-8809-9C69-6E2D6DB2F5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25707" y="6042826"/>
                <a:ext cx="181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3C17D1B-AAFA-A135-3DEC-D58699B1BEC4}"/>
                  </a:ext>
                </a:extLst>
              </p14:cNvPr>
              <p14:cNvContentPartPr/>
              <p14:nvPr/>
            </p14:nvContentPartPr>
            <p14:xfrm>
              <a:off x="8842387" y="3946906"/>
              <a:ext cx="379080" cy="2235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3C17D1B-AAFA-A135-3DEC-D58699B1BE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6267" y="3940786"/>
                <a:ext cx="391320" cy="22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8542869-9CC7-A794-E4CB-294F15FF9124}"/>
                  </a:ext>
                </a:extLst>
              </p14:cNvPr>
              <p14:cNvContentPartPr/>
              <p14:nvPr/>
            </p14:nvContentPartPr>
            <p14:xfrm>
              <a:off x="8766787" y="6064786"/>
              <a:ext cx="126360" cy="169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8542869-9CC7-A794-E4CB-294F15FF91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60667" y="6058666"/>
                <a:ext cx="138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9B19B67-41A2-8E8D-F011-313A5498C08B}"/>
                  </a:ext>
                </a:extLst>
              </p14:cNvPr>
              <p14:cNvContentPartPr/>
              <p14:nvPr/>
            </p14:nvContentPartPr>
            <p14:xfrm>
              <a:off x="9321907" y="3803986"/>
              <a:ext cx="1748160" cy="2469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9B19B67-41A2-8E8D-F011-313A5498C0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15787" y="3797866"/>
                <a:ext cx="1760400" cy="24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2BD5DD-03CF-2247-5AFE-0E9F720F4C7E}"/>
                  </a:ext>
                </a:extLst>
              </p14:cNvPr>
              <p14:cNvContentPartPr/>
              <p14:nvPr/>
            </p14:nvContentPartPr>
            <p14:xfrm>
              <a:off x="10917427" y="6121666"/>
              <a:ext cx="173520" cy="183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2BD5DD-03CF-2247-5AFE-0E9F720F4C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11307" y="6115546"/>
                <a:ext cx="1857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2FD958-4FF1-724A-A208-37DE29CA7EEE}"/>
                  </a:ext>
                </a:extLst>
              </p14:cNvPr>
              <p14:cNvContentPartPr/>
              <p14:nvPr/>
            </p14:nvContentPartPr>
            <p14:xfrm>
              <a:off x="8174947" y="-1116494"/>
              <a:ext cx="10440" cy="14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2FD958-4FF1-724A-A208-37DE29CA7E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68827" y="-1122614"/>
                <a:ext cx="22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A5F4BC8-DB69-BBE3-6918-C4798A986B8A}"/>
                  </a:ext>
                </a:extLst>
              </p14:cNvPr>
              <p14:cNvContentPartPr/>
              <p14:nvPr/>
            </p14:nvContentPartPr>
            <p14:xfrm>
              <a:off x="3300187" y="1631386"/>
              <a:ext cx="3413880" cy="1878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A5F4BC8-DB69-BBE3-6918-C4798A986B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94067" y="1625266"/>
                <a:ext cx="3426120" cy="18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B44C7A-619A-1D67-C422-DE776C0C78A0}"/>
                  </a:ext>
                </a:extLst>
              </p14:cNvPr>
              <p14:cNvContentPartPr/>
              <p14:nvPr/>
            </p14:nvContentPartPr>
            <p14:xfrm>
              <a:off x="6584827" y="3357946"/>
              <a:ext cx="124560" cy="192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B44C7A-619A-1D67-C422-DE776C0C78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78707" y="3351826"/>
                <a:ext cx="1368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46C276F-CF49-6341-8747-F87D379CD80F}"/>
                  </a:ext>
                </a:extLst>
              </p14:cNvPr>
              <p14:cNvContentPartPr/>
              <p14:nvPr/>
            </p14:nvContentPartPr>
            <p14:xfrm>
              <a:off x="7149667" y="3860866"/>
              <a:ext cx="3275280" cy="2398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46C276F-CF49-6341-8747-F87D379CD8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43547" y="3854746"/>
                <a:ext cx="3287520" cy="24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E23C87E-7D87-7F9A-E6F6-E6F45BFD5C13}"/>
                  </a:ext>
                </a:extLst>
              </p14:cNvPr>
              <p14:cNvContentPartPr/>
              <p14:nvPr/>
            </p14:nvContentPartPr>
            <p14:xfrm>
              <a:off x="10282027" y="6089266"/>
              <a:ext cx="181800" cy="203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E23C87E-7D87-7F9A-E6F6-E6F45BFD5C1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75907" y="6083146"/>
                <a:ext cx="194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B344346-A6E7-2239-86DB-A34E37A3F660}"/>
                  </a:ext>
                </a:extLst>
              </p14:cNvPr>
              <p14:cNvContentPartPr/>
              <p14:nvPr/>
            </p14:nvContentPartPr>
            <p14:xfrm>
              <a:off x="6952747" y="3873106"/>
              <a:ext cx="1173240" cy="2386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B344346-A6E7-2239-86DB-A34E37A3F6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46627" y="3866986"/>
                <a:ext cx="1185480" cy="23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78F225F-B7FC-9E87-412D-E2B49FC299A4}"/>
                  </a:ext>
                </a:extLst>
              </p14:cNvPr>
              <p14:cNvContentPartPr/>
              <p14:nvPr/>
            </p14:nvContentPartPr>
            <p14:xfrm>
              <a:off x="8000347" y="6030946"/>
              <a:ext cx="156960" cy="201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78F225F-B7FC-9E87-412D-E2B49FC299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94227" y="6024826"/>
                <a:ext cx="16920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87CCEAC-86E0-BFAE-51FA-55E3A9BB91EE}"/>
                  </a:ext>
                </a:extLst>
              </p14:cNvPr>
              <p14:cNvContentPartPr/>
              <p14:nvPr/>
            </p14:nvContentPartPr>
            <p14:xfrm>
              <a:off x="5880667" y="3901186"/>
              <a:ext cx="916200" cy="2272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87CCEAC-86E0-BFAE-51FA-55E3A9BB91E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74547" y="3895066"/>
                <a:ext cx="928440" cy="22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C976A85-C355-92BE-79F9-95127D6AF0F1}"/>
                  </a:ext>
                </a:extLst>
              </p14:cNvPr>
              <p14:cNvContentPartPr/>
              <p14:nvPr/>
            </p14:nvContentPartPr>
            <p14:xfrm>
              <a:off x="5877067" y="6042466"/>
              <a:ext cx="156240" cy="150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C976A85-C355-92BE-79F9-95127D6AF0F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70947" y="6036346"/>
                <a:ext cx="1684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6A70031-0B58-B6B9-21D2-D7D598074F54}"/>
                  </a:ext>
                </a:extLst>
              </p14:cNvPr>
              <p14:cNvContentPartPr/>
              <p14:nvPr/>
            </p14:nvContentPartPr>
            <p14:xfrm>
              <a:off x="3544987" y="3821986"/>
              <a:ext cx="3147480" cy="2480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6A70031-0B58-B6B9-21D2-D7D598074F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38867" y="3815866"/>
                <a:ext cx="3159720" cy="24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F5D4970-0B20-E366-1D7E-AF033DFE7C8B}"/>
                  </a:ext>
                </a:extLst>
              </p14:cNvPr>
              <p14:cNvContentPartPr/>
              <p14:nvPr/>
            </p14:nvContentPartPr>
            <p14:xfrm>
              <a:off x="3514027" y="6155506"/>
              <a:ext cx="174600" cy="203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F5D4970-0B20-E366-1D7E-AF033DFE7C8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07907" y="6149386"/>
                <a:ext cx="186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26F6C89-E6A1-85BF-2EDA-0BC9EA24EBE0}"/>
                  </a:ext>
                </a:extLst>
              </p14:cNvPr>
              <p14:cNvContentPartPr/>
              <p14:nvPr/>
            </p14:nvContentPartPr>
            <p14:xfrm>
              <a:off x="6023587" y="-1345814"/>
              <a:ext cx="23760" cy="10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26F6C89-E6A1-85BF-2EDA-0BC9EA24EBE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17467" y="-1351934"/>
                <a:ext cx="36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BE66148-394A-6841-BE15-AA5189E18879}"/>
                  </a:ext>
                </a:extLst>
              </p14:cNvPr>
              <p14:cNvContentPartPr/>
              <p14:nvPr/>
            </p14:nvContentPartPr>
            <p14:xfrm>
              <a:off x="2795827" y="1637146"/>
              <a:ext cx="1492920" cy="18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BE66148-394A-6841-BE15-AA5189E188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89707" y="1631026"/>
                <a:ext cx="1505160" cy="18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B50759E-D3DA-F44C-C99E-B7B7ED87F9A9}"/>
                  </a:ext>
                </a:extLst>
              </p14:cNvPr>
              <p14:cNvContentPartPr/>
              <p14:nvPr/>
            </p14:nvContentPartPr>
            <p14:xfrm>
              <a:off x="4163107" y="3323026"/>
              <a:ext cx="145440" cy="195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B50759E-D3DA-F44C-C99E-B7B7ED87F9A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56987" y="3316906"/>
                <a:ext cx="1576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580B781-8CEE-B00E-7EE3-1A9C586CAFB2}"/>
                  </a:ext>
                </a:extLst>
              </p14:cNvPr>
              <p14:cNvContentPartPr/>
              <p14:nvPr/>
            </p14:nvContentPartPr>
            <p14:xfrm>
              <a:off x="4702027" y="3781666"/>
              <a:ext cx="5050800" cy="2501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580B781-8CEE-B00E-7EE3-1A9C586CAF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95907" y="3775546"/>
                <a:ext cx="5063040" cy="25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7313841-6914-0515-E141-45E27A36867C}"/>
                  </a:ext>
                </a:extLst>
              </p14:cNvPr>
              <p14:cNvContentPartPr/>
              <p14:nvPr/>
            </p14:nvContentPartPr>
            <p14:xfrm>
              <a:off x="9637987" y="6156226"/>
              <a:ext cx="125640" cy="192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7313841-6914-0515-E141-45E27A3686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631867" y="6150106"/>
                <a:ext cx="1378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C8A3132-1222-12FE-57AB-C3F39AAE6D34}"/>
                  </a:ext>
                </a:extLst>
              </p14:cNvPr>
              <p14:cNvContentPartPr/>
              <p14:nvPr/>
            </p14:nvContentPartPr>
            <p14:xfrm>
              <a:off x="4490707" y="3861946"/>
              <a:ext cx="3014640" cy="2352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C8A3132-1222-12FE-57AB-C3F39AAE6D3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84587" y="3855826"/>
                <a:ext cx="3026880" cy="23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2E7C5C5-482B-2464-1BFA-22BE737B0E27}"/>
                  </a:ext>
                </a:extLst>
              </p14:cNvPr>
              <p14:cNvContentPartPr/>
              <p14:nvPr/>
            </p14:nvContentPartPr>
            <p14:xfrm>
              <a:off x="7363147" y="6080266"/>
              <a:ext cx="156960" cy="208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2E7C5C5-482B-2464-1BFA-22BE737B0E2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57027" y="6074146"/>
                <a:ext cx="169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300D9F2-834B-FA51-CF81-C210E682E0E3}"/>
                  </a:ext>
                </a:extLst>
              </p14:cNvPr>
              <p14:cNvContentPartPr/>
              <p14:nvPr/>
            </p14:nvContentPartPr>
            <p14:xfrm>
              <a:off x="4460827" y="3911266"/>
              <a:ext cx="698040" cy="2314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300D9F2-834B-FA51-CF81-C210E682E0E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54707" y="3905146"/>
                <a:ext cx="710280" cy="23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B3DAA44-9818-8FBE-E49B-E64E95D6B9B0}"/>
                  </a:ext>
                </a:extLst>
              </p14:cNvPr>
              <p14:cNvContentPartPr/>
              <p14:nvPr/>
            </p14:nvContentPartPr>
            <p14:xfrm>
              <a:off x="5028547" y="6056866"/>
              <a:ext cx="200520" cy="202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B3DAA44-9818-8FBE-E49B-E64E95D6B9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22427" y="6050746"/>
                <a:ext cx="2127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07D7432-CFEA-807D-FE0C-1CB262926290}"/>
                  </a:ext>
                </a:extLst>
              </p14:cNvPr>
              <p14:cNvContentPartPr/>
              <p14:nvPr/>
            </p14:nvContentPartPr>
            <p14:xfrm>
              <a:off x="2878627" y="3800386"/>
              <a:ext cx="1460520" cy="24469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07D7432-CFEA-807D-FE0C-1CB26292629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72507" y="3794266"/>
                <a:ext cx="1472760" cy="24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987CB81-A6ED-67D2-88D0-1F421EFC1778}"/>
                  </a:ext>
                </a:extLst>
              </p14:cNvPr>
              <p14:cNvContentPartPr/>
              <p14:nvPr/>
            </p14:nvContentPartPr>
            <p14:xfrm>
              <a:off x="2830747" y="6088186"/>
              <a:ext cx="189360" cy="1519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987CB81-A6ED-67D2-88D0-1F421EFC177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4627" y="6082066"/>
                <a:ext cx="201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CFD8682-F113-EC9D-9959-6C816A9EDE29}"/>
                  </a:ext>
                </a:extLst>
              </p14:cNvPr>
              <p14:cNvContentPartPr/>
              <p14:nvPr/>
            </p14:nvContentPartPr>
            <p14:xfrm>
              <a:off x="6675547" y="-1856654"/>
              <a:ext cx="7200" cy="18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CFD8682-F113-EC9D-9959-6C816A9EDE2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69427" y="-1862774"/>
                <a:ext cx="194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6D71FA1-E696-4CBE-E0C8-81112918C0C5}"/>
                  </a:ext>
                </a:extLst>
              </p14:cNvPr>
              <p14:cNvContentPartPr/>
              <p14:nvPr/>
            </p14:nvContentPartPr>
            <p14:xfrm>
              <a:off x="2012107" y="1752346"/>
              <a:ext cx="28440" cy="1702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6D71FA1-E696-4CBE-E0C8-81112918C0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05987" y="1746226"/>
                <a:ext cx="40680" cy="17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04BA924-A0C6-D30D-B55B-8D30D4906438}"/>
                  </a:ext>
                </a:extLst>
              </p14:cNvPr>
              <p14:cNvContentPartPr/>
              <p14:nvPr/>
            </p14:nvContentPartPr>
            <p14:xfrm>
              <a:off x="1946947" y="3299626"/>
              <a:ext cx="178560" cy="1540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04BA924-A0C6-D30D-B55B-8D30D490643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40827" y="3293506"/>
                <a:ext cx="1908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C4AB881-666D-2E06-BFBC-A6BE24E1A24F}"/>
                  </a:ext>
                </a:extLst>
              </p14:cNvPr>
              <p14:cNvContentPartPr/>
              <p14:nvPr/>
            </p14:nvContentPartPr>
            <p14:xfrm>
              <a:off x="2097067" y="4230946"/>
              <a:ext cx="720" cy="19569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C4AB881-666D-2E06-BFBC-A6BE24E1A24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84827" y="4224826"/>
                <a:ext cx="25200" cy="19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2E9C30E-0A3D-18F2-09AB-07A9E2BE87D8}"/>
                  </a:ext>
                </a:extLst>
              </p14:cNvPr>
              <p14:cNvContentPartPr/>
              <p14:nvPr/>
            </p14:nvContentPartPr>
            <p14:xfrm>
              <a:off x="2021107" y="6014386"/>
              <a:ext cx="167040" cy="175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2E9C30E-0A3D-18F2-09AB-07A9E2BE87D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14987" y="6008266"/>
                <a:ext cx="1792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0FCD852-6B2D-FD90-433A-CDCF8A97668F}"/>
                  </a:ext>
                </a:extLst>
              </p14:cNvPr>
              <p14:cNvContentPartPr/>
              <p14:nvPr/>
            </p14:nvContentPartPr>
            <p14:xfrm>
              <a:off x="2026867" y="3882106"/>
              <a:ext cx="2413080" cy="2413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0FCD852-6B2D-FD90-433A-CDCF8A97668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0747" y="3875986"/>
                <a:ext cx="2425320" cy="24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1ED8358-5F2D-B1C3-3361-D772E4EC2C6F}"/>
                  </a:ext>
                </a:extLst>
              </p14:cNvPr>
              <p14:cNvContentPartPr/>
              <p14:nvPr/>
            </p14:nvContentPartPr>
            <p14:xfrm>
              <a:off x="4345627" y="6139666"/>
              <a:ext cx="124200" cy="1803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1ED8358-5F2D-B1C3-3361-D772E4EC2C6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39507" y="6133546"/>
                <a:ext cx="136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E7A5CDA-C0F4-116E-FDAD-391471CD92B0}"/>
                  </a:ext>
                </a:extLst>
              </p14:cNvPr>
              <p14:cNvContentPartPr/>
              <p14:nvPr/>
            </p14:nvContentPartPr>
            <p14:xfrm>
              <a:off x="2155387" y="3825226"/>
              <a:ext cx="4631400" cy="25239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E7A5CDA-C0F4-116E-FDAD-391471CD92B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49267" y="3819106"/>
                <a:ext cx="4643640" cy="25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AC4DE6D-D0C1-6204-D414-283F854560B3}"/>
                  </a:ext>
                </a:extLst>
              </p14:cNvPr>
              <p14:cNvContentPartPr/>
              <p14:nvPr/>
            </p14:nvContentPartPr>
            <p14:xfrm>
              <a:off x="6654307" y="6222106"/>
              <a:ext cx="154800" cy="1490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AC4DE6D-D0C1-6204-D414-283F854560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48187" y="6215986"/>
                <a:ext cx="1670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C14D36A-4E67-54A4-822C-9CB957464240}"/>
                  </a:ext>
                </a:extLst>
              </p14:cNvPr>
              <p14:cNvContentPartPr/>
              <p14:nvPr/>
            </p14:nvContentPartPr>
            <p14:xfrm>
              <a:off x="2224507" y="3716866"/>
              <a:ext cx="6943320" cy="2606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C14D36A-4E67-54A4-822C-9CB95746424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18387" y="3710746"/>
                <a:ext cx="6955560" cy="26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934263B-7887-8FF9-207E-F31C8566A949}"/>
                  </a:ext>
                </a:extLst>
              </p14:cNvPr>
              <p14:cNvContentPartPr/>
              <p14:nvPr/>
            </p14:nvContentPartPr>
            <p14:xfrm>
              <a:off x="9047587" y="6186466"/>
              <a:ext cx="152640" cy="1828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934263B-7887-8FF9-207E-F31C8566A94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41467" y="6180346"/>
                <a:ext cx="164880" cy="1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146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07FF-993F-5CF1-9472-A088572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35784ED-B84C-B672-FC0F-18D59C9E4074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C8126-6078-BBC1-43BF-E9843C76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07: All to All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52BD09-004C-E035-D04B-F8375447DB82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76BA76-2FE1-85C7-9CCF-2CDDDC31A50A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BFE5E0-A6F2-E8A0-5409-8726F0845C1A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0A25AE-6AF3-F69E-33FA-7258E37499B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C59FCB-B28B-D783-779F-AE5784D5F2E4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B99AC6-9AF0-D4B0-5F6A-F372C872F961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D7E554-D423-C13C-1EC8-BE87A82640C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612439-D8E9-23E1-6CC2-3A83359803FB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71D73-3697-4766-DD8E-BD9849737DD9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BD14A-1FD3-445B-8572-F4C8E8A27943}"/>
              </a:ext>
            </a:extLst>
          </p:cNvPr>
          <p:cNvSpPr txBox="1"/>
          <p:nvPr/>
        </p:nvSpPr>
        <p:spPr>
          <a:xfrm>
            <a:off x="272453" y="5756322"/>
            <a:ext cx="1077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1B0524-3BCA-0249-5713-A3A7832A621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07A6-6FB6-6872-A5B2-D72A5BFEC4A2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9FFC1C-1C3B-CE57-9E7A-25149CBC5BC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EFEF10-46E1-19B1-9923-64002CA9CA7F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2ED25D-8AD4-D386-23C2-C818CF1AF0CF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1A22E9-CFEF-75F8-FD74-2571FB15178D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312DF2-B891-6DFA-7FF3-2B0E49EED57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1E0FF3-1589-266A-B1C0-9BF4071B869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2C42C1-4698-845D-6EDD-7427DAF3BBF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CFC699-460D-30C8-5CC8-C565FC91C1F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F38AAC-8DEC-D0E5-0532-149CBEE30B65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D022009-9924-6992-F7B0-C4619033EBFE}"/>
              </a:ext>
            </a:extLst>
          </p:cNvPr>
          <p:cNvSpPr/>
          <p:nvPr/>
        </p:nvSpPr>
        <p:spPr>
          <a:xfrm>
            <a:off x="2574678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6B30B7-93BE-F93D-2234-185A1C50A96A}"/>
              </a:ext>
            </a:extLst>
          </p:cNvPr>
          <p:cNvSpPr/>
          <p:nvPr/>
        </p:nvSpPr>
        <p:spPr>
          <a:xfrm>
            <a:off x="3134019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8FD1AC-5468-9200-C1EE-DAAD4823FC5E}"/>
              </a:ext>
            </a:extLst>
          </p:cNvPr>
          <p:cNvSpPr/>
          <p:nvPr/>
        </p:nvSpPr>
        <p:spPr>
          <a:xfrm>
            <a:off x="3774422" y="35863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C420064-3FF4-1F43-5273-BA0D7DBA4ACA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B0667C-576B-AEBA-A2FF-0E986FA29ADC}"/>
              </a:ext>
            </a:extLst>
          </p:cNvPr>
          <p:cNvSpPr/>
          <p:nvPr/>
        </p:nvSpPr>
        <p:spPr>
          <a:xfrm>
            <a:off x="4957954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C92071-8E5B-9426-66D3-0058723274BE}"/>
              </a:ext>
            </a:extLst>
          </p:cNvPr>
          <p:cNvSpPr/>
          <p:nvPr/>
        </p:nvSpPr>
        <p:spPr>
          <a:xfrm>
            <a:off x="5517295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8DCEC9-5001-B05B-980C-B52E2D316F1B}"/>
              </a:ext>
            </a:extLst>
          </p:cNvPr>
          <p:cNvSpPr/>
          <p:nvPr/>
        </p:nvSpPr>
        <p:spPr>
          <a:xfrm>
            <a:off x="6157698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EF628A4-8EB2-3C94-3B71-E43BEEEE9881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FC70EF5-9B6E-F6E3-0A40-745E2EEBB276}"/>
              </a:ext>
            </a:extLst>
          </p:cNvPr>
          <p:cNvSpPr/>
          <p:nvPr/>
        </p:nvSpPr>
        <p:spPr>
          <a:xfrm>
            <a:off x="7388287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1A33B8-04D3-5393-08A1-0801B3AF5949}"/>
              </a:ext>
            </a:extLst>
          </p:cNvPr>
          <p:cNvSpPr/>
          <p:nvPr/>
        </p:nvSpPr>
        <p:spPr>
          <a:xfrm>
            <a:off x="7947628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A420C87-3F8D-5684-2303-2E175779212E}"/>
              </a:ext>
            </a:extLst>
          </p:cNvPr>
          <p:cNvSpPr/>
          <p:nvPr/>
        </p:nvSpPr>
        <p:spPr>
          <a:xfrm>
            <a:off x="8588031" y="359563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E8C4C75-CCF5-89A1-1D63-9636D51ACF9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49053D6-4DC4-ABEF-74C3-596A1E180E64}"/>
              </a:ext>
            </a:extLst>
          </p:cNvPr>
          <p:cNvSpPr/>
          <p:nvPr/>
        </p:nvSpPr>
        <p:spPr>
          <a:xfrm>
            <a:off x="9771563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3E49C03-A56B-9937-D291-C67DE078A9D0}"/>
              </a:ext>
            </a:extLst>
          </p:cNvPr>
          <p:cNvSpPr/>
          <p:nvPr/>
        </p:nvSpPr>
        <p:spPr>
          <a:xfrm>
            <a:off x="10330904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878230-DF7D-381F-A784-20D72F0ABC5B}"/>
              </a:ext>
            </a:extLst>
          </p:cNvPr>
          <p:cNvSpPr/>
          <p:nvPr/>
        </p:nvSpPr>
        <p:spPr>
          <a:xfrm>
            <a:off x="10971307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EBB25EF-A8F3-A72B-A985-EDEF3A10C7C5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A3FA98-2C18-6E8A-8E81-00D8EF71D5C4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A76BF12-C8E6-C0E0-C724-1FE51A988CA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8E10702-50CC-52A6-90B9-CD0E767AC053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04EF1B-E647-2FB6-9700-81911B40A4A4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33C538A-F83B-2063-1E59-A6787016861B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1FD5B62-C781-B45A-78A0-885FE8FD5E36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9E3B758-E5F8-BA9E-A75C-E9EA12DE519C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DE0606C-7589-BC51-F4F9-D13A1173FB9B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95E2CAB-C3B4-ECA0-6560-CE73F52CB49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BDA5448-BA5A-8FB2-0BCB-4D41147B99C4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ABD5891-A3C1-C256-9D2A-A6C8405FE7BC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7CF104F-2BEA-9959-10E7-2B68319B0F2D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363B969-B696-F4CA-5F94-18E3F5592F64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0A452E0-34A7-512F-0F1E-227579A9880B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A021A9C-C377-51C0-5192-77E44EBA5016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CD3692-74A7-2BB9-B907-A8DEC83B4DF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7B117F-48BC-0902-7547-147CFEA7CFC8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087C9A5-C3CD-AC78-6CFD-FB8EE21E1382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A88925-93BD-9878-2656-37098ECD2BE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15504C-04B7-6A68-0F03-5942A98115E7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8683B-7B2D-AF46-090D-86BA11FD42A7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C1E077-9788-C192-ECE1-BEAEB5C6525F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0F65C38-CAE1-7D68-846A-096148DEAF72}"/>
                  </a:ext>
                </a:extLst>
              </p14:cNvPr>
              <p14:cNvContentPartPr/>
              <p14:nvPr/>
            </p14:nvContentPartPr>
            <p14:xfrm>
              <a:off x="2008867" y="1706626"/>
              <a:ext cx="720" cy="178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0F65C38-CAE1-7D68-846A-096148DEAF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2867" y="1688626"/>
                <a:ext cx="72000" cy="18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35DBAB0-89FE-2EEC-DFBB-637626F67E5E}"/>
                  </a:ext>
                </a:extLst>
              </p14:cNvPr>
              <p14:cNvContentPartPr/>
              <p14:nvPr/>
            </p14:nvContentPartPr>
            <p14:xfrm>
              <a:off x="1922827" y="3321946"/>
              <a:ext cx="158040" cy="20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35DBAB0-89FE-2EEC-DFBB-637626F67E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4827" y="3304306"/>
                <a:ext cx="1936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D9A6344-F9AA-CA9E-BD40-A24AA362BBA1}"/>
                  </a:ext>
                </a:extLst>
              </p14:cNvPr>
              <p14:cNvContentPartPr/>
              <p14:nvPr/>
            </p14:nvContentPartPr>
            <p14:xfrm>
              <a:off x="2055667" y="3935746"/>
              <a:ext cx="720" cy="2248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9A6344-F9AA-CA9E-BD40-A24AA362BB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0387" y="3917746"/>
                <a:ext cx="72000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AF0FD0C-0B0D-F4F6-39B0-BF0D3CF4F547}"/>
                  </a:ext>
                </a:extLst>
              </p14:cNvPr>
              <p14:cNvContentPartPr/>
              <p14:nvPr/>
            </p14:nvContentPartPr>
            <p14:xfrm>
              <a:off x="1971787" y="6064786"/>
              <a:ext cx="18288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AF0FD0C-0B0D-F4F6-39B0-BF0D3CF4F5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3787" y="6046786"/>
                <a:ext cx="218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2E623C9-CE6A-37B2-059E-1C63ECA1A2CC}"/>
                  </a:ext>
                </a:extLst>
              </p14:cNvPr>
              <p14:cNvContentPartPr/>
              <p14:nvPr/>
            </p14:nvContentPartPr>
            <p14:xfrm>
              <a:off x="2614747" y="1739026"/>
              <a:ext cx="720" cy="1758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2E623C9-CE6A-37B2-059E-1C63ECA1A2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78747" y="1721026"/>
                <a:ext cx="72000" cy="17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8F5A1CA-9B98-6974-4FFF-EEBB80BAC627}"/>
                  </a:ext>
                </a:extLst>
              </p14:cNvPr>
              <p14:cNvContentPartPr/>
              <p14:nvPr/>
            </p14:nvContentPartPr>
            <p14:xfrm>
              <a:off x="2531587" y="3309706"/>
              <a:ext cx="150480" cy="176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8F5A1CA-9B98-6974-4FFF-EEBB80BAC6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13947" y="3292066"/>
                <a:ext cx="186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96C179-5A98-33DE-7303-3849D5F95666}"/>
                  </a:ext>
                </a:extLst>
              </p14:cNvPr>
              <p14:cNvContentPartPr/>
              <p14:nvPr/>
            </p14:nvContentPartPr>
            <p14:xfrm>
              <a:off x="3165907" y="1744426"/>
              <a:ext cx="720" cy="1689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96C179-5A98-33DE-7303-3849D5F956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29907" y="1726426"/>
                <a:ext cx="7200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704D744-F0E8-094F-91AB-1859CE84964F}"/>
                  </a:ext>
                </a:extLst>
              </p14:cNvPr>
              <p14:cNvContentPartPr/>
              <p14:nvPr/>
            </p14:nvContentPartPr>
            <p14:xfrm>
              <a:off x="3085267" y="3278386"/>
              <a:ext cx="182520" cy="179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704D744-F0E8-094F-91AB-1859CE84964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67627" y="3260746"/>
                <a:ext cx="2181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CE58B8-B6D2-707E-7066-D043E33B9B4F}"/>
                  </a:ext>
                </a:extLst>
              </p14:cNvPr>
              <p14:cNvContentPartPr/>
              <p14:nvPr/>
            </p14:nvContentPartPr>
            <p14:xfrm>
              <a:off x="3804547" y="1719946"/>
              <a:ext cx="720" cy="1702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CE58B8-B6D2-707E-7066-D043E33B9B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68547" y="1701946"/>
                <a:ext cx="72000" cy="17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8E9890A-31C1-720D-9B64-EFAE6B322A2F}"/>
                  </a:ext>
                </a:extLst>
              </p14:cNvPr>
              <p14:cNvContentPartPr/>
              <p14:nvPr/>
            </p14:nvContentPartPr>
            <p14:xfrm>
              <a:off x="3713467" y="3256066"/>
              <a:ext cx="187200" cy="172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8E9890A-31C1-720D-9B64-EFAE6B322A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95827" y="3238426"/>
                <a:ext cx="2228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E1F8880-818E-D804-DB5A-DABB69D2267C}"/>
                  </a:ext>
                </a:extLst>
              </p14:cNvPr>
              <p14:cNvContentPartPr/>
              <p14:nvPr/>
            </p14:nvContentPartPr>
            <p14:xfrm>
              <a:off x="4388107" y="1681786"/>
              <a:ext cx="720" cy="1774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E1F8880-818E-D804-DB5A-DABB69D226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52107" y="1663786"/>
                <a:ext cx="72000" cy="18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F4D0C4B-BE9A-4F8D-E538-7234C2576780}"/>
                  </a:ext>
                </a:extLst>
              </p14:cNvPr>
              <p14:cNvContentPartPr/>
              <p14:nvPr/>
            </p14:nvContentPartPr>
            <p14:xfrm>
              <a:off x="4316467" y="3316546"/>
              <a:ext cx="149040" cy="136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F4D0C4B-BE9A-4F8D-E538-7234C257678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98467" y="3298546"/>
                <a:ext cx="1846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95C4868-494C-E0AD-DBD2-2477F56EA66C}"/>
                  </a:ext>
                </a:extLst>
              </p14:cNvPr>
              <p14:cNvContentPartPr/>
              <p14:nvPr/>
            </p14:nvContentPartPr>
            <p14:xfrm>
              <a:off x="5034307" y="1696546"/>
              <a:ext cx="20520" cy="172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95C4868-494C-E0AD-DBD2-2477F56EA6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16307" y="1678546"/>
                <a:ext cx="56160" cy="17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C4FB4E9-13F5-724F-1ACA-66B000168B53}"/>
                  </a:ext>
                </a:extLst>
              </p14:cNvPr>
              <p14:cNvContentPartPr/>
              <p14:nvPr/>
            </p14:nvContentPartPr>
            <p14:xfrm>
              <a:off x="4943587" y="3274066"/>
              <a:ext cx="206280" cy="210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C4FB4E9-13F5-724F-1ACA-66B000168B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25587" y="3256066"/>
                <a:ext cx="2419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54254B-B1D1-FA42-FDF1-F61C87CB32CD}"/>
                  </a:ext>
                </a:extLst>
              </p14:cNvPr>
              <p14:cNvContentPartPr/>
              <p14:nvPr/>
            </p14:nvContentPartPr>
            <p14:xfrm>
              <a:off x="5594467" y="1765666"/>
              <a:ext cx="720" cy="1679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54254B-B1D1-FA42-FDF1-F61C87CB32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58467" y="1747666"/>
                <a:ext cx="72000" cy="171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8FF8DB1-9002-EA24-53BD-7600DC59424B}"/>
                  </a:ext>
                </a:extLst>
              </p14:cNvPr>
              <p14:cNvContentPartPr/>
              <p14:nvPr/>
            </p14:nvContentPartPr>
            <p14:xfrm>
              <a:off x="5483587" y="3240586"/>
              <a:ext cx="200880" cy="215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8FF8DB1-9002-EA24-53BD-7600DC5942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65587" y="3222586"/>
                <a:ext cx="2365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EAE854B-8888-574B-FEA4-1DDB002C5146}"/>
                  </a:ext>
                </a:extLst>
              </p14:cNvPr>
              <p14:cNvContentPartPr/>
              <p14:nvPr/>
            </p14:nvContentPartPr>
            <p14:xfrm>
              <a:off x="6210427" y="1724266"/>
              <a:ext cx="720" cy="1657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EAE854B-8888-574B-FEA4-1DDB002C514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74427" y="1706266"/>
                <a:ext cx="72000" cy="169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9604056-B1E7-DE6F-11A8-8768C77937FE}"/>
                  </a:ext>
                </a:extLst>
              </p14:cNvPr>
              <p14:cNvContentPartPr/>
              <p14:nvPr/>
            </p14:nvContentPartPr>
            <p14:xfrm>
              <a:off x="6125107" y="3257146"/>
              <a:ext cx="137160" cy="157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9604056-B1E7-DE6F-11A8-8768C77937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07467" y="3239506"/>
                <a:ext cx="1728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C67B302-2BC8-D39F-C31B-7D3CC4585499}"/>
                  </a:ext>
                </a:extLst>
              </p14:cNvPr>
              <p14:cNvContentPartPr/>
              <p14:nvPr/>
            </p14:nvContentPartPr>
            <p14:xfrm>
              <a:off x="6845467" y="1713106"/>
              <a:ext cx="720" cy="1735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C67B302-2BC8-D39F-C31B-7D3CC458549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09467" y="1695106"/>
                <a:ext cx="72000" cy="17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5026C0F-DC7A-68EE-CE9A-0B6CB66160CB}"/>
                  </a:ext>
                </a:extLst>
              </p14:cNvPr>
              <p14:cNvContentPartPr/>
              <p14:nvPr/>
            </p14:nvContentPartPr>
            <p14:xfrm>
              <a:off x="6761587" y="3248146"/>
              <a:ext cx="169200" cy="217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5026C0F-DC7A-68EE-CE9A-0B6CB66160C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43947" y="3230506"/>
                <a:ext cx="2048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88D283E-9484-0FB7-4339-3D2C287A758E}"/>
                  </a:ext>
                </a:extLst>
              </p14:cNvPr>
              <p14:cNvContentPartPr/>
              <p14:nvPr/>
            </p14:nvContentPartPr>
            <p14:xfrm>
              <a:off x="7476187" y="1708786"/>
              <a:ext cx="720" cy="1751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88D283E-9484-0FB7-4339-3D2C287A758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40187" y="1690786"/>
                <a:ext cx="72000" cy="17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E42B4BE-9BD2-39FE-B3FB-87825A63FC4F}"/>
                  </a:ext>
                </a:extLst>
              </p14:cNvPr>
              <p14:cNvContentPartPr/>
              <p14:nvPr/>
            </p14:nvContentPartPr>
            <p14:xfrm>
              <a:off x="7385467" y="3261826"/>
              <a:ext cx="194040" cy="2188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E42B4BE-9BD2-39FE-B3FB-87825A63FC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67467" y="3243826"/>
                <a:ext cx="229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497FF0-0CF7-E6FF-7746-43403C74E1AA}"/>
                  </a:ext>
                </a:extLst>
              </p14:cNvPr>
              <p14:cNvContentPartPr/>
              <p14:nvPr/>
            </p14:nvContentPartPr>
            <p14:xfrm>
              <a:off x="8044987" y="1750186"/>
              <a:ext cx="720" cy="1721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497FF0-0CF7-E6FF-7746-43403C74E1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08987" y="1732186"/>
                <a:ext cx="72000" cy="17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6412AC-EADC-F777-D867-EE004E346729}"/>
                  </a:ext>
                </a:extLst>
              </p14:cNvPr>
              <p14:cNvContentPartPr/>
              <p14:nvPr/>
            </p14:nvContentPartPr>
            <p14:xfrm>
              <a:off x="7924387" y="3263986"/>
              <a:ext cx="210600" cy="2235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6412AC-EADC-F777-D867-EE004E34672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06387" y="3245986"/>
                <a:ext cx="246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277CF09-724B-2CC2-08D0-88CEDB044C66}"/>
                  </a:ext>
                </a:extLst>
              </p14:cNvPr>
              <p14:cNvContentPartPr/>
              <p14:nvPr/>
            </p14:nvContentPartPr>
            <p14:xfrm>
              <a:off x="8641147" y="1701946"/>
              <a:ext cx="720" cy="1781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277CF09-724B-2CC2-08D0-88CEDB044C6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605147" y="1683946"/>
                <a:ext cx="72000" cy="18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E6A42AA-74B9-EFBB-C36B-7278AA6207EF}"/>
                  </a:ext>
                </a:extLst>
              </p14:cNvPr>
              <p14:cNvContentPartPr/>
              <p14:nvPr/>
            </p14:nvContentPartPr>
            <p14:xfrm>
              <a:off x="8550427" y="3310786"/>
              <a:ext cx="169200" cy="2055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E6A42AA-74B9-EFBB-C36B-7278AA6207E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32787" y="3293146"/>
                <a:ext cx="2048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313BF1B-A566-74A6-55D8-FDF50E3557E1}"/>
                  </a:ext>
                </a:extLst>
              </p14:cNvPr>
              <p14:cNvContentPartPr/>
              <p14:nvPr/>
            </p14:nvContentPartPr>
            <p14:xfrm>
              <a:off x="9201307" y="1733266"/>
              <a:ext cx="720" cy="1719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313BF1B-A566-74A6-55D8-FDF50E3557E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65307" y="1715266"/>
                <a:ext cx="72000" cy="175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ABFC49C-E8C7-45A0-8522-E008001F8F8E}"/>
                  </a:ext>
                </a:extLst>
              </p14:cNvPr>
              <p14:cNvContentPartPr/>
              <p14:nvPr/>
            </p14:nvContentPartPr>
            <p14:xfrm>
              <a:off x="9124987" y="3263986"/>
              <a:ext cx="170280" cy="2059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ABFC49C-E8C7-45A0-8522-E008001F8F8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07347" y="3245986"/>
                <a:ext cx="2059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3A6C2C8-E14B-0BC5-F707-9BAC780CE5DC}"/>
                  </a:ext>
                </a:extLst>
              </p14:cNvPr>
              <p14:cNvContentPartPr/>
              <p14:nvPr/>
            </p14:nvContentPartPr>
            <p14:xfrm>
              <a:off x="9874147" y="1660546"/>
              <a:ext cx="720" cy="17640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3A6C2C8-E14B-0BC5-F707-9BAC780CE5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38147" y="1642546"/>
                <a:ext cx="72000" cy="17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1599A8F-5B49-0C65-AF5A-87265BB0C0E9}"/>
                  </a:ext>
                </a:extLst>
              </p14:cNvPr>
              <p14:cNvContentPartPr/>
              <p14:nvPr/>
            </p14:nvContentPartPr>
            <p14:xfrm>
              <a:off x="9752467" y="3261826"/>
              <a:ext cx="207720" cy="204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1599A8F-5B49-0C65-AF5A-87265BB0C0E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34467" y="3243826"/>
                <a:ext cx="2433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799E1F1-7CD6-437E-BED1-A8DC78A5729A}"/>
                  </a:ext>
                </a:extLst>
              </p14:cNvPr>
              <p14:cNvContentPartPr/>
              <p14:nvPr/>
            </p14:nvContentPartPr>
            <p14:xfrm>
              <a:off x="10379587" y="1735426"/>
              <a:ext cx="720" cy="16999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799E1F1-7CD6-437E-BED1-A8DC78A5729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343587" y="1717426"/>
                <a:ext cx="7200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7B9AE81-F65F-632E-0503-F227B7D9BDBC}"/>
                  </a:ext>
                </a:extLst>
              </p14:cNvPr>
              <p14:cNvContentPartPr/>
              <p14:nvPr/>
            </p14:nvContentPartPr>
            <p14:xfrm>
              <a:off x="10293547" y="3297466"/>
              <a:ext cx="156600" cy="186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7B9AE81-F65F-632E-0503-F227B7D9BDB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275907" y="3279466"/>
                <a:ext cx="1922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2C0318E-6324-75BC-3E60-3435CFD52B0A}"/>
                  </a:ext>
                </a:extLst>
              </p14:cNvPr>
              <p14:cNvContentPartPr/>
              <p14:nvPr/>
            </p14:nvContentPartPr>
            <p14:xfrm>
              <a:off x="11039107" y="1770346"/>
              <a:ext cx="720" cy="1652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2C0318E-6324-75BC-3E60-3435CFD52B0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003107" y="1752346"/>
                <a:ext cx="72000" cy="168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C2AF68D-C9A2-8683-98FB-3788772CE3E5}"/>
                  </a:ext>
                </a:extLst>
              </p14:cNvPr>
              <p14:cNvContentPartPr/>
              <p14:nvPr/>
            </p14:nvContentPartPr>
            <p14:xfrm>
              <a:off x="10957387" y="3312226"/>
              <a:ext cx="175320" cy="1623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C2AF68D-C9A2-8683-98FB-3788772CE3E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939387" y="3294226"/>
                <a:ext cx="2109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C919CDD-C61A-6841-F1A0-7390F48B9888}"/>
                  </a:ext>
                </a:extLst>
              </p14:cNvPr>
              <p14:cNvContentPartPr/>
              <p14:nvPr/>
            </p14:nvContentPartPr>
            <p14:xfrm>
              <a:off x="2658307" y="3867346"/>
              <a:ext cx="1747800" cy="23864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C919CDD-C61A-6841-F1A0-7390F48B988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40307" y="3849346"/>
                <a:ext cx="1783440" cy="24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5F70232-C28D-A569-640E-C471F79373D7}"/>
                  </a:ext>
                </a:extLst>
              </p14:cNvPr>
              <p14:cNvContentPartPr/>
              <p14:nvPr/>
            </p14:nvContentPartPr>
            <p14:xfrm>
              <a:off x="4277947" y="6084586"/>
              <a:ext cx="152640" cy="1944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5F70232-C28D-A569-640E-C471F79373D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9947" y="6066946"/>
                <a:ext cx="1882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25563E9-39C9-E509-75E5-61AAEE6EF8D6}"/>
                  </a:ext>
                </a:extLst>
              </p14:cNvPr>
              <p14:cNvContentPartPr/>
              <p14:nvPr/>
            </p14:nvContentPartPr>
            <p14:xfrm>
              <a:off x="3359587" y="3885706"/>
              <a:ext cx="3465000" cy="23850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25563E9-39C9-E509-75E5-61AAEE6EF8D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41587" y="3867706"/>
                <a:ext cx="3500640" cy="24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531D516-A43B-6833-93AD-D6278D728143}"/>
                  </a:ext>
                </a:extLst>
              </p14:cNvPr>
              <p14:cNvContentPartPr/>
              <p14:nvPr/>
            </p14:nvContentPartPr>
            <p14:xfrm>
              <a:off x="6719107" y="6137146"/>
              <a:ext cx="154440" cy="1836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531D516-A43B-6833-93AD-D6278D72814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01107" y="6119506"/>
                <a:ext cx="190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5282A17-1141-5C80-5A5C-1E64551568CB}"/>
                  </a:ext>
                </a:extLst>
              </p14:cNvPr>
              <p14:cNvContentPartPr/>
              <p14:nvPr/>
            </p14:nvContentPartPr>
            <p14:xfrm>
              <a:off x="3955387" y="3890026"/>
              <a:ext cx="5225040" cy="23461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5282A17-1141-5C80-5A5C-1E64551568C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37387" y="3872026"/>
                <a:ext cx="5260680" cy="23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45A70C9-BB04-0DB2-410A-4DC1F64FD91E}"/>
                  </a:ext>
                </a:extLst>
              </p14:cNvPr>
              <p14:cNvContentPartPr/>
              <p14:nvPr/>
            </p14:nvContentPartPr>
            <p14:xfrm>
              <a:off x="9060187" y="6039946"/>
              <a:ext cx="161640" cy="2750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45A70C9-BB04-0DB2-410A-4DC1F64FD91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42547" y="6022306"/>
                <a:ext cx="1972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BF14D3A-73E2-3BA8-F775-C900B8D92797}"/>
                  </a:ext>
                </a:extLst>
              </p14:cNvPr>
              <p14:cNvContentPartPr/>
              <p14:nvPr/>
            </p14:nvContentPartPr>
            <p14:xfrm>
              <a:off x="2847307" y="3866626"/>
              <a:ext cx="1537560" cy="2280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BF14D3A-73E2-3BA8-F775-C900B8D9279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29667" y="3848626"/>
                <a:ext cx="1573200" cy="23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00EB8EC-98D6-F508-0A76-0BADDB72FF39}"/>
                  </a:ext>
                </a:extLst>
              </p14:cNvPr>
              <p14:cNvContentPartPr/>
              <p14:nvPr/>
            </p14:nvContentPartPr>
            <p14:xfrm>
              <a:off x="2783947" y="6022306"/>
              <a:ext cx="232560" cy="1648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00EB8EC-98D6-F508-0A76-0BADDB72FF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65947" y="6004666"/>
                <a:ext cx="268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736A071-E658-0F50-8D7A-BBD9A53890E1}"/>
                  </a:ext>
                </a:extLst>
              </p14:cNvPr>
              <p14:cNvContentPartPr/>
              <p14:nvPr/>
            </p14:nvContentPartPr>
            <p14:xfrm>
              <a:off x="5100187" y="3895426"/>
              <a:ext cx="720" cy="2310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736A071-E658-0F50-8D7A-BBD9A53890E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64187" y="3877426"/>
                <a:ext cx="72000" cy="23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832A66C-681E-2D1C-8C10-6E75C0886769}"/>
                  </a:ext>
                </a:extLst>
              </p14:cNvPr>
              <p14:cNvContentPartPr/>
              <p14:nvPr/>
            </p14:nvContentPartPr>
            <p14:xfrm>
              <a:off x="5016307" y="6044626"/>
              <a:ext cx="198360" cy="1792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832A66C-681E-2D1C-8C10-6E75C088676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98307" y="6026626"/>
                <a:ext cx="2340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F0E34D4-4552-3011-3981-65EFD224366E}"/>
                  </a:ext>
                </a:extLst>
              </p14:cNvPr>
              <p14:cNvContentPartPr/>
              <p14:nvPr/>
            </p14:nvContentPartPr>
            <p14:xfrm>
              <a:off x="5711827" y="3850786"/>
              <a:ext cx="1780560" cy="23238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F0E34D4-4552-3011-3981-65EFD224366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693827" y="3832786"/>
                <a:ext cx="1816200" cy="23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D2A0B28-28CB-0EFC-9542-8E0D9BF93C32}"/>
                  </a:ext>
                </a:extLst>
              </p14:cNvPr>
              <p14:cNvContentPartPr/>
              <p14:nvPr/>
            </p14:nvContentPartPr>
            <p14:xfrm>
              <a:off x="7321747" y="6019786"/>
              <a:ext cx="186120" cy="225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D2A0B28-28CB-0EFC-9542-8E0D9BF93C3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303747" y="6002146"/>
                <a:ext cx="2217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C9562E3-B86D-BC26-784F-52EA86CCD1B2}"/>
                  </a:ext>
                </a:extLst>
              </p14:cNvPr>
              <p14:cNvContentPartPr/>
              <p14:nvPr/>
            </p14:nvContentPartPr>
            <p14:xfrm>
              <a:off x="6362347" y="3846466"/>
              <a:ext cx="3426120" cy="23976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C9562E3-B86D-BC26-784F-52EA86CCD1B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44347" y="3828466"/>
                <a:ext cx="3461760" cy="24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A2E8AEB-3D34-8869-9B94-A8AEC342E0C6}"/>
                  </a:ext>
                </a:extLst>
              </p14:cNvPr>
              <p14:cNvContentPartPr/>
              <p14:nvPr/>
            </p14:nvContentPartPr>
            <p14:xfrm>
              <a:off x="9654907" y="6079186"/>
              <a:ext cx="179640" cy="197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A2E8AEB-3D34-8869-9B94-A8AEC342E0C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637267" y="6061186"/>
                <a:ext cx="2152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EF855BC-2453-4604-C5FA-46D2CAD35EE1}"/>
                  </a:ext>
                </a:extLst>
              </p14:cNvPr>
              <p14:cNvContentPartPr/>
              <p14:nvPr/>
            </p14:nvContentPartPr>
            <p14:xfrm>
              <a:off x="3511507" y="3876706"/>
              <a:ext cx="3290760" cy="23907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EF855BC-2453-4604-C5FA-46D2CAD35EE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493507" y="3858706"/>
                <a:ext cx="3326400" cy="24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B7EECFD-5292-485F-9741-681027203E9F}"/>
                  </a:ext>
                </a:extLst>
              </p14:cNvPr>
              <p14:cNvContentPartPr/>
              <p14:nvPr/>
            </p14:nvContentPartPr>
            <p14:xfrm>
              <a:off x="3493147" y="6101866"/>
              <a:ext cx="174960" cy="1666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B7EECFD-5292-485F-9741-681027203E9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75507" y="6084226"/>
                <a:ext cx="210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50B34D5-F66F-AF9F-F639-BFDED731F057}"/>
                  </a:ext>
                </a:extLst>
              </p14:cNvPr>
              <p14:cNvContentPartPr/>
              <p14:nvPr/>
            </p14:nvContentPartPr>
            <p14:xfrm>
              <a:off x="5813347" y="3870946"/>
              <a:ext cx="1650600" cy="24066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50B34D5-F66F-AF9F-F639-BFDED731F05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795707" y="3852946"/>
                <a:ext cx="1686240" cy="244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B61017B-7226-29E3-8D67-C8D17D875F49}"/>
                  </a:ext>
                </a:extLst>
              </p14:cNvPr>
              <p14:cNvContentPartPr/>
              <p14:nvPr/>
            </p14:nvContentPartPr>
            <p14:xfrm>
              <a:off x="5806867" y="6146146"/>
              <a:ext cx="191520" cy="131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B61017B-7226-29E3-8D67-C8D17D875F4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88867" y="6128506"/>
                <a:ext cx="2271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F00081E-3388-1B8A-D289-856B1D4741BE}"/>
                  </a:ext>
                </a:extLst>
              </p14:cNvPr>
              <p14:cNvContentPartPr/>
              <p14:nvPr/>
            </p14:nvContentPartPr>
            <p14:xfrm>
              <a:off x="8069827" y="3873106"/>
              <a:ext cx="720" cy="2326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F00081E-3388-1B8A-D289-856B1D4741B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033827" y="3855106"/>
                <a:ext cx="72000" cy="23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A193E7B-3732-C937-CF60-A4F43EAC54B7}"/>
                  </a:ext>
                </a:extLst>
              </p14:cNvPr>
              <p14:cNvContentPartPr/>
              <p14:nvPr/>
            </p14:nvContentPartPr>
            <p14:xfrm>
              <a:off x="7981987" y="6051106"/>
              <a:ext cx="168480" cy="1522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A193E7B-3732-C937-CF60-A4F43EAC54B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64347" y="6033466"/>
                <a:ext cx="204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365C375-58C0-1E2F-88A8-D20444F4072B}"/>
                  </a:ext>
                </a:extLst>
              </p14:cNvPr>
              <p14:cNvContentPartPr/>
              <p14:nvPr/>
            </p14:nvContentPartPr>
            <p14:xfrm>
              <a:off x="8733667" y="3891106"/>
              <a:ext cx="1668600" cy="235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365C375-58C0-1E2F-88A8-D20444F4072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715667" y="3873106"/>
                <a:ext cx="1704240" cy="23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7C061C40-F3F5-0863-B26E-FE41F3391A15}"/>
                  </a:ext>
                </a:extLst>
              </p14:cNvPr>
              <p14:cNvContentPartPr/>
              <p14:nvPr/>
            </p14:nvContentPartPr>
            <p14:xfrm>
              <a:off x="10246387" y="6025546"/>
              <a:ext cx="156960" cy="225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7C061C40-F3F5-0863-B26E-FE41F3391A1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28387" y="6007546"/>
                <a:ext cx="1926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E689027-CC0A-AB46-21B7-88A2E81AD9B6}"/>
                  </a:ext>
                </a:extLst>
              </p14:cNvPr>
              <p14:cNvContentPartPr/>
              <p14:nvPr/>
            </p14:nvContentPartPr>
            <p14:xfrm>
              <a:off x="4104067" y="3888946"/>
              <a:ext cx="5048280" cy="23641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E689027-CC0A-AB46-21B7-88A2E81AD9B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86067" y="3870946"/>
                <a:ext cx="5083920" cy="23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51B74DE-7672-528E-5244-B5982BCFBADB}"/>
                  </a:ext>
                </a:extLst>
              </p14:cNvPr>
              <p14:cNvContentPartPr/>
              <p14:nvPr/>
            </p14:nvContentPartPr>
            <p14:xfrm>
              <a:off x="4062667" y="6144706"/>
              <a:ext cx="214920" cy="2041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51B74DE-7672-528E-5244-B5982BCFBAD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4667" y="6127066"/>
                <a:ext cx="2505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3F1F1FA-7D31-D1D6-F305-E0343A8AD9E1}"/>
                  </a:ext>
                </a:extLst>
              </p14:cNvPr>
              <p14:cNvContentPartPr/>
              <p14:nvPr/>
            </p14:nvContentPartPr>
            <p14:xfrm>
              <a:off x="6401587" y="3872026"/>
              <a:ext cx="3375720" cy="24256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3F1F1FA-7D31-D1D6-F305-E0343A8AD9E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83587" y="3854026"/>
                <a:ext cx="3411360" cy="24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226A4C6-4A06-CE39-A40C-AC89F7480797}"/>
                  </a:ext>
                </a:extLst>
              </p14:cNvPr>
              <p14:cNvContentPartPr/>
              <p14:nvPr/>
            </p14:nvContentPartPr>
            <p14:xfrm>
              <a:off x="6374227" y="6133546"/>
              <a:ext cx="178560" cy="1864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226A4C6-4A06-CE39-A40C-AC89F748079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356587" y="6115906"/>
                <a:ext cx="214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95F0365-1C92-1F77-ABDC-B5C0F7A8B5F3}"/>
                  </a:ext>
                </a:extLst>
              </p14:cNvPr>
              <p14:cNvContentPartPr/>
              <p14:nvPr/>
            </p14:nvContentPartPr>
            <p14:xfrm>
              <a:off x="8833387" y="3885706"/>
              <a:ext cx="1516320" cy="23806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95F0365-1C92-1F77-ABDC-B5C0F7A8B5F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15387" y="3867706"/>
                <a:ext cx="1551960" cy="24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9506B358-0848-3971-6125-9FBB85E98FF7}"/>
                  </a:ext>
                </a:extLst>
              </p14:cNvPr>
              <p14:cNvContentPartPr/>
              <p14:nvPr/>
            </p14:nvContentPartPr>
            <p14:xfrm>
              <a:off x="8769667" y="6164866"/>
              <a:ext cx="192600" cy="878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9506B358-0848-3971-6125-9FBB85E98FF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751667" y="6146866"/>
                <a:ext cx="2282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32C14AB-443A-1CDE-3C6E-B3BD9B586542}"/>
                  </a:ext>
                </a:extLst>
              </p14:cNvPr>
              <p14:cNvContentPartPr/>
              <p14:nvPr/>
            </p14:nvContentPartPr>
            <p14:xfrm>
              <a:off x="11147867" y="3962671"/>
              <a:ext cx="720" cy="22899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32C14AB-443A-1CDE-3C6E-B3BD9B5865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11867" y="3944671"/>
                <a:ext cx="72000" cy="23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AE5F1BC-89EE-3DD9-A68A-4337DDF1523B}"/>
                  </a:ext>
                </a:extLst>
              </p14:cNvPr>
              <p14:cNvContentPartPr/>
              <p14:nvPr/>
            </p14:nvContentPartPr>
            <p14:xfrm>
              <a:off x="11061827" y="6120511"/>
              <a:ext cx="192600" cy="1443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AE5F1BC-89EE-3DD9-A68A-4337DDF1523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043827" y="6102871"/>
                <a:ext cx="228240" cy="18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6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375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Collective Communication with Distributed Memory</vt:lpstr>
      <vt:lpstr>Instructions</vt:lpstr>
      <vt:lpstr>Prob 01: Broadcast</vt:lpstr>
      <vt:lpstr>Prob 02: Reduce</vt:lpstr>
      <vt:lpstr>Prob 03: Scatter</vt:lpstr>
      <vt:lpstr>Prob 04: Gather</vt:lpstr>
      <vt:lpstr>Prob 05: All Reduce</vt:lpstr>
      <vt:lpstr>Prob 06: All Gather</vt:lpstr>
      <vt:lpstr>Prob 07: All to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Mosisa</dc:creator>
  <cp:lastModifiedBy>Joy Mosisa</cp:lastModifiedBy>
  <cp:revision>83</cp:revision>
  <dcterms:created xsi:type="dcterms:W3CDTF">2025-11-06T22:11:42Z</dcterms:created>
  <dcterms:modified xsi:type="dcterms:W3CDTF">2025-11-25T22:02:15Z</dcterms:modified>
</cp:coreProperties>
</file>